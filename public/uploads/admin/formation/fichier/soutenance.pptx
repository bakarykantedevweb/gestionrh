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31"/>
  </p:notesMasterIdLst>
  <p:sldIdLst>
    <p:sldId id="256" r:id="rId3"/>
    <p:sldId id="310" r:id="rId4"/>
    <p:sldId id="263" r:id="rId5"/>
    <p:sldId id="257" r:id="rId6"/>
    <p:sldId id="258" r:id="rId7"/>
    <p:sldId id="260" r:id="rId8"/>
    <p:sldId id="264" r:id="rId9"/>
    <p:sldId id="341" r:id="rId10"/>
    <p:sldId id="316" r:id="rId11"/>
    <p:sldId id="325" r:id="rId12"/>
    <p:sldId id="261" r:id="rId13"/>
    <p:sldId id="326" r:id="rId14"/>
    <p:sldId id="343" r:id="rId15"/>
    <p:sldId id="342" r:id="rId16"/>
    <p:sldId id="327" r:id="rId17"/>
    <p:sldId id="262" r:id="rId18"/>
    <p:sldId id="329" r:id="rId19"/>
    <p:sldId id="259" r:id="rId20"/>
    <p:sldId id="330" r:id="rId21"/>
    <p:sldId id="331" r:id="rId22"/>
    <p:sldId id="332" r:id="rId23"/>
    <p:sldId id="333" r:id="rId24"/>
    <p:sldId id="335" r:id="rId25"/>
    <p:sldId id="337" r:id="rId26"/>
    <p:sldId id="340" r:id="rId27"/>
    <p:sldId id="339" r:id="rId28"/>
    <p:sldId id="303" r:id="rId29"/>
    <p:sldId id="338" r:id="rId3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B41C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A566FE-AD60-45FB-BB81-BE98364A2BC3}" v="265" dt="2024-09-13T23:58:50.6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34" autoAdjust="0"/>
    <p:restoredTop sz="87179" autoAdjust="0"/>
  </p:normalViewPr>
  <p:slideViewPr>
    <p:cSldViewPr snapToGrid="0">
      <p:cViewPr varScale="1">
        <p:scale>
          <a:sx n="55" d="100"/>
          <a:sy n="55" d="100"/>
        </p:scale>
        <p:origin x="1108" y="40"/>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kary Kante" userId="ef49f76186410b4e" providerId="LiveId" clId="{BDA566FE-AD60-45FB-BB81-BE98364A2BC3}"/>
    <pc:docChg chg="undo custSel addSld delSld modSld sldOrd">
      <pc:chgData name="Bakary Kante" userId="ef49f76186410b4e" providerId="LiveId" clId="{BDA566FE-AD60-45FB-BB81-BE98364A2BC3}" dt="2024-09-14T00:29:19.974" v="1881" actId="6549"/>
      <pc:docMkLst>
        <pc:docMk/>
      </pc:docMkLst>
      <pc:sldChg chg="modSp modNotesTx">
        <pc:chgData name="Bakary Kante" userId="ef49f76186410b4e" providerId="LiveId" clId="{BDA566FE-AD60-45FB-BB81-BE98364A2BC3}" dt="2024-09-12T18:07:45.397" v="1503"/>
        <pc:sldMkLst>
          <pc:docMk/>
          <pc:sldMk cId="0" sldId="256"/>
        </pc:sldMkLst>
        <pc:spChg chg="mod">
          <ac:chgData name="Bakary Kante" userId="ef49f76186410b4e" providerId="LiveId" clId="{BDA566FE-AD60-45FB-BB81-BE98364A2BC3}" dt="2024-09-11T16:23:58.438" v="596" actId="2711"/>
          <ac:spMkLst>
            <pc:docMk/>
            <pc:sldMk cId="0" sldId="256"/>
            <ac:spMk id="6" creationId="{00000000-0000-0000-0000-000000000000}"/>
          </ac:spMkLst>
        </pc:spChg>
      </pc:sldChg>
      <pc:sldChg chg="addSp delSp modSp mod modNotesTx">
        <pc:chgData name="Bakary Kante" userId="ef49f76186410b4e" providerId="LiveId" clId="{BDA566FE-AD60-45FB-BB81-BE98364A2BC3}" dt="2024-09-14T00:17:17.070" v="1880" actId="33524"/>
        <pc:sldMkLst>
          <pc:docMk/>
          <pc:sldMk cId="0" sldId="257"/>
        </pc:sldMkLst>
        <pc:spChg chg="add mod">
          <ac:chgData name="Bakary Kante" userId="ef49f76186410b4e" providerId="LiveId" clId="{BDA566FE-AD60-45FB-BB81-BE98364A2BC3}" dt="2024-09-12T20:28:46.882" v="1510" actId="20577"/>
          <ac:spMkLst>
            <pc:docMk/>
            <pc:sldMk cId="0" sldId="257"/>
            <ac:spMk id="3" creationId="{7B8BACE9-304B-533C-17CB-3FA43697B217}"/>
          </ac:spMkLst>
        </pc:spChg>
        <pc:spChg chg="add del mod">
          <ac:chgData name="Bakary Kante" userId="ef49f76186410b4e" providerId="LiveId" clId="{BDA566FE-AD60-45FB-BB81-BE98364A2BC3}" dt="2024-09-12T16:02:40.666" v="1173" actId="478"/>
          <ac:spMkLst>
            <pc:docMk/>
            <pc:sldMk cId="0" sldId="257"/>
            <ac:spMk id="3" creationId="{D762BECF-B516-AD9F-C467-FDCAF4AC4978}"/>
          </ac:spMkLst>
        </pc:spChg>
        <pc:spChg chg="add del mod">
          <ac:chgData name="Bakary Kante" userId="ef49f76186410b4e" providerId="LiveId" clId="{BDA566FE-AD60-45FB-BB81-BE98364A2BC3}" dt="2024-09-12T16:02:40.666" v="1173" actId="478"/>
          <ac:spMkLst>
            <pc:docMk/>
            <pc:sldMk cId="0" sldId="257"/>
            <ac:spMk id="4" creationId="{1A40B653-0CDE-E650-B402-9A0726437426}"/>
          </ac:spMkLst>
        </pc:spChg>
        <pc:spChg chg="add del mod">
          <ac:chgData name="Bakary Kante" userId="ef49f76186410b4e" providerId="LiveId" clId="{BDA566FE-AD60-45FB-BB81-BE98364A2BC3}" dt="2024-09-12T16:02:40.666" v="1173" actId="478"/>
          <ac:spMkLst>
            <pc:docMk/>
            <pc:sldMk cId="0" sldId="257"/>
            <ac:spMk id="5" creationId="{7F6DCCD2-DC28-1989-FFEB-ED45734A03A4}"/>
          </ac:spMkLst>
        </pc:spChg>
        <pc:spChg chg="add del mod">
          <ac:chgData name="Bakary Kante" userId="ef49f76186410b4e" providerId="LiveId" clId="{BDA566FE-AD60-45FB-BB81-BE98364A2BC3}" dt="2024-09-12T16:02:40.666" v="1173" actId="478"/>
          <ac:spMkLst>
            <pc:docMk/>
            <pc:sldMk cId="0" sldId="257"/>
            <ac:spMk id="9" creationId="{6632193A-0EB7-49EF-1290-2A0679438763}"/>
          </ac:spMkLst>
        </pc:spChg>
        <pc:spChg chg="add del mod">
          <ac:chgData name="Bakary Kante" userId="ef49f76186410b4e" providerId="LiveId" clId="{BDA566FE-AD60-45FB-BB81-BE98364A2BC3}" dt="2024-09-12T16:02:40.666" v="1173" actId="478"/>
          <ac:spMkLst>
            <pc:docMk/>
            <pc:sldMk cId="0" sldId="257"/>
            <ac:spMk id="10" creationId="{27974024-069E-9621-5D05-823E38A61DE6}"/>
          </ac:spMkLst>
        </pc:spChg>
        <pc:spChg chg="add del mod">
          <ac:chgData name="Bakary Kante" userId="ef49f76186410b4e" providerId="LiveId" clId="{BDA566FE-AD60-45FB-BB81-BE98364A2BC3}" dt="2024-09-12T16:02:40.666" v="1173" actId="478"/>
          <ac:spMkLst>
            <pc:docMk/>
            <pc:sldMk cId="0" sldId="257"/>
            <ac:spMk id="18" creationId="{2ADF2B47-153E-CDE0-200D-ABC720B45F14}"/>
          </ac:spMkLst>
        </pc:spChg>
        <pc:spChg chg="del">
          <ac:chgData name="Bakary Kante" userId="ef49f76186410b4e" providerId="LiveId" clId="{BDA566FE-AD60-45FB-BB81-BE98364A2BC3}" dt="2024-09-12T11:24:52.419" v="805" actId="478"/>
          <ac:spMkLst>
            <pc:docMk/>
            <pc:sldMk cId="0" sldId="257"/>
            <ac:spMk id="20" creationId="{F1142803-9E9A-4CB3-98A5-67A5C7BEA032}"/>
          </ac:spMkLst>
        </pc:spChg>
        <pc:spChg chg="mod">
          <ac:chgData name="Bakary Kante" userId="ef49f76186410b4e" providerId="LiveId" clId="{BDA566FE-AD60-45FB-BB81-BE98364A2BC3}" dt="2024-09-12T16:02:48.472" v="1175" actId="1076"/>
          <ac:spMkLst>
            <pc:docMk/>
            <pc:sldMk cId="0" sldId="257"/>
            <ac:spMk id="21" creationId="{00000000-0000-0000-0000-000000000000}"/>
          </ac:spMkLst>
        </pc:spChg>
      </pc:sldChg>
      <pc:sldChg chg="addSp delSp modSp mod modNotesTx">
        <pc:chgData name="Bakary Kante" userId="ef49f76186410b4e" providerId="LiveId" clId="{BDA566FE-AD60-45FB-BB81-BE98364A2BC3}" dt="2024-09-12T20:29:11.378" v="1513" actId="20577"/>
        <pc:sldMkLst>
          <pc:docMk/>
          <pc:sldMk cId="0" sldId="258"/>
        </pc:sldMkLst>
        <pc:spChg chg="add mod">
          <ac:chgData name="Bakary Kante" userId="ef49f76186410b4e" providerId="LiveId" clId="{BDA566FE-AD60-45FB-BB81-BE98364A2BC3}" dt="2024-09-11T16:27:35.546" v="757" actId="2711"/>
          <ac:spMkLst>
            <pc:docMk/>
            <pc:sldMk cId="0" sldId="258"/>
            <ac:spMk id="3" creationId="{00000000-0000-0000-0000-000000000000}"/>
          </ac:spMkLst>
        </pc:spChg>
        <pc:spChg chg="add mod">
          <ac:chgData name="Bakary Kante" userId="ef49f76186410b4e" providerId="LiveId" clId="{BDA566FE-AD60-45FB-BB81-BE98364A2BC3}" dt="2024-09-11T16:22:35.936" v="486"/>
          <ac:spMkLst>
            <pc:docMk/>
            <pc:sldMk cId="0" sldId="258"/>
            <ac:spMk id="4" creationId="{CC687945-1BC7-42E9-9C91-43CDB09461E3}"/>
          </ac:spMkLst>
        </pc:spChg>
        <pc:spChg chg="mod">
          <ac:chgData name="Bakary Kante" userId="ef49f76186410b4e" providerId="LiveId" clId="{BDA566FE-AD60-45FB-BB81-BE98364A2BC3}" dt="2024-09-11T16:21:46.556" v="457" actId="14826"/>
          <ac:spMkLst>
            <pc:docMk/>
            <pc:sldMk cId="0" sldId="258"/>
            <ac:spMk id="8" creationId="{00000000-0000-0000-0000-000000000000}"/>
          </ac:spMkLst>
        </pc:spChg>
        <pc:spChg chg="add mod">
          <ac:chgData name="Bakary Kante" userId="ef49f76186410b4e" providerId="LiveId" clId="{BDA566FE-AD60-45FB-BB81-BE98364A2BC3}" dt="2024-09-11T16:22:35.936" v="486"/>
          <ac:spMkLst>
            <pc:docMk/>
            <pc:sldMk cId="0" sldId="258"/>
            <ac:spMk id="11" creationId="{3A394C49-409E-478A-AA26-62311244FAD3}"/>
          </ac:spMkLst>
        </pc:spChg>
        <pc:spChg chg="add mod">
          <ac:chgData name="Bakary Kante" userId="ef49f76186410b4e" providerId="LiveId" clId="{BDA566FE-AD60-45FB-BB81-BE98364A2BC3}" dt="2024-09-12T16:11:36.679" v="1225" actId="20577"/>
          <ac:spMkLst>
            <pc:docMk/>
            <pc:sldMk cId="0" sldId="258"/>
            <ac:spMk id="12" creationId="{D54CE8DF-D164-217A-86C9-502FA28BEDD8}"/>
          </ac:spMkLst>
        </pc:spChg>
        <pc:spChg chg="add mod">
          <ac:chgData name="Bakary Kante" userId="ef49f76186410b4e" providerId="LiveId" clId="{BDA566FE-AD60-45FB-BB81-BE98364A2BC3}" dt="2024-09-11T16:23:23.211" v="592" actId="1037"/>
          <ac:spMkLst>
            <pc:docMk/>
            <pc:sldMk cId="0" sldId="258"/>
            <ac:spMk id="13" creationId="{BF9E95CB-6539-070C-8874-4D9D1568E8FA}"/>
          </ac:spMkLst>
        </pc:spChg>
        <pc:spChg chg="add mod">
          <ac:chgData name="Bakary Kante" userId="ef49f76186410b4e" providerId="LiveId" clId="{BDA566FE-AD60-45FB-BB81-BE98364A2BC3}" dt="2024-09-11T16:23:12.265" v="583" actId="20577"/>
          <ac:spMkLst>
            <pc:docMk/>
            <pc:sldMk cId="0" sldId="258"/>
            <ac:spMk id="14" creationId="{65A22719-AB19-8537-357E-73C8441BD961}"/>
          </ac:spMkLst>
        </pc:spChg>
        <pc:spChg chg="mod">
          <ac:chgData name="Bakary Kante" userId="ef49f76186410b4e" providerId="LiveId" clId="{BDA566FE-AD60-45FB-BB81-BE98364A2BC3}" dt="2024-09-11T16:23:46.563" v="595" actId="2711"/>
          <ac:spMkLst>
            <pc:docMk/>
            <pc:sldMk cId="0" sldId="258"/>
            <ac:spMk id="15" creationId="{00000000-0000-0000-0000-000000000000}"/>
          </ac:spMkLst>
        </pc:spChg>
        <pc:spChg chg="add mod">
          <ac:chgData name="Bakary Kante" userId="ef49f76186410b4e" providerId="LiveId" clId="{BDA566FE-AD60-45FB-BB81-BE98364A2BC3}" dt="2024-09-12T20:29:11.378" v="1513" actId="20577"/>
          <ac:spMkLst>
            <pc:docMk/>
            <pc:sldMk cId="0" sldId="258"/>
            <ac:spMk id="22" creationId="{101168E2-34C4-D734-BA01-B11BB78BDA3F}"/>
          </ac:spMkLst>
        </pc:spChg>
        <pc:spChg chg="mod">
          <ac:chgData name="Bakary Kante" userId="ef49f76186410b4e" providerId="LiveId" clId="{BDA566FE-AD60-45FB-BB81-BE98364A2BC3}" dt="2024-09-11T16:22:55.988" v="561" actId="1036"/>
          <ac:spMkLst>
            <pc:docMk/>
            <pc:sldMk cId="0" sldId="258"/>
            <ac:spMk id="24" creationId="{00000000-0000-0000-0000-000000000000}"/>
          </ac:spMkLst>
        </pc:spChg>
        <pc:spChg chg="mod">
          <ac:chgData name="Bakary Kante" userId="ef49f76186410b4e" providerId="LiveId" clId="{BDA566FE-AD60-45FB-BB81-BE98364A2BC3}" dt="2024-09-11T16:23:29.362" v="594" actId="20577"/>
          <ac:spMkLst>
            <pc:docMk/>
            <pc:sldMk cId="0" sldId="258"/>
            <ac:spMk id="25" creationId="{00000000-0000-0000-0000-000000000000}"/>
          </ac:spMkLst>
        </pc:spChg>
        <pc:spChg chg="del mod">
          <ac:chgData name="Bakary Kante" userId="ef49f76186410b4e" providerId="LiveId" clId="{BDA566FE-AD60-45FB-BB81-BE98364A2BC3}" dt="2024-09-11T16:22:33.852" v="485" actId="21"/>
          <ac:spMkLst>
            <pc:docMk/>
            <pc:sldMk cId="0" sldId="258"/>
            <ac:spMk id="26" creationId="{00000000-0000-0000-0000-000000000000}"/>
          </ac:spMkLst>
        </pc:spChg>
        <pc:spChg chg="mod">
          <ac:chgData name="Bakary Kante" userId="ef49f76186410b4e" providerId="LiveId" clId="{BDA566FE-AD60-45FB-BB81-BE98364A2BC3}" dt="2024-09-11T16:27:35.546" v="757" actId="2711"/>
          <ac:spMkLst>
            <pc:docMk/>
            <pc:sldMk cId="0" sldId="258"/>
            <ac:spMk id="27" creationId="{00000000-0000-0000-0000-000000000000}"/>
          </ac:spMkLst>
        </pc:spChg>
        <pc:spChg chg="del mod">
          <ac:chgData name="Bakary Kante" userId="ef49f76186410b4e" providerId="LiveId" clId="{BDA566FE-AD60-45FB-BB81-BE98364A2BC3}" dt="2024-09-11T16:22:33.852" v="485" actId="21"/>
          <ac:spMkLst>
            <pc:docMk/>
            <pc:sldMk cId="0" sldId="258"/>
            <ac:spMk id="30" creationId="{CC687945-1BC7-42E9-9C91-43CDB09461E3}"/>
          </ac:spMkLst>
        </pc:spChg>
        <pc:spChg chg="del mod">
          <ac:chgData name="Bakary Kante" userId="ef49f76186410b4e" providerId="LiveId" clId="{BDA566FE-AD60-45FB-BB81-BE98364A2BC3}" dt="2024-09-11T16:22:33.852" v="485" actId="21"/>
          <ac:spMkLst>
            <pc:docMk/>
            <pc:sldMk cId="0" sldId="258"/>
            <ac:spMk id="31" creationId="{3A394C49-409E-478A-AA26-62311244FAD3}"/>
          </ac:spMkLst>
        </pc:spChg>
        <pc:spChg chg="del">
          <ac:chgData name="Bakary Kante" userId="ef49f76186410b4e" providerId="LiveId" clId="{BDA566FE-AD60-45FB-BB81-BE98364A2BC3}" dt="2024-09-12T11:24:54.770" v="806" actId="478"/>
          <ac:spMkLst>
            <pc:docMk/>
            <pc:sldMk cId="0" sldId="258"/>
            <ac:spMk id="32" creationId="{44E7FD86-B3CC-400E-BE7F-D3D7C0300886}"/>
          </ac:spMkLst>
        </pc:spChg>
      </pc:sldChg>
      <pc:sldChg chg="addSp delSp modSp mod">
        <pc:chgData name="Bakary Kante" userId="ef49f76186410b4e" providerId="LiveId" clId="{BDA566FE-AD60-45FB-BB81-BE98364A2BC3}" dt="2024-09-12T20:42:23.479" v="1562" actId="20577"/>
        <pc:sldMkLst>
          <pc:docMk/>
          <pc:sldMk cId="0" sldId="259"/>
        </pc:sldMkLst>
        <pc:spChg chg="add mod">
          <ac:chgData name="Bakary Kante" userId="ef49f76186410b4e" providerId="LiveId" clId="{BDA566FE-AD60-45FB-BB81-BE98364A2BC3}" dt="2024-09-12T20:42:23.479" v="1562" actId="20577"/>
          <ac:spMkLst>
            <pc:docMk/>
            <pc:sldMk cId="0" sldId="259"/>
            <ac:spMk id="2" creationId="{9BF7A66C-A79A-7661-26B3-2700A5E89E83}"/>
          </ac:spMkLst>
        </pc:spChg>
        <pc:spChg chg="del mod">
          <ac:chgData name="Bakary Kante" userId="ef49f76186410b4e" providerId="LiveId" clId="{BDA566FE-AD60-45FB-BB81-BE98364A2BC3}" dt="2024-09-12T11:26:18.142" v="817" actId="478"/>
          <ac:spMkLst>
            <pc:docMk/>
            <pc:sldMk cId="0" sldId="259"/>
            <ac:spMk id="17" creationId="{A168FCD4-5681-4598-B1D1-E5D3448CE73C}"/>
          </ac:spMkLst>
        </pc:spChg>
      </pc:sldChg>
      <pc:sldChg chg="addSp delSp modSp mod ord delAnim modAnim modNotesTx">
        <pc:chgData name="Bakary Kante" userId="ef49f76186410b4e" providerId="LiveId" clId="{BDA566FE-AD60-45FB-BB81-BE98364A2BC3}" dt="2024-09-12T20:29:45.259" v="1516" actId="20577"/>
        <pc:sldMkLst>
          <pc:docMk/>
          <pc:sldMk cId="0" sldId="260"/>
        </pc:sldMkLst>
        <pc:spChg chg="add mod">
          <ac:chgData name="Bakary Kante" userId="ef49f76186410b4e" providerId="LiveId" clId="{BDA566FE-AD60-45FB-BB81-BE98364A2BC3}" dt="2024-09-12T20:29:45.259" v="1516" actId="20577"/>
          <ac:spMkLst>
            <pc:docMk/>
            <pc:sldMk cId="0" sldId="260"/>
            <ac:spMk id="2" creationId="{61E8FC31-14EB-77AD-AB23-60FD8012D082}"/>
          </ac:spMkLst>
        </pc:spChg>
        <pc:spChg chg="add del mod">
          <ac:chgData name="Bakary Kante" userId="ef49f76186410b4e" providerId="LiveId" clId="{BDA566FE-AD60-45FB-BB81-BE98364A2BC3}" dt="2024-08-31T16:52:00.982" v="407" actId="478"/>
          <ac:spMkLst>
            <pc:docMk/>
            <pc:sldMk cId="0" sldId="260"/>
            <ac:spMk id="2" creationId="{E8BD2161-D9E5-AC7B-F4E7-9C99AB123519}"/>
          </ac:spMkLst>
        </pc:spChg>
        <pc:spChg chg="add mod">
          <ac:chgData name="Bakary Kante" userId="ef49f76186410b4e" providerId="LiveId" clId="{BDA566FE-AD60-45FB-BB81-BE98364A2BC3}" dt="2024-08-31T16:51:53.045" v="401" actId="1076"/>
          <ac:spMkLst>
            <pc:docMk/>
            <pc:sldMk cId="0" sldId="260"/>
            <ac:spMk id="3" creationId="{01BFFF9E-F51A-CC5E-F0D6-BFDF83AE38BA}"/>
          </ac:spMkLst>
        </pc:spChg>
        <pc:spChg chg="add mod">
          <ac:chgData name="Bakary Kante" userId="ef49f76186410b4e" providerId="LiveId" clId="{BDA566FE-AD60-45FB-BB81-BE98364A2BC3}" dt="2024-09-11T16:18:38.386" v="444" actId="767"/>
          <ac:spMkLst>
            <pc:docMk/>
            <pc:sldMk cId="0" sldId="260"/>
            <ac:spMk id="3" creationId="{C6E0595F-FA04-C1B7-1422-0818893BA0DF}"/>
          </ac:spMkLst>
        </pc:spChg>
        <pc:spChg chg="add mod">
          <ac:chgData name="Bakary Kante" userId="ef49f76186410b4e" providerId="LiveId" clId="{BDA566FE-AD60-45FB-BB81-BE98364A2BC3}" dt="2024-08-31T16:51:52.723" v="399" actId="1076"/>
          <ac:spMkLst>
            <pc:docMk/>
            <pc:sldMk cId="0" sldId="260"/>
            <ac:spMk id="4" creationId="{3EC06297-7103-51A9-9D9A-84410C590725}"/>
          </ac:spMkLst>
        </pc:spChg>
        <pc:spChg chg="add mod">
          <ac:chgData name="Bakary Kante" userId="ef49f76186410b4e" providerId="LiveId" clId="{BDA566FE-AD60-45FB-BB81-BE98364A2BC3}" dt="2024-09-11T16:28:52.599" v="789" actId="14100"/>
          <ac:spMkLst>
            <pc:docMk/>
            <pc:sldMk cId="0" sldId="260"/>
            <ac:spMk id="7" creationId="{BF9F3190-D7A1-FE14-A21A-268F2C0F3965}"/>
          </ac:spMkLst>
        </pc:spChg>
        <pc:spChg chg="del mod">
          <ac:chgData name="Bakary Kante" userId="ef49f76186410b4e" providerId="LiveId" clId="{BDA566FE-AD60-45FB-BB81-BE98364A2BC3}" dt="2024-09-12T11:25:11.500" v="809" actId="478"/>
          <ac:spMkLst>
            <pc:docMk/>
            <pc:sldMk cId="0" sldId="260"/>
            <ac:spMk id="16" creationId="{9AD05C76-EC65-4C64-855C-0771B78C5AB9}"/>
          </ac:spMkLst>
        </pc:spChg>
        <pc:spChg chg="add del">
          <ac:chgData name="Bakary Kante" userId="ef49f76186410b4e" providerId="LiveId" clId="{BDA566FE-AD60-45FB-BB81-BE98364A2BC3}" dt="2024-08-31T16:51:52.244" v="396" actId="478"/>
          <ac:spMkLst>
            <pc:docMk/>
            <pc:sldMk cId="0" sldId="260"/>
            <ac:spMk id="20" creationId="{00000000-0000-0000-0000-000000000000}"/>
          </ac:spMkLst>
        </pc:spChg>
        <pc:spChg chg="add del mod">
          <ac:chgData name="Bakary Kante" userId="ef49f76186410b4e" providerId="LiveId" clId="{BDA566FE-AD60-45FB-BB81-BE98364A2BC3}" dt="2024-09-11T16:28:36.908" v="785" actId="1076"/>
          <ac:spMkLst>
            <pc:docMk/>
            <pc:sldMk cId="0" sldId="260"/>
            <ac:spMk id="21" creationId="{00000000-0000-0000-0000-000000000000}"/>
          </ac:spMkLst>
        </pc:spChg>
        <pc:spChg chg="mod">
          <ac:chgData name="Bakary Kante" userId="ef49f76186410b4e" providerId="LiveId" clId="{BDA566FE-AD60-45FB-BB81-BE98364A2BC3}" dt="2024-09-11T16:30:12.258" v="796" actId="2711"/>
          <ac:spMkLst>
            <pc:docMk/>
            <pc:sldMk cId="0" sldId="260"/>
            <ac:spMk id="28" creationId="{00000000-0000-0000-0000-000000000000}"/>
          </ac:spMkLst>
        </pc:spChg>
        <pc:picChg chg="add mod">
          <ac:chgData name="Bakary Kante" userId="ef49f76186410b4e" providerId="LiveId" clId="{BDA566FE-AD60-45FB-BB81-BE98364A2BC3}" dt="2024-09-11T16:18:05.503" v="433" actId="571"/>
          <ac:picMkLst>
            <pc:docMk/>
            <pc:sldMk cId="0" sldId="260"/>
            <ac:picMk id="2" creationId="{68C20212-1FD2-E020-C7D3-2DAEC72B0563}"/>
          </ac:picMkLst>
        </pc:picChg>
        <pc:picChg chg="mod">
          <ac:chgData name="Bakary Kante" userId="ef49f76186410b4e" providerId="LiveId" clId="{BDA566FE-AD60-45FB-BB81-BE98364A2BC3}" dt="2024-09-11T16:28:48.604" v="788" actId="14100"/>
          <ac:picMkLst>
            <pc:docMk/>
            <pc:sldMk cId="0" sldId="260"/>
            <ac:picMk id="40" creationId="{863CC9E0-F060-40EE-9CD8-A4DB500309EE}"/>
          </ac:picMkLst>
        </pc:picChg>
      </pc:sldChg>
      <pc:sldChg chg="addSp delSp modSp mod modNotesTx">
        <pc:chgData name="Bakary Kante" userId="ef49f76186410b4e" providerId="LiveId" clId="{BDA566FE-AD60-45FB-BB81-BE98364A2BC3}" dt="2024-09-14T00:03:48.530" v="1834" actId="790"/>
        <pc:sldMkLst>
          <pc:docMk/>
          <pc:sldMk cId="0" sldId="261"/>
        </pc:sldMkLst>
        <pc:spChg chg="add mod">
          <ac:chgData name="Bakary Kante" userId="ef49f76186410b4e" providerId="LiveId" clId="{BDA566FE-AD60-45FB-BB81-BE98364A2BC3}" dt="2024-09-13T23:59:38.652" v="1672" actId="20577"/>
          <ac:spMkLst>
            <pc:docMk/>
            <pc:sldMk cId="0" sldId="261"/>
            <ac:spMk id="3" creationId="{2365E738-3A13-3CF1-3C9F-E640A79DCAD8}"/>
          </ac:spMkLst>
        </pc:spChg>
        <pc:spChg chg="mod">
          <ac:chgData name="Bakary Kante" userId="ef49f76186410b4e" providerId="LiveId" clId="{BDA566FE-AD60-45FB-BB81-BE98364A2BC3}" dt="2024-09-11T16:31:13.083" v="802" actId="2710"/>
          <ac:spMkLst>
            <pc:docMk/>
            <pc:sldMk cId="0" sldId="261"/>
            <ac:spMk id="4" creationId="{00000000-0000-0000-0000-000000000000}"/>
          </ac:spMkLst>
        </pc:spChg>
        <pc:spChg chg="mod">
          <ac:chgData name="Bakary Kante" userId="ef49f76186410b4e" providerId="LiveId" clId="{BDA566FE-AD60-45FB-BB81-BE98364A2BC3}" dt="2024-09-11T16:31:01.919" v="800" actId="2711"/>
          <ac:spMkLst>
            <pc:docMk/>
            <pc:sldMk cId="0" sldId="261"/>
            <ac:spMk id="5" creationId="{00000000-0000-0000-0000-000000000000}"/>
          </ac:spMkLst>
        </pc:spChg>
        <pc:spChg chg="mod">
          <ac:chgData name="Bakary Kante" userId="ef49f76186410b4e" providerId="LiveId" clId="{BDA566FE-AD60-45FB-BB81-BE98364A2BC3}" dt="2024-09-12T20:38:29.722" v="1554" actId="14826"/>
          <ac:spMkLst>
            <pc:docMk/>
            <pc:sldMk cId="0" sldId="261"/>
            <ac:spMk id="8" creationId="{00000000-0000-0000-0000-000000000000}"/>
          </ac:spMkLst>
        </pc:spChg>
        <pc:spChg chg="del">
          <ac:chgData name="Bakary Kante" userId="ef49f76186410b4e" providerId="LiveId" clId="{BDA566FE-AD60-45FB-BB81-BE98364A2BC3}" dt="2024-09-12T11:25:58.283" v="812" actId="478"/>
          <ac:spMkLst>
            <pc:docMk/>
            <pc:sldMk cId="0" sldId="261"/>
            <ac:spMk id="19" creationId="{91EDDA1A-2357-4871-B84E-EE22D6BFEC86}"/>
          </ac:spMkLst>
        </pc:spChg>
      </pc:sldChg>
      <pc:sldChg chg="addSp delSp modSp mod modNotesTx">
        <pc:chgData name="Bakary Kante" userId="ef49f76186410b4e" providerId="LiveId" clId="{BDA566FE-AD60-45FB-BB81-BE98364A2BC3}" dt="2024-09-14T00:07:03.186" v="1839" actId="20577"/>
        <pc:sldMkLst>
          <pc:docMk/>
          <pc:sldMk cId="0" sldId="262"/>
        </pc:sldMkLst>
        <pc:spChg chg="add mod">
          <ac:chgData name="Bakary Kante" userId="ef49f76186410b4e" providerId="LiveId" clId="{BDA566FE-AD60-45FB-BB81-BE98364A2BC3}" dt="2024-09-12T20:33:46.992" v="1552" actId="20577"/>
          <ac:spMkLst>
            <pc:docMk/>
            <pc:sldMk cId="0" sldId="262"/>
            <ac:spMk id="3" creationId="{14C31E23-34EF-0BE1-2B4D-63F0BAD68DB4}"/>
          </ac:spMkLst>
        </pc:spChg>
        <pc:spChg chg="mod">
          <ac:chgData name="Bakary Kante" userId="ef49f76186410b4e" providerId="LiveId" clId="{BDA566FE-AD60-45FB-BB81-BE98364A2BC3}" dt="2024-09-12T20:36:22.207" v="1553" actId="14826"/>
          <ac:spMkLst>
            <pc:docMk/>
            <pc:sldMk cId="0" sldId="262"/>
            <ac:spMk id="13" creationId="{00000000-0000-0000-0000-000000000000}"/>
          </ac:spMkLst>
        </pc:spChg>
        <pc:spChg chg="del">
          <ac:chgData name="Bakary Kante" userId="ef49f76186410b4e" providerId="LiveId" clId="{BDA566FE-AD60-45FB-BB81-BE98364A2BC3}" dt="2024-09-12T11:26:12.508" v="815" actId="478"/>
          <ac:spMkLst>
            <pc:docMk/>
            <pc:sldMk cId="0" sldId="262"/>
            <ac:spMk id="14" creationId="{6A5EADB8-C94C-491D-BCED-1DA21981D5DB}"/>
          </ac:spMkLst>
        </pc:spChg>
        <pc:spChg chg="mod">
          <ac:chgData name="Bakary Kante" userId="ef49f76186410b4e" providerId="LiveId" clId="{BDA566FE-AD60-45FB-BB81-BE98364A2BC3}" dt="2024-09-12T12:58:18.583" v="922" actId="2711"/>
          <ac:spMkLst>
            <pc:docMk/>
            <pc:sldMk cId="0" sldId="262"/>
            <ac:spMk id="18" creationId="{00000000-0000-0000-0000-000000000000}"/>
          </ac:spMkLst>
        </pc:spChg>
        <pc:spChg chg="mod">
          <ac:chgData name="Bakary Kante" userId="ef49f76186410b4e" providerId="LiveId" clId="{BDA566FE-AD60-45FB-BB81-BE98364A2BC3}" dt="2024-09-12T12:58:44.503" v="927" actId="14100"/>
          <ac:spMkLst>
            <pc:docMk/>
            <pc:sldMk cId="0" sldId="262"/>
            <ac:spMk id="22" creationId="{00000000-0000-0000-0000-000000000000}"/>
          </ac:spMkLst>
        </pc:spChg>
      </pc:sldChg>
      <pc:sldChg chg="addSp delSp modSp mod modAnim modNotesTx">
        <pc:chgData name="Bakary Kante" userId="ef49f76186410b4e" providerId="LiveId" clId="{BDA566FE-AD60-45FB-BB81-BE98364A2BC3}" dt="2024-09-14T00:16:38.773" v="1879"/>
        <pc:sldMkLst>
          <pc:docMk/>
          <pc:sldMk cId="0" sldId="263"/>
        </pc:sldMkLst>
        <pc:spChg chg="add mod">
          <ac:chgData name="Bakary Kante" userId="ef49f76186410b4e" providerId="LiveId" clId="{BDA566FE-AD60-45FB-BB81-BE98364A2BC3}" dt="2024-09-12T20:28:33.321" v="1505" actId="1076"/>
          <ac:spMkLst>
            <pc:docMk/>
            <pc:sldMk cId="0" sldId="263"/>
            <ac:spMk id="2" creationId="{89506C4F-E371-D92D-02D2-BD1505AFE1C6}"/>
          </ac:spMkLst>
        </pc:spChg>
        <pc:spChg chg="mod">
          <ac:chgData name="Bakary Kante" userId="ef49f76186410b4e" providerId="LiveId" clId="{BDA566FE-AD60-45FB-BB81-BE98364A2BC3}" dt="2024-09-11T16:24:08.640" v="597" actId="2711"/>
          <ac:spMkLst>
            <pc:docMk/>
            <pc:sldMk cId="0" sldId="263"/>
            <ac:spMk id="24" creationId="{00000000-0000-0000-0000-000000000000}"/>
          </ac:spMkLst>
        </pc:spChg>
        <pc:spChg chg="mod">
          <ac:chgData name="Bakary Kante" userId="ef49f76186410b4e" providerId="LiveId" clId="{BDA566FE-AD60-45FB-BB81-BE98364A2BC3}" dt="2024-09-11T16:26:52.830" v="753" actId="14100"/>
          <ac:spMkLst>
            <pc:docMk/>
            <pc:sldMk cId="0" sldId="263"/>
            <ac:spMk id="25" creationId="{00000000-0000-0000-0000-000000000000}"/>
          </ac:spMkLst>
        </pc:spChg>
        <pc:spChg chg="del">
          <ac:chgData name="Bakary Kante" userId="ef49f76186410b4e" providerId="LiveId" clId="{BDA566FE-AD60-45FB-BB81-BE98364A2BC3}" dt="2024-09-12T11:24:49.755" v="804" actId="478"/>
          <ac:spMkLst>
            <pc:docMk/>
            <pc:sldMk cId="0" sldId="263"/>
            <ac:spMk id="26" creationId="{237B45D5-8897-4524-ACF3-2B73D9AAA82A}"/>
          </ac:spMkLst>
        </pc:spChg>
        <pc:spChg chg="mod">
          <ac:chgData name="Bakary Kante" userId="ef49f76186410b4e" providerId="LiveId" clId="{BDA566FE-AD60-45FB-BB81-BE98364A2BC3}" dt="2024-09-11T16:26:48.451" v="752" actId="2711"/>
          <ac:spMkLst>
            <pc:docMk/>
            <pc:sldMk cId="0" sldId="263"/>
            <ac:spMk id="27" creationId="{00000000-0000-0000-0000-000000000000}"/>
          </ac:spMkLst>
        </pc:spChg>
        <pc:spChg chg="mod">
          <ac:chgData name="Bakary Kante" userId="ef49f76186410b4e" providerId="LiveId" clId="{BDA566FE-AD60-45FB-BB81-BE98364A2BC3}" dt="2024-09-11T16:26:48.451" v="752" actId="2711"/>
          <ac:spMkLst>
            <pc:docMk/>
            <pc:sldMk cId="0" sldId="263"/>
            <ac:spMk id="29" creationId="{00000000-0000-0000-0000-000000000000}"/>
          </ac:spMkLst>
        </pc:spChg>
        <pc:spChg chg="mod">
          <ac:chgData name="Bakary Kante" userId="ef49f76186410b4e" providerId="LiveId" clId="{BDA566FE-AD60-45FB-BB81-BE98364A2BC3}" dt="2024-09-11T16:26:48.451" v="752" actId="2711"/>
          <ac:spMkLst>
            <pc:docMk/>
            <pc:sldMk cId="0" sldId="263"/>
            <ac:spMk id="31" creationId="{00000000-0000-0000-0000-000000000000}"/>
          </ac:spMkLst>
        </pc:spChg>
        <pc:spChg chg="mod">
          <ac:chgData name="Bakary Kante" userId="ef49f76186410b4e" providerId="LiveId" clId="{BDA566FE-AD60-45FB-BB81-BE98364A2BC3}" dt="2024-09-11T16:26:48.451" v="752" actId="2711"/>
          <ac:spMkLst>
            <pc:docMk/>
            <pc:sldMk cId="0" sldId="263"/>
            <ac:spMk id="33" creationId="{00000000-0000-0000-0000-000000000000}"/>
          </ac:spMkLst>
        </pc:spChg>
      </pc:sldChg>
      <pc:sldChg chg="addSp delSp modSp mod ord modNotesTx">
        <pc:chgData name="Bakary Kante" userId="ef49f76186410b4e" providerId="LiveId" clId="{BDA566FE-AD60-45FB-BB81-BE98364A2BC3}" dt="2024-09-12T20:30:49.549" v="1521" actId="20577"/>
        <pc:sldMkLst>
          <pc:docMk/>
          <pc:sldMk cId="0" sldId="264"/>
        </pc:sldMkLst>
        <pc:spChg chg="mod">
          <ac:chgData name="Bakary Kante" userId="ef49f76186410b4e" providerId="LiveId" clId="{BDA566FE-AD60-45FB-BB81-BE98364A2BC3}" dt="2024-08-28T16:23:26.721" v="40" actId="207"/>
          <ac:spMkLst>
            <pc:docMk/>
            <pc:sldMk cId="0" sldId="264"/>
            <ac:spMk id="7" creationId="{00000000-0000-0000-0000-000000000000}"/>
          </ac:spMkLst>
        </pc:spChg>
        <pc:spChg chg="mod">
          <ac:chgData name="Bakary Kante" userId="ef49f76186410b4e" providerId="LiveId" clId="{BDA566FE-AD60-45FB-BB81-BE98364A2BC3}" dt="2024-08-28T16:23:26.721" v="40" actId="207"/>
          <ac:spMkLst>
            <pc:docMk/>
            <pc:sldMk cId="0" sldId="264"/>
            <ac:spMk id="8" creationId="{00000000-0000-0000-0000-000000000000}"/>
          </ac:spMkLst>
        </pc:spChg>
        <pc:spChg chg="mod">
          <ac:chgData name="Bakary Kante" userId="ef49f76186410b4e" providerId="LiveId" clId="{BDA566FE-AD60-45FB-BB81-BE98364A2BC3}" dt="2024-09-12T12:56:39.631" v="909" actId="1076"/>
          <ac:spMkLst>
            <pc:docMk/>
            <pc:sldMk cId="0" sldId="264"/>
            <ac:spMk id="9" creationId="{00000000-0000-0000-0000-000000000000}"/>
          </ac:spMkLst>
        </pc:spChg>
        <pc:spChg chg="mod">
          <ac:chgData name="Bakary Kante" userId="ef49f76186410b4e" providerId="LiveId" clId="{BDA566FE-AD60-45FB-BB81-BE98364A2BC3}" dt="2024-09-12T12:57:13.774" v="910" actId="2711"/>
          <ac:spMkLst>
            <pc:docMk/>
            <pc:sldMk cId="0" sldId="264"/>
            <ac:spMk id="15" creationId="{00000000-0000-0000-0000-000000000000}"/>
          </ac:spMkLst>
        </pc:spChg>
        <pc:spChg chg="mod">
          <ac:chgData name="Bakary Kante" userId="ef49f76186410b4e" providerId="LiveId" clId="{BDA566FE-AD60-45FB-BB81-BE98364A2BC3}" dt="2024-09-12T12:57:24.978" v="912" actId="404"/>
          <ac:spMkLst>
            <pc:docMk/>
            <pc:sldMk cId="0" sldId="264"/>
            <ac:spMk id="21" creationId="{00000000-0000-0000-0000-000000000000}"/>
          </ac:spMkLst>
        </pc:spChg>
        <pc:spChg chg="mod">
          <ac:chgData name="Bakary Kante" userId="ef49f76186410b4e" providerId="LiveId" clId="{BDA566FE-AD60-45FB-BB81-BE98364A2BC3}" dt="2024-09-12T12:57:24.978" v="912" actId="404"/>
          <ac:spMkLst>
            <pc:docMk/>
            <pc:sldMk cId="0" sldId="264"/>
            <ac:spMk id="22" creationId="{00000000-0000-0000-0000-000000000000}"/>
          </ac:spMkLst>
        </pc:spChg>
        <pc:spChg chg="mod">
          <ac:chgData name="Bakary Kante" userId="ef49f76186410b4e" providerId="LiveId" clId="{BDA566FE-AD60-45FB-BB81-BE98364A2BC3}" dt="2024-09-12T12:57:24.978" v="912" actId="404"/>
          <ac:spMkLst>
            <pc:docMk/>
            <pc:sldMk cId="0" sldId="264"/>
            <ac:spMk id="23" creationId="{00000000-0000-0000-0000-000000000000}"/>
          </ac:spMkLst>
        </pc:spChg>
        <pc:spChg chg="mod">
          <ac:chgData name="Bakary Kante" userId="ef49f76186410b4e" providerId="LiveId" clId="{BDA566FE-AD60-45FB-BB81-BE98364A2BC3}" dt="2024-09-12T12:57:24.978" v="912" actId="404"/>
          <ac:spMkLst>
            <pc:docMk/>
            <pc:sldMk cId="0" sldId="264"/>
            <ac:spMk id="24" creationId="{00000000-0000-0000-0000-000000000000}"/>
          </ac:spMkLst>
        </pc:spChg>
        <pc:spChg chg="mod">
          <ac:chgData name="Bakary Kante" userId="ef49f76186410b4e" providerId="LiveId" clId="{BDA566FE-AD60-45FB-BB81-BE98364A2BC3}" dt="2024-09-12T12:57:24.978" v="912" actId="404"/>
          <ac:spMkLst>
            <pc:docMk/>
            <pc:sldMk cId="0" sldId="264"/>
            <ac:spMk id="25" creationId="{00000000-0000-0000-0000-000000000000}"/>
          </ac:spMkLst>
        </pc:spChg>
        <pc:spChg chg="add del mod">
          <ac:chgData name="Bakary Kante" userId="ef49f76186410b4e" providerId="LiveId" clId="{BDA566FE-AD60-45FB-BB81-BE98364A2BC3}" dt="2024-09-12T20:30:49.549" v="1521" actId="20577"/>
          <ac:spMkLst>
            <pc:docMk/>
            <pc:sldMk cId="0" sldId="264"/>
            <ac:spMk id="26" creationId="{487C4E33-77B8-E3C5-331B-BA2F7355F393}"/>
          </ac:spMkLst>
        </pc:spChg>
        <pc:spChg chg="del mod">
          <ac:chgData name="Bakary Kante" userId="ef49f76186410b4e" providerId="LiveId" clId="{BDA566FE-AD60-45FB-BB81-BE98364A2BC3}" dt="2024-09-12T11:25:04.667" v="807" actId="478"/>
          <ac:spMkLst>
            <pc:docMk/>
            <pc:sldMk cId="0" sldId="264"/>
            <ac:spMk id="26" creationId="{DAC6A1A7-C2AA-4784-A82C-82B2173FC86C}"/>
          </ac:spMkLst>
        </pc:spChg>
        <pc:spChg chg="add del">
          <ac:chgData name="Bakary Kante" userId="ef49f76186410b4e" providerId="LiveId" clId="{BDA566FE-AD60-45FB-BB81-BE98364A2BC3}" dt="2024-08-28T16:23:06.626" v="38" actId="22"/>
          <ac:spMkLst>
            <pc:docMk/>
            <pc:sldMk cId="0" sldId="264"/>
            <ac:spMk id="28" creationId="{D09C10C5-F67D-45BE-D752-E3EE7113CEF8}"/>
          </ac:spMkLst>
        </pc:spChg>
        <pc:grpChg chg="mod">
          <ac:chgData name="Bakary Kante" userId="ef49f76186410b4e" providerId="LiveId" clId="{BDA566FE-AD60-45FB-BB81-BE98364A2BC3}" dt="2024-08-28T16:23:26.721" v="40" actId="207"/>
          <ac:grpSpMkLst>
            <pc:docMk/>
            <pc:sldMk cId="0" sldId="264"/>
            <ac:grpSpMk id="6" creationId="{00000000-0000-0000-0000-000000000000}"/>
          </ac:grpSpMkLst>
        </pc:grpChg>
      </pc:sldChg>
      <pc:sldChg chg="addSp delSp modSp mod">
        <pc:chgData name="Bakary Kante" userId="ef49f76186410b4e" providerId="LiveId" clId="{BDA566FE-AD60-45FB-BB81-BE98364A2BC3}" dt="2024-09-12T20:45:54.530" v="1622" actId="20577"/>
        <pc:sldMkLst>
          <pc:docMk/>
          <pc:sldMk cId="3476684739" sldId="303"/>
        </pc:sldMkLst>
        <pc:spChg chg="add mod">
          <ac:chgData name="Bakary Kante" userId="ef49f76186410b4e" providerId="LiveId" clId="{BDA566FE-AD60-45FB-BB81-BE98364A2BC3}" dt="2024-09-12T20:45:54.530" v="1622" actId="20577"/>
          <ac:spMkLst>
            <pc:docMk/>
            <pc:sldMk cId="3476684739" sldId="303"/>
            <ac:spMk id="5" creationId="{92267FBC-434D-1628-CA07-71F02D87C292}"/>
          </ac:spMkLst>
        </pc:spChg>
        <pc:spChg chg="del mod">
          <ac:chgData name="Bakary Kante" userId="ef49f76186410b4e" providerId="LiveId" clId="{BDA566FE-AD60-45FB-BB81-BE98364A2BC3}" dt="2024-09-12T11:27:54.895" v="831" actId="478"/>
          <ac:spMkLst>
            <pc:docMk/>
            <pc:sldMk cId="3476684739" sldId="303"/>
            <ac:spMk id="23" creationId="{7EC9CA7C-6182-4844-A4BC-2459D88488B7}"/>
          </ac:spMkLst>
        </pc:spChg>
      </pc:sldChg>
      <pc:sldChg chg="modSp modNotesTx">
        <pc:chgData name="Bakary Kante" userId="ef49f76186410b4e" providerId="LiveId" clId="{BDA566FE-AD60-45FB-BB81-BE98364A2BC3}" dt="2024-09-13T23:54:36.441" v="1653" actId="20577"/>
        <pc:sldMkLst>
          <pc:docMk/>
          <pc:sldMk cId="1563490958" sldId="310"/>
        </pc:sldMkLst>
        <pc:spChg chg="mod">
          <ac:chgData name="Bakary Kante" userId="ef49f76186410b4e" providerId="LiveId" clId="{BDA566FE-AD60-45FB-BB81-BE98364A2BC3}" dt="2024-09-11T16:27:02.032" v="754" actId="2711"/>
          <ac:spMkLst>
            <pc:docMk/>
            <pc:sldMk cId="1563490958" sldId="310"/>
            <ac:spMk id="40" creationId="{1F576359-4F94-4D9D-ABB7-ABE98A77EC0C}"/>
          </ac:spMkLst>
        </pc:spChg>
      </pc:sldChg>
      <pc:sldChg chg="addSp delSp modSp mod modNotesTx">
        <pc:chgData name="Bakary Kante" userId="ef49f76186410b4e" providerId="LiveId" clId="{BDA566FE-AD60-45FB-BB81-BE98364A2BC3}" dt="2024-09-14T00:01:42.038" v="1694"/>
        <pc:sldMkLst>
          <pc:docMk/>
          <pc:sldMk cId="2340799827" sldId="316"/>
        </pc:sldMkLst>
        <pc:spChg chg="mod">
          <ac:chgData name="Bakary Kante" userId="ef49f76186410b4e" providerId="LiveId" clId="{BDA566FE-AD60-45FB-BB81-BE98364A2BC3}" dt="2024-09-11T16:30:31.359" v="797" actId="2711"/>
          <ac:spMkLst>
            <pc:docMk/>
            <pc:sldMk cId="2340799827" sldId="316"/>
            <ac:spMk id="7" creationId="{00000000-0000-0000-0000-000000000000}"/>
          </ac:spMkLst>
        </pc:spChg>
        <pc:spChg chg="del">
          <ac:chgData name="Bakary Kante" userId="ef49f76186410b4e" providerId="LiveId" clId="{BDA566FE-AD60-45FB-BB81-BE98364A2BC3}" dt="2024-09-12T11:25:14.799" v="810" actId="478"/>
          <ac:spMkLst>
            <pc:docMk/>
            <pc:sldMk cId="2340799827" sldId="316"/>
            <ac:spMk id="8" creationId="{CC326E7F-C1DD-44F7-B039-B7A3688292BC}"/>
          </ac:spMkLst>
        </pc:spChg>
        <pc:spChg chg="add mod">
          <ac:chgData name="Bakary Kante" userId="ef49f76186410b4e" providerId="LiveId" clId="{BDA566FE-AD60-45FB-BB81-BE98364A2BC3}" dt="2024-09-12T20:31:22.363" v="1529" actId="20577"/>
          <ac:spMkLst>
            <pc:docMk/>
            <pc:sldMk cId="2340799827" sldId="316"/>
            <ac:spMk id="8" creationId="{EAB0461B-95A9-58D4-BDBE-7E14C06E44A4}"/>
          </ac:spMkLst>
        </pc:spChg>
      </pc:sldChg>
      <pc:sldChg chg="modSp del mod">
        <pc:chgData name="Bakary Kante" userId="ef49f76186410b4e" providerId="LiveId" clId="{BDA566FE-AD60-45FB-BB81-BE98364A2BC3}" dt="2024-09-11T16:20:35.350" v="456" actId="2696"/>
        <pc:sldMkLst>
          <pc:docMk/>
          <pc:sldMk cId="4153849017" sldId="323"/>
        </pc:sldMkLst>
        <pc:spChg chg="mod">
          <ac:chgData name="Bakary Kante" userId="ef49f76186410b4e" providerId="LiveId" clId="{BDA566FE-AD60-45FB-BB81-BE98364A2BC3}" dt="2024-09-11T16:18:24.434" v="440" actId="27636"/>
          <ac:spMkLst>
            <pc:docMk/>
            <pc:sldMk cId="4153849017" sldId="323"/>
            <ac:spMk id="2" creationId="{7A8C23EC-80A6-7DB6-7D68-125193123E94}"/>
          </ac:spMkLst>
        </pc:spChg>
        <pc:spChg chg="mod">
          <ac:chgData name="Bakary Kante" userId="ef49f76186410b4e" providerId="LiveId" clId="{BDA566FE-AD60-45FB-BB81-BE98364A2BC3}" dt="2024-08-26T15:00:19.178" v="17" actId="20577"/>
          <ac:spMkLst>
            <pc:docMk/>
            <pc:sldMk cId="4153849017" sldId="323"/>
            <ac:spMk id="6" creationId="{DB8815CB-F2E9-4FBF-AC71-88D8C6A0DDB8}"/>
          </ac:spMkLst>
        </pc:spChg>
      </pc:sldChg>
      <pc:sldChg chg="modSp add del mod ord">
        <pc:chgData name="Bakary Kante" userId="ef49f76186410b4e" providerId="LiveId" clId="{BDA566FE-AD60-45FB-BB81-BE98364A2BC3}" dt="2024-08-28T16:54:05.369" v="254" actId="47"/>
        <pc:sldMkLst>
          <pc:docMk/>
          <pc:sldMk cId="1594671959" sldId="324"/>
        </pc:sldMkLst>
        <pc:spChg chg="mod">
          <ac:chgData name="Bakary Kante" userId="ef49f76186410b4e" providerId="LiveId" clId="{BDA566FE-AD60-45FB-BB81-BE98364A2BC3}" dt="2024-08-26T15:00:04.730" v="14" actId="20577"/>
          <ac:spMkLst>
            <pc:docMk/>
            <pc:sldMk cId="1594671959" sldId="324"/>
            <ac:spMk id="16" creationId="{D4C46074-F3DF-4A15-990F-C5568EBDF32F}"/>
          </ac:spMkLst>
        </pc:spChg>
      </pc:sldChg>
      <pc:sldChg chg="addSp delSp modSp mod modNotesTx">
        <pc:chgData name="Bakary Kante" userId="ef49f76186410b4e" providerId="LiveId" clId="{BDA566FE-AD60-45FB-BB81-BE98364A2BC3}" dt="2024-09-12T20:48:11.022" v="1625" actId="20577"/>
        <pc:sldMkLst>
          <pc:docMk/>
          <pc:sldMk cId="0" sldId="325"/>
        </pc:sldMkLst>
        <pc:spChg chg="add mod">
          <ac:chgData name="Bakary Kante" userId="ef49f76186410b4e" providerId="LiveId" clId="{BDA566FE-AD60-45FB-BB81-BE98364A2BC3}" dt="2024-09-12T20:48:11.022" v="1625" actId="20577"/>
          <ac:spMkLst>
            <pc:docMk/>
            <pc:sldMk cId="0" sldId="325"/>
            <ac:spMk id="3" creationId="{52171965-9006-6F1F-C299-D92CCF55F9E0}"/>
          </ac:spMkLst>
        </pc:spChg>
        <pc:spChg chg="del">
          <ac:chgData name="Bakary Kante" userId="ef49f76186410b4e" providerId="LiveId" clId="{BDA566FE-AD60-45FB-BB81-BE98364A2BC3}" dt="2024-09-12T11:25:53.730" v="811" actId="478"/>
          <ac:spMkLst>
            <pc:docMk/>
            <pc:sldMk cId="0" sldId="325"/>
            <ac:spMk id="8" creationId="{1FB7FAF4-3659-4211-B2CC-5BD296D3EDD8}"/>
          </ac:spMkLst>
        </pc:spChg>
        <pc:spChg chg="mod">
          <ac:chgData name="Bakary Kante" userId="ef49f76186410b4e" providerId="LiveId" clId="{BDA566FE-AD60-45FB-BB81-BE98364A2BC3}" dt="2024-09-11T16:30:44.389" v="798" actId="2711"/>
          <ac:spMkLst>
            <pc:docMk/>
            <pc:sldMk cId="0" sldId="325"/>
            <ac:spMk id="19" creationId="{00000000-0000-0000-0000-000000000000}"/>
          </ac:spMkLst>
        </pc:spChg>
        <pc:spChg chg="mod">
          <ac:chgData name="Bakary Kante" userId="ef49f76186410b4e" providerId="LiveId" clId="{BDA566FE-AD60-45FB-BB81-BE98364A2BC3}" dt="2024-09-11T16:30:50.037" v="799" actId="2711"/>
          <ac:spMkLst>
            <pc:docMk/>
            <pc:sldMk cId="0" sldId="325"/>
            <ac:spMk id="20" creationId="{00000000-0000-0000-0000-000000000000}"/>
          </ac:spMkLst>
        </pc:spChg>
      </pc:sldChg>
      <pc:sldChg chg="addSp delSp modSp mod addAnim delAnim modNotesTx">
        <pc:chgData name="Bakary Kante" userId="ef49f76186410b4e" providerId="LiveId" clId="{BDA566FE-AD60-45FB-BB81-BE98364A2BC3}" dt="2024-09-14T00:04:23.611" v="1835"/>
        <pc:sldMkLst>
          <pc:docMk/>
          <pc:sldMk cId="1829106561" sldId="326"/>
        </pc:sldMkLst>
        <pc:spChg chg="add mod">
          <ac:chgData name="Bakary Kante" userId="ef49f76186410b4e" providerId="LiveId" clId="{BDA566FE-AD60-45FB-BB81-BE98364A2BC3}" dt="2024-09-13T23:59:50.473" v="1674" actId="20577"/>
          <ac:spMkLst>
            <pc:docMk/>
            <pc:sldMk cId="1829106561" sldId="326"/>
            <ac:spMk id="2" creationId="{A31F70A3-9006-2D80-E0F6-ABCC0FE7F18F}"/>
          </ac:spMkLst>
        </pc:spChg>
        <pc:spChg chg="add mod">
          <ac:chgData name="Bakary Kante" userId="ef49f76186410b4e" providerId="LiveId" clId="{BDA566FE-AD60-45FB-BB81-BE98364A2BC3}" dt="2024-09-13T23:59:21.673" v="1667" actId="12788"/>
          <ac:spMkLst>
            <pc:docMk/>
            <pc:sldMk cId="1829106561" sldId="326"/>
            <ac:spMk id="3" creationId="{99EAC145-0337-1221-E90B-A68A04AC3E02}"/>
          </ac:spMkLst>
        </pc:spChg>
        <pc:spChg chg="del">
          <ac:chgData name="Bakary Kante" userId="ef49f76186410b4e" providerId="LiveId" clId="{BDA566FE-AD60-45FB-BB81-BE98364A2BC3}" dt="2024-09-12T11:26:00.825" v="813" actId="478"/>
          <ac:spMkLst>
            <pc:docMk/>
            <pc:sldMk cId="1829106561" sldId="326"/>
            <ac:spMk id="16" creationId="{CF10A4ED-778E-4374-81CB-C18B1C713A8C}"/>
          </ac:spMkLst>
        </pc:spChg>
        <pc:spChg chg="mod">
          <ac:chgData name="Bakary Kante" userId="ef49f76186410b4e" providerId="LiveId" clId="{BDA566FE-AD60-45FB-BB81-BE98364A2BC3}" dt="2024-09-11T16:31:24.247" v="803" actId="2711"/>
          <ac:spMkLst>
            <pc:docMk/>
            <pc:sldMk cId="1829106561" sldId="326"/>
            <ac:spMk id="28" creationId="{00000000-0000-0000-0000-000000000000}"/>
          </ac:spMkLst>
        </pc:spChg>
        <pc:picChg chg="add del">
          <ac:chgData name="Bakary Kante" userId="ef49f76186410b4e" providerId="LiveId" clId="{BDA566FE-AD60-45FB-BB81-BE98364A2BC3}" dt="2024-09-13T23:57:54.941" v="1656" actId="478"/>
          <ac:picMkLst>
            <pc:docMk/>
            <pc:sldMk cId="1829106561" sldId="326"/>
            <ac:picMk id="7" creationId="{F204920F-2F0F-4B69-AEDD-CD3554C47698}"/>
          </ac:picMkLst>
        </pc:picChg>
      </pc:sldChg>
      <pc:sldChg chg="addSp delSp modSp mod modNotesTx">
        <pc:chgData name="Bakary Kante" userId="ef49f76186410b4e" providerId="LiveId" clId="{BDA566FE-AD60-45FB-BB81-BE98364A2BC3}" dt="2024-09-12T20:52:52.934" v="1626" actId="6549"/>
        <pc:sldMkLst>
          <pc:docMk/>
          <pc:sldMk cId="3051610408" sldId="327"/>
        </pc:sldMkLst>
        <pc:spChg chg="add mod">
          <ac:chgData name="Bakary Kante" userId="ef49f76186410b4e" providerId="LiveId" clId="{BDA566FE-AD60-45FB-BB81-BE98364A2BC3}" dt="2024-09-12T20:33:17.998" v="1548" actId="20577"/>
          <ac:spMkLst>
            <pc:docMk/>
            <pc:sldMk cId="3051610408" sldId="327"/>
            <ac:spMk id="2" creationId="{A52DF6AB-EB47-7097-6F3E-2FB82CBC1891}"/>
          </ac:spMkLst>
        </pc:spChg>
        <pc:spChg chg="del">
          <ac:chgData name="Bakary Kante" userId="ef49f76186410b4e" providerId="LiveId" clId="{BDA566FE-AD60-45FB-BB81-BE98364A2BC3}" dt="2024-09-12T11:26:06.842" v="814" actId="478"/>
          <ac:spMkLst>
            <pc:docMk/>
            <pc:sldMk cId="3051610408" sldId="327"/>
            <ac:spMk id="16" creationId="{126B85C6-273E-4CD2-B0B2-6F40F2C86B13}"/>
          </ac:spMkLst>
        </pc:spChg>
        <pc:spChg chg="mod">
          <ac:chgData name="Bakary Kante" userId="ef49f76186410b4e" providerId="LiveId" clId="{BDA566FE-AD60-45FB-BB81-BE98364A2BC3}" dt="2024-09-12T15:51:16.022" v="1015" actId="20577"/>
          <ac:spMkLst>
            <pc:docMk/>
            <pc:sldMk cId="3051610408" sldId="327"/>
            <ac:spMk id="28" creationId="{00000000-0000-0000-0000-000000000000}"/>
          </ac:spMkLst>
        </pc:spChg>
        <pc:picChg chg="mod">
          <ac:chgData name="Bakary Kante" userId="ef49f76186410b4e" providerId="LiveId" clId="{BDA566FE-AD60-45FB-BB81-BE98364A2BC3}" dt="2024-09-12T12:58:01.069" v="918" actId="12788"/>
          <ac:picMkLst>
            <pc:docMk/>
            <pc:sldMk cId="3051610408" sldId="327"/>
            <ac:picMk id="3" creationId="{F5E4385D-C38B-42FB-8C5C-BF4EC18D5417}"/>
          </ac:picMkLst>
        </pc:picChg>
      </pc:sldChg>
      <pc:sldChg chg="modSp del mod">
        <pc:chgData name="Bakary Kante" userId="ef49f76186410b4e" providerId="LiveId" clId="{BDA566FE-AD60-45FB-BB81-BE98364A2BC3}" dt="2024-08-30T10:46:38.202" v="336" actId="47"/>
        <pc:sldMkLst>
          <pc:docMk/>
          <pc:sldMk cId="2123420447" sldId="328"/>
        </pc:sldMkLst>
        <pc:spChg chg="mod">
          <ac:chgData name="Bakary Kante" userId="ef49f76186410b4e" providerId="LiveId" clId="{BDA566FE-AD60-45FB-BB81-BE98364A2BC3}" dt="2024-08-29T14:21:06.021" v="335" actId="20577"/>
          <ac:spMkLst>
            <pc:docMk/>
            <pc:sldMk cId="2123420447" sldId="328"/>
            <ac:spMk id="16" creationId="{A6F6B8AA-1331-4BBD-84E3-F7FCF8B7CFDC}"/>
          </ac:spMkLst>
        </pc:spChg>
      </pc:sldChg>
      <pc:sldChg chg="addSp delSp modSp mod ord modNotesTx">
        <pc:chgData name="Bakary Kante" userId="ef49f76186410b4e" providerId="LiveId" clId="{BDA566FE-AD60-45FB-BB81-BE98364A2BC3}" dt="2024-09-14T00:08:03.167" v="1870" actId="6549"/>
        <pc:sldMkLst>
          <pc:docMk/>
          <pc:sldMk cId="0" sldId="329"/>
        </pc:sldMkLst>
        <pc:spChg chg="add mod">
          <ac:chgData name="Bakary Kante" userId="ef49f76186410b4e" providerId="LiveId" clId="{BDA566FE-AD60-45FB-BB81-BE98364A2BC3}" dt="2024-09-12T20:42:09.013" v="1558" actId="20577"/>
          <ac:spMkLst>
            <pc:docMk/>
            <pc:sldMk cId="0" sldId="329"/>
            <ac:spMk id="3" creationId="{FE2782BB-9F78-A7CA-0C84-BFCBDD92BECF}"/>
          </ac:spMkLst>
        </pc:spChg>
        <pc:spChg chg="mod">
          <ac:chgData name="Bakary Kante" userId="ef49f76186410b4e" providerId="LiveId" clId="{BDA566FE-AD60-45FB-BB81-BE98364A2BC3}" dt="2024-09-12T16:16:18.210" v="1247" actId="20577"/>
          <ac:spMkLst>
            <pc:docMk/>
            <pc:sldMk cId="0" sldId="329"/>
            <ac:spMk id="17" creationId="{00000000-0000-0000-0000-000000000000}"/>
          </ac:spMkLst>
        </pc:spChg>
        <pc:spChg chg="mod">
          <ac:chgData name="Bakary Kante" userId="ef49f76186410b4e" providerId="LiveId" clId="{BDA566FE-AD60-45FB-BB81-BE98364A2BC3}" dt="2024-09-12T12:59:38.355" v="932" actId="2711"/>
          <ac:spMkLst>
            <pc:docMk/>
            <pc:sldMk cId="0" sldId="329"/>
            <ac:spMk id="22" creationId="{00000000-0000-0000-0000-000000000000}"/>
          </ac:spMkLst>
        </pc:spChg>
        <pc:spChg chg="mod">
          <ac:chgData name="Bakary Kante" userId="ef49f76186410b4e" providerId="LiveId" clId="{BDA566FE-AD60-45FB-BB81-BE98364A2BC3}" dt="2024-09-12T12:59:38.355" v="932" actId="2711"/>
          <ac:spMkLst>
            <pc:docMk/>
            <pc:sldMk cId="0" sldId="329"/>
            <ac:spMk id="23" creationId="{00000000-0000-0000-0000-000000000000}"/>
          </ac:spMkLst>
        </pc:spChg>
        <pc:spChg chg="mod">
          <ac:chgData name="Bakary Kante" userId="ef49f76186410b4e" providerId="LiveId" clId="{BDA566FE-AD60-45FB-BB81-BE98364A2BC3}" dt="2024-09-12T12:59:25.774" v="931" actId="2711"/>
          <ac:spMkLst>
            <pc:docMk/>
            <pc:sldMk cId="0" sldId="329"/>
            <ac:spMk id="24" creationId="{00000000-0000-0000-0000-000000000000}"/>
          </ac:spMkLst>
        </pc:spChg>
        <pc:spChg chg="mod">
          <ac:chgData name="Bakary Kante" userId="ef49f76186410b4e" providerId="LiveId" clId="{BDA566FE-AD60-45FB-BB81-BE98364A2BC3}" dt="2024-09-12T12:59:25.774" v="931" actId="2711"/>
          <ac:spMkLst>
            <pc:docMk/>
            <pc:sldMk cId="0" sldId="329"/>
            <ac:spMk id="25" creationId="{00000000-0000-0000-0000-000000000000}"/>
          </ac:spMkLst>
        </pc:spChg>
        <pc:spChg chg="mod">
          <ac:chgData name="Bakary Kante" userId="ef49f76186410b4e" providerId="LiveId" clId="{BDA566FE-AD60-45FB-BB81-BE98364A2BC3}" dt="2024-09-12T12:59:38.355" v="932" actId="2711"/>
          <ac:spMkLst>
            <pc:docMk/>
            <pc:sldMk cId="0" sldId="329"/>
            <ac:spMk id="29" creationId="{EA492203-9F14-456B-B2E5-BFC432BC2E73}"/>
          </ac:spMkLst>
        </pc:spChg>
        <pc:spChg chg="mod">
          <ac:chgData name="Bakary Kante" userId="ef49f76186410b4e" providerId="LiveId" clId="{BDA566FE-AD60-45FB-BB81-BE98364A2BC3}" dt="2024-09-12T12:59:38.355" v="932" actId="2711"/>
          <ac:spMkLst>
            <pc:docMk/>
            <pc:sldMk cId="0" sldId="329"/>
            <ac:spMk id="31" creationId="{F22D2CCC-5DC0-4A1E-AECE-D4E98931714B}"/>
          </ac:spMkLst>
        </pc:spChg>
        <pc:spChg chg="mod">
          <ac:chgData name="Bakary Kante" userId="ef49f76186410b4e" providerId="LiveId" clId="{BDA566FE-AD60-45FB-BB81-BE98364A2BC3}" dt="2024-09-12T12:59:25.774" v="931" actId="2711"/>
          <ac:spMkLst>
            <pc:docMk/>
            <pc:sldMk cId="0" sldId="329"/>
            <ac:spMk id="32" creationId="{26E8FFF5-7B53-49A1-98AD-741D626D2393}"/>
          </ac:spMkLst>
        </pc:spChg>
        <pc:spChg chg="mod">
          <ac:chgData name="Bakary Kante" userId="ef49f76186410b4e" providerId="LiveId" clId="{BDA566FE-AD60-45FB-BB81-BE98364A2BC3}" dt="2024-09-12T12:59:25.774" v="931" actId="2711"/>
          <ac:spMkLst>
            <pc:docMk/>
            <pc:sldMk cId="0" sldId="329"/>
            <ac:spMk id="33" creationId="{5DB4FA32-F0A9-4D08-8DBF-F6DC7E7D57F4}"/>
          </ac:spMkLst>
        </pc:spChg>
        <pc:spChg chg="del mod">
          <ac:chgData name="Bakary Kante" userId="ef49f76186410b4e" providerId="LiveId" clId="{BDA566FE-AD60-45FB-BB81-BE98364A2BC3}" dt="2024-09-12T11:26:15.525" v="816" actId="478"/>
          <ac:spMkLst>
            <pc:docMk/>
            <pc:sldMk cId="0" sldId="329"/>
            <ac:spMk id="34" creationId="{B7CB47F0-41E2-48B4-AB7A-C693497FE46D}"/>
          </ac:spMkLst>
        </pc:spChg>
      </pc:sldChg>
      <pc:sldChg chg="addSp delSp modSp mod modNotesTx">
        <pc:chgData name="Bakary Kante" userId="ef49f76186410b4e" providerId="LiveId" clId="{BDA566FE-AD60-45FB-BB81-BE98364A2BC3}" dt="2024-09-14T00:09:16.174" v="1871"/>
        <pc:sldMkLst>
          <pc:docMk/>
          <pc:sldMk cId="0" sldId="330"/>
        </pc:sldMkLst>
        <pc:spChg chg="add mod">
          <ac:chgData name="Bakary Kante" userId="ef49f76186410b4e" providerId="LiveId" clId="{BDA566FE-AD60-45FB-BB81-BE98364A2BC3}" dt="2024-09-12T20:42:45.696" v="1568" actId="20577"/>
          <ac:spMkLst>
            <pc:docMk/>
            <pc:sldMk cId="0" sldId="330"/>
            <ac:spMk id="2" creationId="{2771C7D0-1BB2-2DBA-CD80-911488AF62BA}"/>
          </ac:spMkLst>
        </pc:spChg>
        <pc:spChg chg="mod">
          <ac:chgData name="Bakary Kante" userId="ef49f76186410b4e" providerId="LiveId" clId="{BDA566FE-AD60-45FB-BB81-BE98364A2BC3}" dt="2024-09-12T12:59:47.884" v="933" actId="2711"/>
          <ac:spMkLst>
            <pc:docMk/>
            <pc:sldMk cId="0" sldId="330"/>
            <ac:spMk id="28" creationId="{00000000-0000-0000-0000-000000000000}"/>
          </ac:spMkLst>
        </pc:spChg>
        <pc:spChg chg="mod">
          <ac:chgData name="Bakary Kante" userId="ef49f76186410b4e" providerId="LiveId" clId="{BDA566FE-AD60-45FB-BB81-BE98364A2BC3}" dt="2024-09-12T13:00:33.283" v="934" actId="2711"/>
          <ac:spMkLst>
            <pc:docMk/>
            <pc:sldMk cId="0" sldId="330"/>
            <ac:spMk id="31" creationId="{00000000-0000-0000-0000-000000000000}"/>
          </ac:spMkLst>
        </pc:spChg>
        <pc:spChg chg="mod">
          <ac:chgData name="Bakary Kante" userId="ef49f76186410b4e" providerId="LiveId" clId="{BDA566FE-AD60-45FB-BB81-BE98364A2BC3}" dt="2024-09-12T13:00:33.283" v="934" actId="2711"/>
          <ac:spMkLst>
            <pc:docMk/>
            <pc:sldMk cId="0" sldId="330"/>
            <ac:spMk id="32" creationId="{00000000-0000-0000-0000-000000000000}"/>
          </ac:spMkLst>
        </pc:spChg>
        <pc:spChg chg="mod">
          <ac:chgData name="Bakary Kante" userId="ef49f76186410b4e" providerId="LiveId" clId="{BDA566FE-AD60-45FB-BB81-BE98364A2BC3}" dt="2024-09-12T13:00:33.283" v="934" actId="2711"/>
          <ac:spMkLst>
            <pc:docMk/>
            <pc:sldMk cId="0" sldId="330"/>
            <ac:spMk id="33" creationId="{00000000-0000-0000-0000-000000000000}"/>
          </ac:spMkLst>
        </pc:spChg>
        <pc:spChg chg="del mod">
          <ac:chgData name="Bakary Kante" userId="ef49f76186410b4e" providerId="LiveId" clId="{BDA566FE-AD60-45FB-BB81-BE98364A2BC3}" dt="2024-09-12T11:26:20.957" v="818" actId="478"/>
          <ac:spMkLst>
            <pc:docMk/>
            <pc:sldMk cId="0" sldId="330"/>
            <ac:spMk id="34" creationId="{35568393-AD47-4CCA-ACF4-99EC927D261A}"/>
          </ac:spMkLst>
        </pc:spChg>
      </pc:sldChg>
      <pc:sldChg chg="addSp delSp modSp mod modNotesTx">
        <pc:chgData name="Bakary Kante" userId="ef49f76186410b4e" providerId="LiveId" clId="{BDA566FE-AD60-45FB-BB81-BE98364A2BC3}" dt="2024-09-14T00:09:32.038" v="1872"/>
        <pc:sldMkLst>
          <pc:docMk/>
          <pc:sldMk cId="184132755" sldId="331"/>
        </pc:sldMkLst>
        <pc:spChg chg="add mod">
          <ac:chgData name="Bakary Kante" userId="ef49f76186410b4e" providerId="LiveId" clId="{BDA566FE-AD60-45FB-BB81-BE98364A2BC3}" dt="2024-09-12T20:43:07.215" v="1572" actId="20577"/>
          <ac:spMkLst>
            <pc:docMk/>
            <pc:sldMk cId="184132755" sldId="331"/>
            <ac:spMk id="2" creationId="{7901C70A-2B7F-5AD5-43CB-29A80BF6413A}"/>
          </ac:spMkLst>
        </pc:spChg>
        <pc:spChg chg="mod">
          <ac:chgData name="Bakary Kante" userId="ef49f76186410b4e" providerId="LiveId" clId="{BDA566FE-AD60-45FB-BB81-BE98364A2BC3}" dt="2024-09-12T13:00:42.147" v="935" actId="2711"/>
          <ac:spMkLst>
            <pc:docMk/>
            <pc:sldMk cId="184132755" sldId="331"/>
            <ac:spMk id="28" creationId="{00000000-0000-0000-0000-000000000000}"/>
          </ac:spMkLst>
        </pc:spChg>
        <pc:spChg chg="mod">
          <ac:chgData name="Bakary Kante" userId="ef49f76186410b4e" providerId="LiveId" clId="{BDA566FE-AD60-45FB-BB81-BE98364A2BC3}" dt="2024-09-12T13:00:48.564" v="936" actId="2711"/>
          <ac:spMkLst>
            <pc:docMk/>
            <pc:sldMk cId="184132755" sldId="331"/>
            <ac:spMk id="31" creationId="{00000000-0000-0000-0000-000000000000}"/>
          </ac:spMkLst>
        </pc:spChg>
        <pc:spChg chg="mod">
          <ac:chgData name="Bakary Kante" userId="ef49f76186410b4e" providerId="LiveId" clId="{BDA566FE-AD60-45FB-BB81-BE98364A2BC3}" dt="2024-09-12T13:00:48.564" v="936" actId="2711"/>
          <ac:spMkLst>
            <pc:docMk/>
            <pc:sldMk cId="184132755" sldId="331"/>
            <ac:spMk id="32" creationId="{00000000-0000-0000-0000-000000000000}"/>
          </ac:spMkLst>
        </pc:spChg>
        <pc:spChg chg="mod">
          <ac:chgData name="Bakary Kante" userId="ef49f76186410b4e" providerId="LiveId" clId="{BDA566FE-AD60-45FB-BB81-BE98364A2BC3}" dt="2024-09-12T13:00:48.564" v="936" actId="2711"/>
          <ac:spMkLst>
            <pc:docMk/>
            <pc:sldMk cId="184132755" sldId="331"/>
            <ac:spMk id="33" creationId="{00000000-0000-0000-0000-000000000000}"/>
          </ac:spMkLst>
        </pc:spChg>
        <pc:spChg chg="del mod">
          <ac:chgData name="Bakary Kante" userId="ef49f76186410b4e" providerId="LiveId" clId="{BDA566FE-AD60-45FB-BB81-BE98364A2BC3}" dt="2024-09-12T11:26:24.336" v="819" actId="478"/>
          <ac:spMkLst>
            <pc:docMk/>
            <pc:sldMk cId="184132755" sldId="331"/>
            <ac:spMk id="39" creationId="{41C26AE7-1E0A-43FE-88D2-D0CEB2ACB898}"/>
          </ac:spMkLst>
        </pc:spChg>
      </pc:sldChg>
      <pc:sldChg chg="addSp delSp modSp mod modNotesTx">
        <pc:chgData name="Bakary Kante" userId="ef49f76186410b4e" providerId="LiveId" clId="{BDA566FE-AD60-45FB-BB81-BE98364A2BC3}" dt="2024-09-14T00:10:45.513" v="1874"/>
        <pc:sldMkLst>
          <pc:docMk/>
          <pc:sldMk cId="3528935905" sldId="332"/>
        </pc:sldMkLst>
        <pc:spChg chg="add mod">
          <ac:chgData name="Bakary Kante" userId="ef49f76186410b4e" providerId="LiveId" clId="{BDA566FE-AD60-45FB-BB81-BE98364A2BC3}" dt="2024-09-12T20:43:26.487" v="1576" actId="20577"/>
          <ac:spMkLst>
            <pc:docMk/>
            <pc:sldMk cId="3528935905" sldId="332"/>
            <ac:spMk id="2" creationId="{E3798DCE-EB94-2B1D-5B29-9F7D47ADDD35}"/>
          </ac:spMkLst>
        </pc:spChg>
        <pc:spChg chg="mod">
          <ac:chgData name="Bakary Kante" userId="ef49f76186410b4e" providerId="LiveId" clId="{BDA566FE-AD60-45FB-BB81-BE98364A2BC3}" dt="2024-09-12T13:00:55.245" v="937" actId="2711"/>
          <ac:spMkLst>
            <pc:docMk/>
            <pc:sldMk cId="3528935905" sldId="332"/>
            <ac:spMk id="28" creationId="{00000000-0000-0000-0000-000000000000}"/>
          </ac:spMkLst>
        </pc:spChg>
        <pc:spChg chg="mod">
          <ac:chgData name="Bakary Kante" userId="ef49f76186410b4e" providerId="LiveId" clId="{BDA566FE-AD60-45FB-BB81-BE98364A2BC3}" dt="2024-09-12T13:01:02.646" v="938" actId="2711"/>
          <ac:spMkLst>
            <pc:docMk/>
            <pc:sldMk cId="3528935905" sldId="332"/>
            <ac:spMk id="31" creationId="{00000000-0000-0000-0000-000000000000}"/>
          </ac:spMkLst>
        </pc:spChg>
        <pc:spChg chg="mod">
          <ac:chgData name="Bakary Kante" userId="ef49f76186410b4e" providerId="LiveId" clId="{BDA566FE-AD60-45FB-BB81-BE98364A2BC3}" dt="2024-09-12T13:01:02.646" v="938" actId="2711"/>
          <ac:spMkLst>
            <pc:docMk/>
            <pc:sldMk cId="3528935905" sldId="332"/>
            <ac:spMk id="32" creationId="{00000000-0000-0000-0000-000000000000}"/>
          </ac:spMkLst>
        </pc:spChg>
        <pc:spChg chg="mod">
          <ac:chgData name="Bakary Kante" userId="ef49f76186410b4e" providerId="LiveId" clId="{BDA566FE-AD60-45FB-BB81-BE98364A2BC3}" dt="2024-09-12T13:01:02.646" v="938" actId="2711"/>
          <ac:spMkLst>
            <pc:docMk/>
            <pc:sldMk cId="3528935905" sldId="332"/>
            <ac:spMk id="33" creationId="{00000000-0000-0000-0000-000000000000}"/>
          </ac:spMkLst>
        </pc:spChg>
        <pc:spChg chg="del mod">
          <ac:chgData name="Bakary Kante" userId="ef49f76186410b4e" providerId="LiveId" clId="{BDA566FE-AD60-45FB-BB81-BE98364A2BC3}" dt="2024-09-12T11:26:26.756" v="820" actId="478"/>
          <ac:spMkLst>
            <pc:docMk/>
            <pc:sldMk cId="3528935905" sldId="332"/>
            <ac:spMk id="39" creationId="{666EB0CE-B9F7-45EF-84B9-76815539CB75}"/>
          </ac:spMkLst>
        </pc:spChg>
      </pc:sldChg>
      <pc:sldChg chg="addSp delSp modSp mod modNotesTx">
        <pc:chgData name="Bakary Kante" userId="ef49f76186410b4e" providerId="LiveId" clId="{BDA566FE-AD60-45FB-BB81-BE98364A2BC3}" dt="2024-09-14T00:10:48.858" v="1875"/>
        <pc:sldMkLst>
          <pc:docMk/>
          <pc:sldMk cId="0" sldId="333"/>
        </pc:sldMkLst>
        <pc:spChg chg="add mod">
          <ac:chgData name="Bakary Kante" userId="ef49f76186410b4e" providerId="LiveId" clId="{BDA566FE-AD60-45FB-BB81-BE98364A2BC3}" dt="2024-09-12T20:43:38.135" v="1582" actId="20577"/>
          <ac:spMkLst>
            <pc:docMk/>
            <pc:sldMk cId="0" sldId="333"/>
            <ac:spMk id="3" creationId="{7C4D4883-4594-4D19-7391-7515CC0F532A}"/>
          </ac:spMkLst>
        </pc:spChg>
        <pc:spChg chg="mod">
          <ac:chgData name="Bakary Kante" userId="ef49f76186410b4e" providerId="LiveId" clId="{BDA566FE-AD60-45FB-BB81-BE98364A2BC3}" dt="2024-08-26T16:50:00.945" v="27" actId="108"/>
          <ac:spMkLst>
            <pc:docMk/>
            <pc:sldMk cId="0" sldId="333"/>
            <ac:spMk id="11" creationId="{00000000-0000-0000-0000-000000000000}"/>
          </ac:spMkLst>
        </pc:spChg>
        <pc:spChg chg="mod">
          <ac:chgData name="Bakary Kante" userId="ef49f76186410b4e" providerId="LiveId" clId="{BDA566FE-AD60-45FB-BB81-BE98364A2BC3}" dt="2024-08-26T16:50:09.768" v="34" actId="108"/>
          <ac:spMkLst>
            <pc:docMk/>
            <pc:sldMk cId="0" sldId="333"/>
            <ac:spMk id="13" creationId="{00000000-0000-0000-0000-000000000000}"/>
          </ac:spMkLst>
        </pc:spChg>
        <pc:spChg chg="mod">
          <ac:chgData name="Bakary Kante" userId="ef49f76186410b4e" providerId="LiveId" clId="{BDA566FE-AD60-45FB-BB81-BE98364A2BC3}" dt="2024-09-12T16:01:54.468" v="1172" actId="404"/>
          <ac:spMkLst>
            <pc:docMk/>
            <pc:sldMk cId="0" sldId="333"/>
            <ac:spMk id="15" creationId="{00000000-0000-0000-0000-000000000000}"/>
          </ac:spMkLst>
        </pc:spChg>
        <pc:spChg chg="mod">
          <ac:chgData name="Bakary Kante" userId="ef49f76186410b4e" providerId="LiveId" clId="{BDA566FE-AD60-45FB-BB81-BE98364A2BC3}" dt="2024-09-12T13:01:22.391" v="943" actId="2711"/>
          <ac:spMkLst>
            <pc:docMk/>
            <pc:sldMk cId="0" sldId="333"/>
            <ac:spMk id="16" creationId="{00000000-0000-0000-0000-000000000000}"/>
          </ac:spMkLst>
        </pc:spChg>
        <pc:spChg chg="mod">
          <ac:chgData name="Bakary Kante" userId="ef49f76186410b4e" providerId="LiveId" clId="{BDA566FE-AD60-45FB-BB81-BE98364A2BC3}" dt="2024-09-12T13:01:22.391" v="943" actId="2711"/>
          <ac:spMkLst>
            <pc:docMk/>
            <pc:sldMk cId="0" sldId="333"/>
            <ac:spMk id="18" creationId="{00000000-0000-0000-0000-000000000000}"/>
          </ac:spMkLst>
        </pc:spChg>
        <pc:spChg chg="mod">
          <ac:chgData name="Bakary Kante" userId="ef49f76186410b4e" providerId="LiveId" clId="{BDA566FE-AD60-45FB-BB81-BE98364A2BC3}" dt="2024-09-12T13:01:22.391" v="943" actId="2711"/>
          <ac:spMkLst>
            <pc:docMk/>
            <pc:sldMk cId="0" sldId="333"/>
            <ac:spMk id="20" creationId="{00000000-0000-0000-0000-000000000000}"/>
          </ac:spMkLst>
        </pc:spChg>
        <pc:spChg chg="mod">
          <ac:chgData name="Bakary Kante" userId="ef49f76186410b4e" providerId="LiveId" clId="{BDA566FE-AD60-45FB-BB81-BE98364A2BC3}" dt="2024-08-26T16:50:09.325" v="33" actId="108"/>
          <ac:spMkLst>
            <pc:docMk/>
            <pc:sldMk cId="0" sldId="333"/>
            <ac:spMk id="22" creationId="{CE3D8C5F-6F75-4A5F-841B-8651BC6A7251}"/>
          </ac:spMkLst>
        </pc:spChg>
        <pc:spChg chg="mod">
          <ac:chgData name="Bakary Kante" userId="ef49f76186410b4e" providerId="LiveId" clId="{BDA566FE-AD60-45FB-BB81-BE98364A2BC3}" dt="2024-09-12T13:01:22.391" v="943" actId="2711"/>
          <ac:spMkLst>
            <pc:docMk/>
            <pc:sldMk cId="0" sldId="333"/>
            <ac:spMk id="24" creationId="{C9ACF543-40D9-4A3D-9786-F8299A142993}"/>
          </ac:spMkLst>
        </pc:spChg>
        <pc:spChg chg="del mod">
          <ac:chgData name="Bakary Kante" userId="ef49f76186410b4e" providerId="LiveId" clId="{BDA566FE-AD60-45FB-BB81-BE98364A2BC3}" dt="2024-09-12T11:27:21.799" v="821" actId="478"/>
          <ac:spMkLst>
            <pc:docMk/>
            <pc:sldMk cId="0" sldId="333"/>
            <ac:spMk id="26" creationId="{925D98A5-EB7F-4013-AC48-9763AFE47253}"/>
          </ac:spMkLst>
        </pc:spChg>
      </pc:sldChg>
      <pc:sldChg chg="addSp delSp modSp mod modNotesTx">
        <pc:chgData name="Bakary Kante" userId="ef49f76186410b4e" providerId="LiveId" clId="{BDA566FE-AD60-45FB-BB81-BE98364A2BC3}" dt="2024-09-14T00:11:26.335" v="1876"/>
        <pc:sldMkLst>
          <pc:docMk/>
          <pc:sldMk cId="2481908988" sldId="335"/>
        </pc:sldMkLst>
        <pc:spChg chg="mod">
          <ac:chgData name="Bakary Kante" userId="ef49f76186410b4e" providerId="LiveId" clId="{BDA566FE-AD60-45FB-BB81-BE98364A2BC3}" dt="2024-09-12T13:01:32.541" v="944" actId="2711"/>
          <ac:spMkLst>
            <pc:docMk/>
            <pc:sldMk cId="2481908988" sldId="335"/>
            <ac:spMk id="2" creationId="{BE418D9E-4967-AFE7-FCDF-65E64A1D6CDF}"/>
          </ac:spMkLst>
        </pc:spChg>
        <pc:spChg chg="add mod">
          <ac:chgData name="Bakary Kante" userId="ef49f76186410b4e" providerId="LiveId" clId="{BDA566FE-AD60-45FB-BB81-BE98364A2BC3}" dt="2024-09-12T20:43:52.363" v="1588" actId="20577"/>
          <ac:spMkLst>
            <pc:docMk/>
            <pc:sldMk cId="2481908988" sldId="335"/>
            <ac:spMk id="3" creationId="{47330E0F-A986-6050-DFFA-163CA26B46E8}"/>
          </ac:spMkLst>
        </pc:spChg>
        <pc:spChg chg="add del mod">
          <ac:chgData name="Bakary Kante" userId="ef49f76186410b4e" providerId="LiveId" clId="{BDA566FE-AD60-45FB-BB81-BE98364A2BC3}" dt="2024-09-12T11:27:36.930" v="826" actId="478"/>
          <ac:spMkLst>
            <pc:docMk/>
            <pc:sldMk cId="2481908988" sldId="335"/>
            <ac:spMk id="15" creationId="{13DE5EDE-1666-4E29-83B6-35EFF3331B95}"/>
          </ac:spMkLst>
        </pc:spChg>
      </pc:sldChg>
      <pc:sldChg chg="addSp delSp modSp del mod">
        <pc:chgData name="Bakary Kante" userId="ef49f76186410b4e" providerId="LiveId" clId="{BDA566FE-AD60-45FB-BB81-BE98364A2BC3}" dt="2024-09-12T20:45:01.333" v="1604" actId="47"/>
        <pc:sldMkLst>
          <pc:docMk/>
          <pc:sldMk cId="2736745986" sldId="336"/>
        </pc:sldMkLst>
        <pc:spChg chg="mod">
          <ac:chgData name="Bakary Kante" userId="ef49f76186410b4e" providerId="LiveId" clId="{BDA566FE-AD60-45FB-BB81-BE98364A2BC3}" dt="2024-09-12T13:01:44.023" v="945" actId="2711"/>
          <ac:spMkLst>
            <pc:docMk/>
            <pc:sldMk cId="2736745986" sldId="336"/>
            <ac:spMk id="7" creationId="{00000000-0000-0000-0000-000000000000}"/>
          </ac:spMkLst>
        </pc:spChg>
        <pc:spChg chg="add del mod">
          <ac:chgData name="Bakary Kante" userId="ef49f76186410b4e" providerId="LiveId" clId="{BDA566FE-AD60-45FB-BB81-BE98364A2BC3}" dt="2024-09-12T11:27:39.480" v="827" actId="478"/>
          <ac:spMkLst>
            <pc:docMk/>
            <pc:sldMk cId="2736745986" sldId="336"/>
            <ac:spMk id="8" creationId="{9975DAD2-FA2A-4CA9-AC6F-6AF231E81A1B}"/>
          </ac:spMkLst>
        </pc:spChg>
        <pc:spChg chg="add mod">
          <ac:chgData name="Bakary Kante" userId="ef49f76186410b4e" providerId="LiveId" clId="{BDA566FE-AD60-45FB-BB81-BE98364A2BC3}" dt="2024-09-12T20:44:19.976" v="1594" actId="20577"/>
          <ac:spMkLst>
            <pc:docMk/>
            <pc:sldMk cId="2736745986" sldId="336"/>
            <ac:spMk id="8" creationId="{B7C47AAA-410B-253E-F5D5-63067FE26BF8}"/>
          </ac:spMkLst>
        </pc:spChg>
      </pc:sldChg>
      <pc:sldChg chg="addSp delSp modSp mod modAnim modNotesTx">
        <pc:chgData name="Bakary Kante" userId="ef49f76186410b4e" providerId="LiveId" clId="{BDA566FE-AD60-45FB-BB81-BE98364A2BC3}" dt="2024-09-13T23:54:20.348" v="1652" actId="20577"/>
        <pc:sldMkLst>
          <pc:docMk/>
          <pc:sldMk cId="1172600937" sldId="337"/>
        </pc:sldMkLst>
        <pc:spChg chg="add mod">
          <ac:chgData name="Bakary Kante" userId="ef49f76186410b4e" providerId="LiveId" clId="{BDA566FE-AD60-45FB-BB81-BE98364A2BC3}" dt="2024-09-12T20:44:51.340" v="1603" actId="20577"/>
          <ac:spMkLst>
            <pc:docMk/>
            <pc:sldMk cId="1172600937" sldId="337"/>
            <ac:spMk id="2" creationId="{E641151C-C838-56E4-ECF7-199698538CD1}"/>
          </ac:spMkLst>
        </pc:spChg>
        <pc:spChg chg="add mod">
          <ac:chgData name="Bakary Kante" userId="ef49f76186410b4e" providerId="LiveId" clId="{BDA566FE-AD60-45FB-BB81-BE98364A2BC3}" dt="2024-09-13T23:53:03" v="1645" actId="1076"/>
          <ac:spMkLst>
            <pc:docMk/>
            <pc:sldMk cId="1172600937" sldId="337"/>
            <ac:spMk id="3" creationId="{28E72A1B-1DDC-F761-0E5E-0B455BDD5DB5}"/>
          </ac:spMkLst>
        </pc:spChg>
        <pc:spChg chg="del">
          <ac:chgData name="Bakary Kante" userId="ef49f76186410b4e" providerId="LiveId" clId="{BDA566FE-AD60-45FB-BB81-BE98364A2BC3}" dt="2024-09-12T11:32:13.329" v="877" actId="478"/>
          <ac:spMkLst>
            <pc:docMk/>
            <pc:sldMk cId="1172600937" sldId="337"/>
            <ac:spMk id="3" creationId="{91FB4358-4D64-4518-AF0E-D94ADD499568}"/>
          </ac:spMkLst>
        </pc:spChg>
        <pc:spChg chg="add mod">
          <ac:chgData name="Bakary Kante" userId="ef49f76186410b4e" providerId="LiveId" clId="{BDA566FE-AD60-45FB-BB81-BE98364A2BC3}" dt="2024-09-12T12:53:02.940" v="898"/>
          <ac:spMkLst>
            <pc:docMk/>
            <pc:sldMk cId="1172600937" sldId="337"/>
            <ac:spMk id="6" creationId="{0ADDBB27-4637-961C-23AB-77D6E6286F5B}"/>
          </ac:spMkLst>
        </pc:spChg>
        <pc:spChg chg="del mod">
          <ac:chgData name="Bakary Kante" userId="ef49f76186410b4e" providerId="LiveId" clId="{BDA566FE-AD60-45FB-BB81-BE98364A2BC3}" dt="2024-09-12T11:27:41.792" v="828" actId="478"/>
          <ac:spMkLst>
            <pc:docMk/>
            <pc:sldMk cId="1172600937" sldId="337"/>
            <ac:spMk id="10" creationId="{FC1EAD41-900E-4C48-B42A-A939B67DBF49}"/>
          </ac:spMkLst>
        </pc:spChg>
        <pc:spChg chg="mod">
          <ac:chgData name="Bakary Kante" userId="ef49f76186410b4e" providerId="LiveId" clId="{BDA566FE-AD60-45FB-BB81-BE98364A2BC3}" dt="2024-09-12T13:01:52.022" v="946" actId="2711"/>
          <ac:spMkLst>
            <pc:docMk/>
            <pc:sldMk cId="1172600937" sldId="337"/>
            <ac:spMk id="15" creationId="{00000000-0000-0000-0000-000000000000}"/>
          </ac:spMkLst>
        </pc:spChg>
        <pc:picChg chg="add mod">
          <ac:chgData name="Bakary Kante" userId="ef49f76186410b4e" providerId="LiveId" clId="{BDA566FE-AD60-45FB-BB81-BE98364A2BC3}" dt="2024-09-13T23:51:11.799" v="1627" actId="1076"/>
          <ac:picMkLst>
            <pc:docMk/>
            <pc:sldMk cId="1172600937" sldId="337"/>
            <ac:picMk id="5" creationId="{5F5C1087-3CAD-AAC8-E10A-77516A301285}"/>
          </ac:picMkLst>
        </pc:picChg>
      </pc:sldChg>
      <pc:sldChg chg="modSp modAnim modNotesTx">
        <pc:chgData name="Bakary Kante" userId="ef49f76186410b4e" providerId="LiveId" clId="{BDA566FE-AD60-45FB-BB81-BE98364A2BC3}" dt="2024-09-14T00:29:19.974" v="1881" actId="6549"/>
        <pc:sldMkLst>
          <pc:docMk/>
          <pc:sldMk cId="533417909" sldId="338"/>
        </pc:sldMkLst>
        <pc:spChg chg="mod">
          <ac:chgData name="Bakary Kante" userId="ef49f76186410b4e" providerId="LiveId" clId="{BDA566FE-AD60-45FB-BB81-BE98364A2BC3}" dt="2024-09-12T13:02:13.253" v="948" actId="2711"/>
          <ac:spMkLst>
            <pc:docMk/>
            <pc:sldMk cId="533417909" sldId="338"/>
            <ac:spMk id="40" creationId="{1F576359-4F94-4D9D-ABB7-ABE98A77EC0C}"/>
          </ac:spMkLst>
        </pc:spChg>
      </pc:sldChg>
      <pc:sldChg chg="addSp delSp modSp mod modNotesTx">
        <pc:chgData name="Bakary Kante" userId="ef49f76186410b4e" providerId="LiveId" clId="{BDA566FE-AD60-45FB-BB81-BE98364A2BC3}" dt="2024-09-14T00:12:21.842" v="1878"/>
        <pc:sldMkLst>
          <pc:docMk/>
          <pc:sldMk cId="0" sldId="339"/>
        </pc:sldMkLst>
        <pc:spChg chg="mod">
          <ac:chgData name="Bakary Kante" userId="ef49f76186410b4e" providerId="LiveId" clId="{BDA566FE-AD60-45FB-BB81-BE98364A2BC3}" dt="2024-09-12T13:01:58.391" v="947" actId="2711"/>
          <ac:spMkLst>
            <pc:docMk/>
            <pc:sldMk cId="0" sldId="339"/>
            <ac:spMk id="20" creationId="{00000000-0000-0000-0000-000000000000}"/>
          </ac:spMkLst>
        </pc:spChg>
        <pc:spChg chg="add mod">
          <ac:chgData name="Bakary Kante" userId="ef49f76186410b4e" providerId="LiveId" clId="{BDA566FE-AD60-45FB-BB81-BE98364A2BC3}" dt="2024-09-12T20:45:37.690" v="1616" actId="20577"/>
          <ac:spMkLst>
            <pc:docMk/>
            <pc:sldMk cId="0" sldId="339"/>
            <ac:spMk id="21" creationId="{7501FCB2-4B4C-A21A-89C7-74E5F455800C}"/>
          </ac:spMkLst>
        </pc:spChg>
        <pc:spChg chg="mod">
          <ac:chgData name="Bakary Kante" userId="ef49f76186410b4e" providerId="LiveId" clId="{BDA566FE-AD60-45FB-BB81-BE98364A2BC3}" dt="2024-09-12T11:30:44.196" v="876" actId="1076"/>
          <ac:spMkLst>
            <pc:docMk/>
            <pc:sldMk cId="0" sldId="339"/>
            <ac:spMk id="27" creationId="{00000000-0000-0000-0000-000000000000}"/>
          </ac:spMkLst>
        </pc:spChg>
        <pc:spChg chg="del mod">
          <ac:chgData name="Bakary Kante" userId="ef49f76186410b4e" providerId="LiveId" clId="{BDA566FE-AD60-45FB-BB81-BE98364A2BC3}" dt="2024-09-12T11:27:50.595" v="830" actId="478"/>
          <ac:spMkLst>
            <pc:docMk/>
            <pc:sldMk cId="0" sldId="339"/>
            <ac:spMk id="32" creationId="{1A760B02-C10B-4855-ABB8-1769D7975C70}"/>
          </ac:spMkLst>
        </pc:spChg>
      </pc:sldChg>
      <pc:sldChg chg="addSp delSp modSp mod modNotesTx">
        <pc:chgData name="Bakary Kante" userId="ef49f76186410b4e" providerId="LiveId" clId="{BDA566FE-AD60-45FB-BB81-BE98364A2BC3}" dt="2024-09-14T00:12:02.873" v="1877"/>
        <pc:sldMkLst>
          <pc:docMk/>
          <pc:sldMk cId="3436461870" sldId="340"/>
        </pc:sldMkLst>
        <pc:spChg chg="add mod">
          <ac:chgData name="Bakary Kante" userId="ef49f76186410b4e" providerId="LiveId" clId="{BDA566FE-AD60-45FB-BB81-BE98364A2BC3}" dt="2024-09-12T20:45:21.710" v="1610" actId="20577"/>
          <ac:spMkLst>
            <pc:docMk/>
            <pc:sldMk cId="3436461870" sldId="340"/>
            <ac:spMk id="2" creationId="{EE611779-4FEB-F50A-07CF-3FFD243DF0EE}"/>
          </ac:spMkLst>
        </pc:spChg>
        <pc:spChg chg="del mod">
          <ac:chgData name="Bakary Kante" userId="ef49f76186410b4e" providerId="LiveId" clId="{BDA566FE-AD60-45FB-BB81-BE98364A2BC3}" dt="2024-09-12T11:27:47.311" v="829" actId="478"/>
          <ac:spMkLst>
            <pc:docMk/>
            <pc:sldMk cId="3436461870" sldId="340"/>
            <ac:spMk id="43" creationId="{93822179-9EF8-4C85-9EE4-0EBFCBDFFFE1}"/>
          </ac:spMkLst>
        </pc:spChg>
      </pc:sldChg>
      <pc:sldChg chg="addSp delSp modSp add del mod modTransition delAnim modNotesTx">
        <pc:chgData name="Bakary Kante" userId="ef49f76186410b4e" providerId="LiveId" clId="{BDA566FE-AD60-45FB-BB81-BE98364A2BC3}" dt="2024-09-14T00:00:53.054" v="1693"/>
        <pc:sldMkLst>
          <pc:docMk/>
          <pc:sldMk cId="270910541" sldId="341"/>
        </pc:sldMkLst>
        <pc:spChg chg="mod">
          <ac:chgData name="Bakary Kante" userId="ef49f76186410b4e" providerId="LiveId" clId="{BDA566FE-AD60-45FB-BB81-BE98364A2BC3}" dt="2024-08-28T16:23:55.978" v="46" actId="207"/>
          <ac:spMkLst>
            <pc:docMk/>
            <pc:sldMk cId="270910541" sldId="341"/>
            <ac:spMk id="2" creationId="{00000000-0000-0000-0000-000000000000}"/>
          </ac:spMkLst>
        </pc:spChg>
        <pc:spChg chg="mod">
          <ac:chgData name="Bakary Kante" userId="ef49f76186410b4e" providerId="LiveId" clId="{BDA566FE-AD60-45FB-BB81-BE98364A2BC3}" dt="2024-09-12T12:56:32.461" v="908" actId="1076"/>
          <ac:spMkLst>
            <pc:docMk/>
            <pc:sldMk cId="270910541" sldId="341"/>
            <ac:spMk id="9" creationId="{00000000-0000-0000-0000-000000000000}"/>
          </ac:spMkLst>
        </pc:spChg>
        <pc:spChg chg="del mod">
          <ac:chgData name="Bakary Kante" userId="ef49f76186410b4e" providerId="LiveId" clId="{BDA566FE-AD60-45FB-BB81-BE98364A2BC3}" dt="2024-08-28T16:51:48.740" v="226" actId="478"/>
          <ac:spMkLst>
            <pc:docMk/>
            <pc:sldMk cId="270910541" sldId="341"/>
            <ac:spMk id="11" creationId="{00000000-0000-0000-0000-000000000000}"/>
          </ac:spMkLst>
        </pc:spChg>
        <pc:spChg chg="add mod">
          <ac:chgData name="Bakary Kante" userId="ef49f76186410b4e" providerId="LiveId" clId="{BDA566FE-AD60-45FB-BB81-BE98364A2BC3}" dt="2024-09-12T20:31:02.635" v="1524" actId="20577"/>
          <ac:spMkLst>
            <pc:docMk/>
            <pc:sldMk cId="270910541" sldId="341"/>
            <ac:spMk id="11" creationId="{54E53C32-EF3D-FD44-E803-FA721CC9060C}"/>
          </ac:spMkLst>
        </pc:spChg>
        <pc:spChg chg="mod">
          <ac:chgData name="Bakary Kante" userId="ef49f76186410b4e" providerId="LiveId" clId="{BDA566FE-AD60-45FB-BB81-BE98364A2BC3}" dt="2024-09-04T10:08:38.700" v="423" actId="1035"/>
          <ac:spMkLst>
            <pc:docMk/>
            <pc:sldMk cId="270910541" sldId="341"/>
            <ac:spMk id="12" creationId="{00000000-0000-0000-0000-000000000000}"/>
          </ac:spMkLst>
        </pc:spChg>
        <pc:spChg chg="mod">
          <ac:chgData name="Bakary Kante" userId="ef49f76186410b4e" providerId="LiveId" clId="{BDA566FE-AD60-45FB-BB81-BE98364A2BC3}" dt="2024-08-28T16:58:24.495" v="294" actId="1036"/>
          <ac:spMkLst>
            <pc:docMk/>
            <pc:sldMk cId="270910541" sldId="341"/>
            <ac:spMk id="13" creationId="{00000000-0000-0000-0000-000000000000}"/>
          </ac:spMkLst>
        </pc:spChg>
        <pc:spChg chg="add del mod topLvl">
          <ac:chgData name="Bakary Kante" userId="ef49f76186410b4e" providerId="LiveId" clId="{BDA566FE-AD60-45FB-BB81-BE98364A2BC3}" dt="2024-08-28T16:32:20.506" v="110" actId="478"/>
          <ac:spMkLst>
            <pc:docMk/>
            <pc:sldMk cId="270910541" sldId="341"/>
            <ac:spMk id="14" creationId="{00000000-0000-0000-0000-000000000000}"/>
          </ac:spMkLst>
        </pc:spChg>
        <pc:spChg chg="mod topLvl">
          <ac:chgData name="Bakary Kante" userId="ef49f76186410b4e" providerId="LiveId" clId="{BDA566FE-AD60-45FB-BB81-BE98364A2BC3}" dt="2024-09-12T12:57:35.854" v="913" actId="2711"/>
          <ac:spMkLst>
            <pc:docMk/>
            <pc:sldMk cId="270910541" sldId="341"/>
            <ac:spMk id="15" creationId="{00000000-0000-0000-0000-000000000000}"/>
          </ac:spMkLst>
        </pc:spChg>
        <pc:spChg chg="del mod">
          <ac:chgData name="Bakary Kante" userId="ef49f76186410b4e" providerId="LiveId" clId="{BDA566FE-AD60-45FB-BB81-BE98364A2BC3}" dt="2024-08-28T16:51:57.254" v="227" actId="478"/>
          <ac:spMkLst>
            <pc:docMk/>
            <pc:sldMk cId="270910541" sldId="341"/>
            <ac:spMk id="17" creationId="{00000000-0000-0000-0000-000000000000}"/>
          </ac:spMkLst>
        </pc:spChg>
        <pc:spChg chg="mod">
          <ac:chgData name="Bakary Kante" userId="ef49f76186410b4e" providerId="LiveId" clId="{BDA566FE-AD60-45FB-BB81-BE98364A2BC3}" dt="2024-09-12T12:56:19.431" v="904" actId="20577"/>
          <ac:spMkLst>
            <pc:docMk/>
            <pc:sldMk cId="270910541" sldId="341"/>
            <ac:spMk id="18" creationId="{00000000-0000-0000-0000-000000000000}"/>
          </ac:spMkLst>
        </pc:spChg>
        <pc:spChg chg="mod">
          <ac:chgData name="Bakary Kante" userId="ef49f76186410b4e" providerId="LiveId" clId="{BDA566FE-AD60-45FB-BB81-BE98364A2BC3}" dt="2024-09-12T12:56:23.036" v="906" actId="20577"/>
          <ac:spMkLst>
            <pc:docMk/>
            <pc:sldMk cId="270910541" sldId="341"/>
            <ac:spMk id="19" creationId="{00000000-0000-0000-0000-000000000000}"/>
          </ac:spMkLst>
        </pc:spChg>
        <pc:spChg chg="del mod">
          <ac:chgData name="Bakary Kante" userId="ef49f76186410b4e" providerId="LiveId" clId="{BDA566FE-AD60-45FB-BB81-BE98364A2BC3}" dt="2024-08-28T16:32:22.394" v="112" actId="478"/>
          <ac:spMkLst>
            <pc:docMk/>
            <pc:sldMk cId="270910541" sldId="341"/>
            <ac:spMk id="20" creationId="{00000000-0000-0000-0000-000000000000}"/>
          </ac:spMkLst>
        </pc:spChg>
        <pc:spChg chg="mod">
          <ac:chgData name="Bakary Kante" userId="ef49f76186410b4e" providerId="LiveId" clId="{BDA566FE-AD60-45FB-BB81-BE98364A2BC3}" dt="2024-09-12T15:41:42.965" v="960" actId="20577"/>
          <ac:spMkLst>
            <pc:docMk/>
            <pc:sldMk cId="270910541" sldId="341"/>
            <ac:spMk id="21" creationId="{00000000-0000-0000-0000-000000000000}"/>
          </ac:spMkLst>
        </pc:spChg>
        <pc:spChg chg="del mod">
          <ac:chgData name="Bakary Kante" userId="ef49f76186410b4e" providerId="LiveId" clId="{BDA566FE-AD60-45FB-BB81-BE98364A2BC3}" dt="2024-08-28T16:43:50.741" v="221" actId="478"/>
          <ac:spMkLst>
            <pc:docMk/>
            <pc:sldMk cId="270910541" sldId="341"/>
            <ac:spMk id="22" creationId="{00000000-0000-0000-0000-000000000000}"/>
          </ac:spMkLst>
        </pc:spChg>
        <pc:spChg chg="mod">
          <ac:chgData name="Bakary Kante" userId="ef49f76186410b4e" providerId="LiveId" clId="{BDA566FE-AD60-45FB-BB81-BE98364A2BC3}" dt="2024-09-12T15:42:18.252" v="983" actId="1076"/>
          <ac:spMkLst>
            <pc:docMk/>
            <pc:sldMk cId="270910541" sldId="341"/>
            <ac:spMk id="23" creationId="{00000000-0000-0000-0000-000000000000}"/>
          </ac:spMkLst>
        </pc:spChg>
        <pc:spChg chg="mod">
          <ac:chgData name="Bakary Kante" userId="ef49f76186410b4e" providerId="LiveId" clId="{BDA566FE-AD60-45FB-BB81-BE98364A2BC3}" dt="2024-09-12T15:41:55.079" v="978" actId="20577"/>
          <ac:spMkLst>
            <pc:docMk/>
            <pc:sldMk cId="270910541" sldId="341"/>
            <ac:spMk id="24" creationId="{00000000-0000-0000-0000-000000000000}"/>
          </ac:spMkLst>
        </pc:spChg>
        <pc:spChg chg="del">
          <ac:chgData name="Bakary Kante" userId="ef49f76186410b4e" providerId="LiveId" clId="{BDA566FE-AD60-45FB-BB81-BE98364A2BC3}" dt="2024-08-28T16:32:19.442" v="109" actId="478"/>
          <ac:spMkLst>
            <pc:docMk/>
            <pc:sldMk cId="270910541" sldId="341"/>
            <ac:spMk id="25" creationId="{00000000-0000-0000-0000-000000000000}"/>
          </ac:spMkLst>
        </pc:spChg>
        <pc:spChg chg="mod">
          <ac:chgData name="Bakary Kante" userId="ef49f76186410b4e" providerId="LiveId" clId="{BDA566FE-AD60-45FB-BB81-BE98364A2BC3}" dt="2024-08-28T16:24:13.227" v="50" actId="207"/>
          <ac:spMkLst>
            <pc:docMk/>
            <pc:sldMk cId="270910541" sldId="341"/>
            <ac:spMk id="26" creationId="{00000000-0000-0000-0000-000000000000}"/>
          </ac:spMkLst>
        </pc:spChg>
        <pc:spChg chg="del mod">
          <ac:chgData name="Bakary Kante" userId="ef49f76186410b4e" providerId="LiveId" clId="{BDA566FE-AD60-45FB-BB81-BE98364A2BC3}" dt="2024-09-12T11:25:07.817" v="808" actId="478"/>
          <ac:spMkLst>
            <pc:docMk/>
            <pc:sldMk cId="270910541" sldId="341"/>
            <ac:spMk id="26" creationId="{DAC6A1A7-C2AA-4784-A82C-82B2173FC86C}"/>
          </ac:spMkLst>
        </pc:spChg>
        <pc:spChg chg="mod">
          <ac:chgData name="Bakary Kante" userId="ef49f76186410b4e" providerId="LiveId" clId="{BDA566FE-AD60-45FB-BB81-BE98364A2BC3}" dt="2024-08-28T16:24:13.227" v="50" actId="207"/>
          <ac:spMkLst>
            <pc:docMk/>
            <pc:sldMk cId="270910541" sldId="341"/>
            <ac:spMk id="27" creationId="{00000000-0000-0000-0000-000000000000}"/>
          </ac:spMkLst>
        </pc:spChg>
        <pc:spChg chg="mod">
          <ac:chgData name="Bakary Kante" userId="ef49f76186410b4e" providerId="LiveId" clId="{BDA566FE-AD60-45FB-BB81-BE98364A2BC3}" dt="2024-08-28T16:23:48.681" v="45" actId="207"/>
          <ac:spMkLst>
            <pc:docMk/>
            <pc:sldMk cId="270910541" sldId="341"/>
            <ac:spMk id="29" creationId="{00000000-0000-0000-0000-000000000000}"/>
          </ac:spMkLst>
        </pc:spChg>
        <pc:grpChg chg="mod">
          <ac:chgData name="Bakary Kante" userId="ef49f76186410b4e" providerId="LiveId" clId="{BDA566FE-AD60-45FB-BB81-BE98364A2BC3}" dt="2024-09-12T15:42:13.210" v="982" actId="1076"/>
          <ac:grpSpMkLst>
            <pc:docMk/>
            <pc:sldMk cId="270910541" sldId="341"/>
            <ac:grpSpMk id="6" creationId="{00000000-0000-0000-0000-000000000000}"/>
          </ac:grpSpMkLst>
        </pc:grpChg>
        <pc:grpChg chg="mod">
          <ac:chgData name="Bakary Kante" userId="ef49f76186410b4e" providerId="LiveId" clId="{BDA566FE-AD60-45FB-BB81-BE98364A2BC3}" dt="2024-08-28T16:24:13.227" v="50" actId="207"/>
          <ac:grpSpMkLst>
            <pc:docMk/>
            <pc:sldMk cId="270910541" sldId="341"/>
            <ac:grpSpMk id="10" creationId="{00000000-0000-0000-0000-000000000000}"/>
          </ac:grpSpMkLst>
        </pc:grpChg>
        <pc:grpChg chg="add del mod">
          <ac:chgData name="Bakary Kante" userId="ef49f76186410b4e" providerId="LiveId" clId="{BDA566FE-AD60-45FB-BB81-BE98364A2BC3}" dt="2024-08-28T16:24:34.970" v="52" actId="478"/>
          <ac:grpSpMkLst>
            <pc:docMk/>
            <pc:sldMk cId="270910541" sldId="341"/>
            <ac:grpSpMk id="13" creationId="{00000000-0000-0000-0000-000000000000}"/>
          </ac:grpSpMkLst>
        </pc:grpChg>
        <pc:grpChg chg="mod">
          <ac:chgData name="Bakary Kante" userId="ef49f76186410b4e" providerId="LiveId" clId="{BDA566FE-AD60-45FB-BB81-BE98364A2BC3}" dt="2024-08-28T16:24:13.227" v="50" actId="207"/>
          <ac:grpSpMkLst>
            <pc:docMk/>
            <pc:sldMk cId="270910541" sldId="341"/>
            <ac:grpSpMk id="16" creationId="{00000000-0000-0000-0000-000000000000}"/>
          </ac:grpSpMkLst>
        </pc:grpChg>
        <pc:grpChg chg="mod">
          <ac:chgData name="Bakary Kante" userId="ef49f76186410b4e" providerId="LiveId" clId="{BDA566FE-AD60-45FB-BB81-BE98364A2BC3}" dt="2024-08-28T16:24:13.227" v="50" actId="207"/>
          <ac:grpSpMkLst>
            <pc:docMk/>
            <pc:sldMk cId="270910541" sldId="341"/>
            <ac:grpSpMk id="19" creationId="{00000000-0000-0000-0000-000000000000}"/>
          </ac:grpSpMkLst>
        </pc:grpChg>
        <pc:grpChg chg="mod">
          <ac:chgData name="Bakary Kante" userId="ef49f76186410b4e" providerId="LiveId" clId="{BDA566FE-AD60-45FB-BB81-BE98364A2BC3}" dt="2024-08-28T16:24:13.227" v="50" actId="207"/>
          <ac:grpSpMkLst>
            <pc:docMk/>
            <pc:sldMk cId="270910541" sldId="341"/>
            <ac:grpSpMk id="22" creationId="{00000000-0000-0000-0000-000000000000}"/>
          </ac:grpSpMkLst>
        </pc:grpChg>
        <pc:grpChg chg="mod">
          <ac:chgData name="Bakary Kante" userId="ef49f76186410b4e" providerId="LiveId" clId="{BDA566FE-AD60-45FB-BB81-BE98364A2BC3}" dt="2024-08-28T16:24:13.227" v="50" actId="207"/>
          <ac:grpSpMkLst>
            <pc:docMk/>
            <pc:sldMk cId="270910541" sldId="341"/>
            <ac:grpSpMk id="25" creationId="{00000000-0000-0000-0000-000000000000}"/>
          </ac:grpSpMkLst>
        </pc:grpChg>
      </pc:sldChg>
      <pc:sldChg chg="addSp delSp modSp add mod delAnim modNotesTx">
        <pc:chgData name="Bakary Kante" userId="ef49f76186410b4e" providerId="LiveId" clId="{BDA566FE-AD60-45FB-BB81-BE98364A2BC3}" dt="2024-09-14T00:05:29.059" v="1838" actId="20577"/>
        <pc:sldMkLst>
          <pc:docMk/>
          <pc:sldMk cId="2124381187" sldId="342"/>
        </pc:sldMkLst>
        <pc:spChg chg="add mod">
          <ac:chgData name="Bakary Kante" userId="ef49f76186410b4e" providerId="LiveId" clId="{BDA566FE-AD60-45FB-BB81-BE98364A2BC3}" dt="2024-09-12T15:49:27.269" v="998" actId="20577"/>
          <ac:spMkLst>
            <pc:docMk/>
            <pc:sldMk cId="2124381187" sldId="342"/>
            <ac:spMk id="2" creationId="{B37832A1-CEA4-C017-D1CA-5DA59BCB9DFD}"/>
          </ac:spMkLst>
        </pc:spChg>
        <pc:spChg chg="add mod">
          <ac:chgData name="Bakary Kante" userId="ef49f76186410b4e" providerId="LiveId" clId="{BDA566FE-AD60-45FB-BB81-BE98364A2BC3}" dt="2024-09-14T00:05:29.059" v="1838" actId="20577"/>
          <ac:spMkLst>
            <pc:docMk/>
            <pc:sldMk cId="2124381187" sldId="342"/>
            <ac:spMk id="3" creationId="{6CA611EA-F053-F695-5073-8B03C3C823A3}"/>
          </ac:spMkLst>
        </pc:spChg>
        <pc:spChg chg="add mod">
          <ac:chgData name="Bakary Kante" userId="ef49f76186410b4e" providerId="LiveId" clId="{BDA566FE-AD60-45FB-BB81-BE98364A2BC3}" dt="2024-09-12T20:32:47.235" v="1542" actId="20577"/>
          <ac:spMkLst>
            <pc:docMk/>
            <pc:sldMk cId="2124381187" sldId="342"/>
            <ac:spMk id="4" creationId="{9313B5F1-5DDB-15A1-D336-F039640BE4A8}"/>
          </ac:spMkLst>
        </pc:spChg>
        <pc:spChg chg="del">
          <ac:chgData name="Bakary Kante" userId="ef49f76186410b4e" providerId="LiveId" clId="{BDA566FE-AD60-45FB-BB81-BE98364A2BC3}" dt="2024-09-12T15:49:12.433" v="987" actId="478"/>
          <ac:spMkLst>
            <pc:docMk/>
            <pc:sldMk cId="2124381187" sldId="342"/>
            <ac:spMk id="28" creationId="{00000000-0000-0000-0000-000000000000}"/>
          </ac:spMkLst>
        </pc:spChg>
        <pc:picChg chg="del">
          <ac:chgData name="Bakary Kante" userId="ef49f76186410b4e" providerId="LiveId" clId="{BDA566FE-AD60-45FB-BB81-BE98364A2BC3}" dt="2024-09-12T15:49:14.988" v="989" actId="478"/>
          <ac:picMkLst>
            <pc:docMk/>
            <pc:sldMk cId="2124381187" sldId="342"/>
            <ac:picMk id="7" creationId="{F204920F-2F0F-4B69-AEDD-CD3554C47698}"/>
          </ac:picMkLst>
        </pc:picChg>
      </pc:sldChg>
      <pc:sldChg chg="modSp add mod">
        <pc:chgData name="Bakary Kante" userId="ef49f76186410b4e" providerId="LiveId" clId="{BDA566FE-AD60-45FB-BB81-BE98364A2BC3}" dt="2024-09-14T00:00:09.504" v="1692" actId="20577"/>
        <pc:sldMkLst>
          <pc:docMk/>
          <pc:sldMk cId="2009859986" sldId="343"/>
        </pc:sldMkLst>
        <pc:spChg chg="mod">
          <ac:chgData name="Bakary Kante" userId="ef49f76186410b4e" providerId="LiveId" clId="{BDA566FE-AD60-45FB-BB81-BE98364A2BC3}" dt="2024-09-14T00:00:09.504" v="1692" actId="20577"/>
          <ac:spMkLst>
            <pc:docMk/>
            <pc:sldMk cId="2009859986" sldId="343"/>
            <ac:spMk id="28" creationId="{00000000-0000-0000-0000-000000000000}"/>
          </ac:spMkLst>
        </pc:spChg>
      </pc:sldChg>
    </pc:docChg>
  </pc:docChgLst>
</pc:chgInfo>
</file>

<file path=ppt/ink/ink1.xml><?xml version="1.0" encoding="utf-8"?>
<inkml:ink xmlns:inkml="http://www.w3.org/2003/InkML">
  <inkml:definitions>
    <inkml:context xml:id="ctx0">
      <inkml:inkSource xml:id="inkSrc0">
        <inkml:traceFormat>
          <inkml:channel name="X" type="integer" max="2944" units="cm"/>
          <inkml:channel name="Y" type="integer" max="1080" units="cm"/>
          <inkml:channel name="T" type="integer" max="2.14748E9" units="dev"/>
        </inkml:traceFormat>
        <inkml:channelProperties>
          <inkml:channelProperty channel="X" name="resolution" value="95.27508" units="1/cm"/>
          <inkml:channelProperty channel="Y" name="resolution" value="62.06897" units="1/cm"/>
          <inkml:channelProperty channel="T" name="resolution" value="1" units="1/dev"/>
        </inkml:channelProperties>
      </inkml:inkSource>
      <inkml:timestamp xml:id="ts0" timeString="2024-07-16T18:13:11.877"/>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37814 19680 0</inkml:trace>
</inkml:ink>
</file>

<file path=ppt/ink/ink2.xml><?xml version="1.0" encoding="utf-8"?>
<inkml:ink xmlns:inkml="http://www.w3.org/2003/InkML">
  <inkml:definitions>
    <inkml:context xml:id="ctx0">
      <inkml:inkSource xml:id="inkSrc0">
        <inkml:traceFormat>
          <inkml:channel name="X" type="integer" max="2944" units="cm"/>
          <inkml:channel name="Y" type="integer" max="1080" units="cm"/>
          <inkml:channel name="T" type="integer" max="2.14748E9" units="dev"/>
        </inkml:traceFormat>
        <inkml:channelProperties>
          <inkml:channelProperty channel="X" name="resolution" value="95.27508" units="1/cm"/>
          <inkml:channelProperty channel="Y" name="resolution" value="62.06897" units="1/cm"/>
          <inkml:channelProperty channel="T" name="resolution" value="1" units="1/dev"/>
        </inkml:channelProperties>
      </inkml:inkSource>
      <inkml:timestamp xml:id="ts0" timeString="2024-07-16T18:13:14.007"/>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37109 16510 0</inkml:trace>
</inkml:ink>
</file>

<file path=ppt/ink/ink3.xml><?xml version="1.0" encoding="utf-8"?>
<inkml:ink xmlns:inkml="http://www.w3.org/2003/InkML">
  <inkml:definitions>
    <inkml:context xml:id="ctx0">
      <inkml:inkSource xml:id="inkSrc0">
        <inkml:traceFormat>
          <inkml:channel name="X" type="integer" max="2944" units="cm"/>
          <inkml:channel name="Y" type="integer" max="1080" units="cm"/>
          <inkml:channel name="T" type="integer" max="2.14748E9" units="dev"/>
        </inkml:traceFormat>
        <inkml:channelProperties>
          <inkml:channelProperty channel="X" name="resolution" value="95.27508" units="1/cm"/>
          <inkml:channelProperty channel="Y" name="resolution" value="62.06897" units="1/cm"/>
          <inkml:channelProperty channel="T" name="resolution" value="1" units="1/dev"/>
        </inkml:channelProperties>
      </inkml:inkSource>
      <inkml:timestamp xml:id="ts0" timeString="2024-07-16T18:13:14.963"/>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37109 16510 0</inkml:trace>
</inkml:ink>
</file>

<file path=ppt/ink/ink4.xml><?xml version="1.0" encoding="utf-8"?>
<inkml:ink xmlns:inkml="http://www.w3.org/2003/InkML">
  <inkml:definitions>
    <inkml:context xml:id="ctx0">
      <inkml:inkSource xml:id="inkSrc0">
        <inkml:traceFormat>
          <inkml:channel name="X" type="integer" max="2944" units="cm"/>
          <inkml:channel name="Y" type="integer" max="1080" units="cm"/>
          <inkml:channel name="T" type="integer" max="2.14748E9" units="dev"/>
        </inkml:traceFormat>
        <inkml:channelProperties>
          <inkml:channelProperty channel="X" name="resolution" value="95.27508" units="1/cm"/>
          <inkml:channelProperty channel="Y" name="resolution" value="62.06897" units="1/cm"/>
          <inkml:channelProperty channel="T" name="resolution" value="1" units="1/dev"/>
        </inkml:channelProperties>
      </inkml:inkSource>
      <inkml:timestamp xml:id="ts0" timeString="2024-07-16T18:13:15.151"/>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37109 16510 0</inkml:trace>
</inkml:ink>
</file>

<file path=ppt/ink/ink5.xml><?xml version="1.0" encoding="utf-8"?>
<inkml:ink xmlns:inkml="http://www.w3.org/2003/InkML">
  <inkml:definitions>
    <inkml:context xml:id="ctx0">
      <inkml:inkSource xml:id="inkSrc0">
        <inkml:traceFormat>
          <inkml:channel name="X" type="integer" max="2944" units="cm"/>
          <inkml:channel name="Y" type="integer" max="1080" units="cm"/>
          <inkml:channel name="T" type="integer" max="2.14748E9" units="dev"/>
        </inkml:traceFormat>
        <inkml:channelProperties>
          <inkml:channelProperty channel="X" name="resolution" value="95.27508" units="1/cm"/>
          <inkml:channelProperty channel="Y" name="resolution" value="62.06897" units="1/cm"/>
          <inkml:channelProperty channel="T" name="resolution" value="1" units="1/dev"/>
        </inkml:channelProperties>
      </inkml:inkSource>
      <inkml:timestamp xml:id="ts0" timeString="2024-07-16T18:13:15.34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37109 16510 0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F88833-979D-4CD7-BCC2-29D3EDD4D412}" type="datetimeFigureOut">
              <a:rPr lang="fr-FR" smtClean="0"/>
              <a:t>13/09/2024</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7206AF-C33D-4510-B152-2854D4BD0589}" type="slidenum">
              <a:rPr lang="fr-FR" smtClean="0"/>
              <a:t>‹N°›</a:t>
            </a:fld>
            <a:endParaRPr lang="fr-FR"/>
          </a:p>
        </p:txBody>
      </p:sp>
    </p:spTree>
    <p:extLst>
      <p:ext uri="{BB962C8B-B14F-4D97-AF65-F5344CB8AC3E}">
        <p14:creationId xmlns:p14="http://schemas.microsoft.com/office/powerpoint/2010/main" val="37747618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just">
              <a:lnSpc>
                <a:spcPct val="150000"/>
              </a:lnSpc>
            </a:pPr>
            <a:r>
              <a:rPr lang="fr-FR" sz="1800" kern="100" dirty="0">
                <a:effectLst/>
                <a:latin typeface="Times New Roman" panose="02020603050405020304" pitchFamily="18" charset="0"/>
                <a:ea typeface="Aptos" panose="020B0004020202020204" pitchFamily="34" charset="0"/>
                <a:cs typeface="Times New Roman" panose="02020603050405020304" pitchFamily="18" charset="0"/>
              </a:rPr>
              <a:t>Très chers membres du jury, chers parents, amis et collègues, je vous remercie sincèrement pour votre présence.</a:t>
            </a:r>
          </a:p>
          <a:p>
            <a:r>
              <a:rPr lang="fr-FR" sz="1800" dirty="0">
                <a:effectLst/>
                <a:latin typeface="Times New Roman" panose="02020603050405020304" pitchFamily="18" charset="0"/>
                <a:ea typeface="Aptos" panose="020B0004020202020204" pitchFamily="34" charset="0"/>
              </a:rPr>
              <a:t>Je me présente, Bakary KANTE, étudiant en Master 2, MIAGE (Méthodes Informatiques Appliquées à la Gestion des Entreprises). Mon objet de recherche porte sur le thème suivant : </a:t>
            </a:r>
            <a:endParaRPr lang="fr-FR" dirty="0"/>
          </a:p>
        </p:txBody>
      </p:sp>
      <p:sp>
        <p:nvSpPr>
          <p:cNvPr id="4" name="Espace réservé du numéro de diapositive 3"/>
          <p:cNvSpPr>
            <a:spLocks noGrp="1"/>
          </p:cNvSpPr>
          <p:nvPr>
            <p:ph type="sldNum" sz="quarter" idx="5"/>
          </p:nvPr>
        </p:nvSpPr>
        <p:spPr/>
        <p:txBody>
          <a:bodyPr/>
          <a:lstStyle/>
          <a:p>
            <a:fld id="{D27206AF-C33D-4510-B152-2854D4BD0589}" type="slidenum">
              <a:rPr lang="fr-FR" smtClean="0"/>
              <a:t>1</a:t>
            </a:fld>
            <a:endParaRPr lang="fr-FR"/>
          </a:p>
        </p:txBody>
      </p:sp>
    </p:spTree>
    <p:extLst>
      <p:ext uri="{BB962C8B-B14F-4D97-AF65-F5344CB8AC3E}">
        <p14:creationId xmlns:p14="http://schemas.microsoft.com/office/powerpoint/2010/main" val="26475359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LT"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E92847-51ED-1449-A9AF-8F855167E8E6}" type="slidenum">
              <a:rPr kumimoji="0"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LT"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475976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Maintenant que le thème est posé, passons au plan de travail qui va structurer cette présentation.</a:t>
            </a:r>
          </a:p>
        </p:txBody>
      </p:sp>
      <p:sp>
        <p:nvSpPr>
          <p:cNvPr id="4" name="Espace réservé du numéro de diapositive 3"/>
          <p:cNvSpPr>
            <a:spLocks noGrp="1"/>
          </p:cNvSpPr>
          <p:nvPr>
            <p:ph type="sldNum" sz="quarter" idx="5"/>
          </p:nvPr>
        </p:nvSpPr>
        <p:spPr/>
        <p:txBody>
          <a:bodyPr/>
          <a:lstStyle/>
          <a:p>
            <a:fld id="{D27206AF-C33D-4510-B152-2854D4BD0589}" type="slidenum">
              <a:rPr lang="fr-FR" smtClean="0"/>
              <a:t>3</a:t>
            </a:fld>
            <a:endParaRPr lang="fr-FR"/>
          </a:p>
        </p:txBody>
      </p:sp>
    </p:spTree>
    <p:extLst>
      <p:ext uri="{BB962C8B-B14F-4D97-AF65-F5344CB8AC3E}">
        <p14:creationId xmlns:p14="http://schemas.microsoft.com/office/powerpoint/2010/main" val="13652714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just">
              <a:lnSpc>
                <a:spcPct val="150000"/>
              </a:lnSpc>
            </a:pPr>
            <a:r>
              <a:rPr lang="fr-FR" sz="1800" kern="100" dirty="0">
                <a:effectLst/>
                <a:latin typeface="Times New Roman" panose="02020603050405020304" pitchFamily="18" charset="0"/>
                <a:ea typeface="Aptos" panose="020B0004020202020204" pitchFamily="34" charset="0"/>
                <a:cs typeface="Times New Roman" panose="02020603050405020304" pitchFamily="18" charset="0"/>
              </a:rPr>
              <a:t>La Banque Internationale pour le Mali (BIM SA) est la plus ancienne banque privée du Mali.</a:t>
            </a:r>
          </a:p>
          <a:p>
            <a:pPr algn="just">
              <a:lnSpc>
                <a:spcPct val="150000"/>
              </a:lnSpc>
            </a:pPr>
            <a:r>
              <a:rPr lang="fr-FR" sz="1800" kern="100" dirty="0">
                <a:effectLst/>
                <a:latin typeface="Times New Roman" panose="02020603050405020304" pitchFamily="18" charset="0"/>
                <a:ea typeface="Aptos" panose="020B0004020202020204" pitchFamily="34" charset="0"/>
                <a:cs typeface="Times New Roman" panose="02020603050405020304" pitchFamily="18" charset="0"/>
              </a:rPr>
              <a:t>Créée le 15 juin 1995, elle est devenue une filiale du groupe Attijariwafa Bank en septembre 2008 et le capital actuel s’élève à 20 011 480 000 F CFA. Aujourd’hui, la BIM SA, deuxième collecteur de ressources au Mali avec 48 points de vente sur toutes l’étendue du territoire.</a:t>
            </a:r>
          </a:p>
        </p:txBody>
      </p:sp>
      <p:sp>
        <p:nvSpPr>
          <p:cNvPr id="4" name="Espace réservé du numéro de diapositive 3"/>
          <p:cNvSpPr>
            <a:spLocks noGrp="1"/>
          </p:cNvSpPr>
          <p:nvPr>
            <p:ph type="sldNum" sz="quarter" idx="5"/>
          </p:nvPr>
        </p:nvSpPr>
        <p:spPr/>
        <p:txBody>
          <a:bodyPr/>
          <a:lstStyle/>
          <a:p>
            <a:fld id="{D27206AF-C33D-4510-B152-2854D4BD0589}" type="slidenum">
              <a:rPr lang="fr-FR" smtClean="0"/>
              <a:t>4</a:t>
            </a:fld>
            <a:endParaRPr lang="fr-FR"/>
          </a:p>
        </p:txBody>
      </p:sp>
    </p:spTree>
    <p:extLst>
      <p:ext uri="{BB962C8B-B14F-4D97-AF65-F5344CB8AC3E}">
        <p14:creationId xmlns:p14="http://schemas.microsoft.com/office/powerpoint/2010/main" val="24691881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kern="100" dirty="0">
                <a:effectLst/>
                <a:latin typeface="Times New Roman" panose="02020603050405020304" pitchFamily="18" charset="0"/>
                <a:ea typeface="Aptos" panose="020B0004020202020204" pitchFamily="34" charset="0"/>
                <a:cs typeface="Times New Roman" panose="02020603050405020304" pitchFamily="18" charset="0"/>
              </a:rPr>
              <a:t>Dans un environnement bancaire où chaque erreur peut coûter cher, la gestion optimale des ressources humaines devient plus qu'une nécessité.</a:t>
            </a:r>
          </a:p>
        </p:txBody>
      </p:sp>
      <p:sp>
        <p:nvSpPr>
          <p:cNvPr id="4" name="Espace réservé du numéro de diapositive 3"/>
          <p:cNvSpPr>
            <a:spLocks noGrp="1"/>
          </p:cNvSpPr>
          <p:nvPr>
            <p:ph type="sldNum" sz="quarter" idx="5"/>
          </p:nvPr>
        </p:nvSpPr>
        <p:spPr/>
        <p:txBody>
          <a:bodyPr/>
          <a:lstStyle/>
          <a:p>
            <a:fld id="{D27206AF-C33D-4510-B152-2854D4BD0589}" type="slidenum">
              <a:rPr lang="fr-FR" smtClean="0"/>
              <a:t>5</a:t>
            </a:fld>
            <a:endParaRPr lang="fr-FR"/>
          </a:p>
        </p:txBody>
      </p:sp>
    </p:spTree>
    <p:extLst>
      <p:ext uri="{BB962C8B-B14F-4D97-AF65-F5344CB8AC3E}">
        <p14:creationId xmlns:p14="http://schemas.microsoft.com/office/powerpoint/2010/main" val="15714375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kern="100" dirty="0">
                <a:effectLst/>
                <a:latin typeface="Times New Roman" panose="02020603050405020304" pitchFamily="18" charset="0"/>
                <a:ea typeface="Aptos" panose="020B0004020202020204" pitchFamily="34" charset="0"/>
                <a:cs typeface="Times New Roman" panose="02020603050405020304" pitchFamily="18" charset="0"/>
              </a:rPr>
              <a:t>Par suite des défis identifiés ci-dessus, il est question de savoir : </a:t>
            </a:r>
          </a:p>
        </p:txBody>
      </p:sp>
      <p:sp>
        <p:nvSpPr>
          <p:cNvPr id="4" name="Espace réservé du numéro de diapositive 3"/>
          <p:cNvSpPr>
            <a:spLocks noGrp="1"/>
          </p:cNvSpPr>
          <p:nvPr>
            <p:ph type="sldNum" sz="quarter" idx="5"/>
          </p:nvPr>
        </p:nvSpPr>
        <p:spPr/>
        <p:txBody>
          <a:bodyPr/>
          <a:lstStyle/>
          <a:p>
            <a:fld id="{D27206AF-C33D-4510-B152-2854D4BD0589}" type="slidenum">
              <a:rPr lang="fr-FR" smtClean="0"/>
              <a:t>6</a:t>
            </a:fld>
            <a:endParaRPr lang="fr-FR"/>
          </a:p>
        </p:txBody>
      </p:sp>
    </p:spTree>
    <p:extLst>
      <p:ext uri="{BB962C8B-B14F-4D97-AF65-F5344CB8AC3E}">
        <p14:creationId xmlns:p14="http://schemas.microsoft.com/office/powerpoint/2010/main" val="7920022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800" dirty="0">
                <a:effectLst/>
                <a:latin typeface="Times New Roman" panose="02020603050405020304" pitchFamily="18" charset="0"/>
                <a:ea typeface="Aptos" panose="020B0004020202020204" pitchFamily="34" charset="0"/>
              </a:rPr>
              <a:t>La plateforme OptiRH a été conçue avec des objectifs clairs visant à :</a:t>
            </a:r>
            <a:endParaRPr lang="fr-FR" dirty="0"/>
          </a:p>
        </p:txBody>
      </p:sp>
      <p:sp>
        <p:nvSpPr>
          <p:cNvPr id="4" name="Espace réservé du numéro de diapositive 3"/>
          <p:cNvSpPr>
            <a:spLocks noGrp="1"/>
          </p:cNvSpPr>
          <p:nvPr>
            <p:ph type="sldNum" sz="quarter" idx="5"/>
          </p:nvPr>
        </p:nvSpPr>
        <p:spPr/>
        <p:txBody>
          <a:bodyPr/>
          <a:lstStyle/>
          <a:p>
            <a:fld id="{D27206AF-C33D-4510-B152-2854D4BD0589}" type="slidenum">
              <a:rPr lang="fr-FR" smtClean="0"/>
              <a:t>7</a:t>
            </a:fld>
            <a:endParaRPr lang="fr-FR"/>
          </a:p>
        </p:txBody>
      </p:sp>
    </p:spTree>
    <p:extLst>
      <p:ext uri="{BB962C8B-B14F-4D97-AF65-F5344CB8AC3E}">
        <p14:creationId xmlns:p14="http://schemas.microsoft.com/office/powerpoint/2010/main" val="31430748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800" dirty="0">
                <a:effectLst/>
                <a:latin typeface="Times New Roman" panose="02020603050405020304" pitchFamily="18" charset="0"/>
                <a:ea typeface="Aptos" panose="020B0004020202020204" pitchFamily="34" charset="0"/>
              </a:rPr>
              <a:t>Une fois les objectifs définis, il est important de comprendre quel sera l'impact de la mise en place d'OptiRH sur la gestion des ressources humaines</a:t>
            </a:r>
            <a:endParaRPr lang="fr-FR" dirty="0"/>
          </a:p>
        </p:txBody>
      </p:sp>
      <p:sp>
        <p:nvSpPr>
          <p:cNvPr id="4" name="Espace réservé du numéro de diapositive 3"/>
          <p:cNvSpPr>
            <a:spLocks noGrp="1"/>
          </p:cNvSpPr>
          <p:nvPr>
            <p:ph type="sldNum" sz="quarter" idx="5"/>
          </p:nvPr>
        </p:nvSpPr>
        <p:spPr/>
        <p:txBody>
          <a:bodyPr/>
          <a:lstStyle/>
          <a:p>
            <a:fld id="{D27206AF-C33D-4510-B152-2854D4BD0589}" type="slidenum">
              <a:rPr lang="fr-FR" smtClean="0"/>
              <a:t>8</a:t>
            </a:fld>
            <a:endParaRPr lang="fr-FR"/>
          </a:p>
        </p:txBody>
      </p:sp>
    </p:spTree>
    <p:extLst>
      <p:ext uri="{BB962C8B-B14F-4D97-AF65-F5344CB8AC3E}">
        <p14:creationId xmlns:p14="http://schemas.microsoft.com/office/powerpoint/2010/main" val="20422939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effectLst/>
                <a:latin typeface="Times New Roman" panose="02020603050405020304" pitchFamily="18" charset="0"/>
                <a:ea typeface="Aptos" panose="020B0004020202020204" pitchFamily="34" charset="0"/>
              </a:rPr>
              <a:t>Nous avons identifié les impacts, voyons maintenant les démarches concrètes pour atteindre ces résultats</a:t>
            </a:r>
            <a:endParaRPr lang="fr-FR" dirty="0"/>
          </a:p>
        </p:txBody>
      </p:sp>
      <p:sp>
        <p:nvSpPr>
          <p:cNvPr id="4" name="Espace réservé du numéro de diapositive 3"/>
          <p:cNvSpPr>
            <a:spLocks noGrp="1"/>
          </p:cNvSpPr>
          <p:nvPr>
            <p:ph type="sldNum" sz="quarter" idx="5"/>
          </p:nvPr>
        </p:nvSpPr>
        <p:spPr/>
        <p:txBody>
          <a:bodyPr/>
          <a:lstStyle/>
          <a:p>
            <a:fld id="{D27206AF-C33D-4510-B152-2854D4BD0589}" type="slidenum">
              <a:rPr lang="fr-FR" smtClean="0"/>
              <a:t>9</a:t>
            </a:fld>
            <a:endParaRPr lang="fr-FR"/>
          </a:p>
        </p:txBody>
      </p:sp>
    </p:spTree>
    <p:extLst>
      <p:ext uri="{BB962C8B-B14F-4D97-AF65-F5344CB8AC3E}">
        <p14:creationId xmlns:p14="http://schemas.microsoft.com/office/powerpoint/2010/main" val="9454510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Et dans </a:t>
            </a:r>
            <a:r>
              <a:rPr lang="fr-FR" noProof="0" dirty="0"/>
              <a:t>cette</a:t>
            </a:r>
            <a:r>
              <a:rPr lang="en-US" dirty="0"/>
              <a:t> demarche nous avons deux aspects</a:t>
            </a:r>
            <a:endParaRPr lang="fr-FR" dirty="0"/>
          </a:p>
        </p:txBody>
      </p:sp>
      <p:sp>
        <p:nvSpPr>
          <p:cNvPr id="4" name="Espace réservé du numéro de diapositive 3"/>
          <p:cNvSpPr>
            <a:spLocks noGrp="1"/>
          </p:cNvSpPr>
          <p:nvPr>
            <p:ph type="sldNum" sz="quarter" idx="5"/>
          </p:nvPr>
        </p:nvSpPr>
        <p:spPr/>
        <p:txBody>
          <a:bodyPr/>
          <a:lstStyle/>
          <a:p>
            <a:fld id="{D27206AF-C33D-4510-B152-2854D4BD0589}" type="slidenum">
              <a:rPr lang="fr-FR" smtClean="0"/>
              <a:t>10</a:t>
            </a:fld>
            <a:endParaRPr lang="fr-FR"/>
          </a:p>
        </p:txBody>
      </p:sp>
    </p:spTree>
    <p:extLst>
      <p:ext uri="{BB962C8B-B14F-4D97-AF65-F5344CB8AC3E}">
        <p14:creationId xmlns:p14="http://schemas.microsoft.com/office/powerpoint/2010/main" val="16638732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Le premier aspect de cette démarche est l’analyse il comprendra le protocole utilisé</a:t>
            </a:r>
            <a:r>
              <a:rPr lang="en-US" dirty="0"/>
              <a:t> et </a:t>
            </a:r>
            <a:r>
              <a:rPr lang="fr-FR" noProof="0" dirty="0"/>
              <a:t>l’architecture</a:t>
            </a:r>
            <a:r>
              <a:rPr lang="en-US" dirty="0"/>
              <a:t> </a:t>
            </a:r>
            <a:r>
              <a:rPr lang="fr-FR" noProof="0" dirty="0"/>
              <a:t>adopte</a:t>
            </a:r>
          </a:p>
        </p:txBody>
      </p:sp>
      <p:sp>
        <p:nvSpPr>
          <p:cNvPr id="4" name="Espace réservé du numéro de diapositive 3"/>
          <p:cNvSpPr>
            <a:spLocks noGrp="1"/>
          </p:cNvSpPr>
          <p:nvPr>
            <p:ph type="sldNum" sz="quarter" idx="5"/>
          </p:nvPr>
        </p:nvSpPr>
        <p:spPr/>
        <p:txBody>
          <a:bodyPr/>
          <a:lstStyle/>
          <a:p>
            <a:fld id="{D27206AF-C33D-4510-B152-2854D4BD0589}" type="slidenum">
              <a:rPr lang="fr-FR" smtClean="0"/>
              <a:t>11</a:t>
            </a:fld>
            <a:endParaRPr lang="fr-FR"/>
          </a:p>
        </p:txBody>
      </p:sp>
    </p:spTree>
    <p:extLst>
      <p:ext uri="{BB962C8B-B14F-4D97-AF65-F5344CB8AC3E}">
        <p14:creationId xmlns:p14="http://schemas.microsoft.com/office/powerpoint/2010/main" val="26827411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800" dirty="0">
                <a:effectLst/>
                <a:latin typeface="Times New Roman" panose="02020603050405020304" pitchFamily="18" charset="0"/>
                <a:ea typeface="Aptos" panose="020B0004020202020204" pitchFamily="34" charset="0"/>
              </a:rPr>
              <a:t>Pour mieux comprendre le fonctionnement technique de la plateforme, passons à l’explication du protocole client-serveur.</a:t>
            </a:r>
            <a:endParaRPr lang="fr-FR" dirty="0"/>
          </a:p>
        </p:txBody>
      </p:sp>
      <p:sp>
        <p:nvSpPr>
          <p:cNvPr id="4" name="Espace réservé du numéro de diapositive 3"/>
          <p:cNvSpPr>
            <a:spLocks noGrp="1"/>
          </p:cNvSpPr>
          <p:nvPr>
            <p:ph type="sldNum" sz="quarter" idx="5"/>
          </p:nvPr>
        </p:nvSpPr>
        <p:spPr/>
        <p:txBody>
          <a:bodyPr/>
          <a:lstStyle/>
          <a:p>
            <a:fld id="{D27206AF-C33D-4510-B152-2854D4BD0589}" type="slidenum">
              <a:rPr lang="fr-FR" smtClean="0"/>
              <a:t>12</a:t>
            </a:fld>
            <a:endParaRPr lang="fr-FR"/>
          </a:p>
        </p:txBody>
      </p:sp>
    </p:spTree>
    <p:extLst>
      <p:ext uri="{BB962C8B-B14F-4D97-AF65-F5344CB8AC3E}">
        <p14:creationId xmlns:p14="http://schemas.microsoft.com/office/powerpoint/2010/main" val="20752255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lvl="0" indent="0" algn="l">
              <a:lnSpc>
                <a:spcPct val="150000"/>
              </a:lnSpc>
              <a:buSzPts val="1000"/>
              <a:buFont typeface="Symbol" panose="05050102010706020507" pitchFamily="18" charset="2"/>
              <a:buNone/>
              <a:tabLst>
                <a:tab pos="457200" algn="l"/>
              </a:tabLst>
            </a:pPr>
            <a:r>
              <a:rPr lang="fr-FR" sz="1200" kern="0" dirty="0">
                <a:effectLst/>
                <a:latin typeface="Times New Roman" panose="02020603050405020304" pitchFamily="18" charset="0"/>
                <a:ea typeface="Times New Roman" panose="02020603050405020304" pitchFamily="18" charset="0"/>
                <a:cs typeface="Times New Roman" panose="02020603050405020304" pitchFamily="18" charset="0"/>
              </a:rPr>
              <a:t>Cette image illustre la façon dont un navigateur Web (le </a:t>
            </a:r>
            <a:r>
              <a:rPr lang="fr-FR" sz="1200" b="1" kern="0" dirty="0">
                <a:effectLst/>
                <a:latin typeface="Times New Roman" panose="02020603050405020304" pitchFamily="18" charset="0"/>
                <a:ea typeface="Times New Roman" panose="02020603050405020304" pitchFamily="18" charset="0"/>
                <a:cs typeface="Times New Roman" panose="02020603050405020304" pitchFamily="18" charset="0"/>
              </a:rPr>
              <a:t>Client</a:t>
            </a:r>
            <a:r>
              <a:rPr lang="fr-FR" sz="1200" kern="0" dirty="0">
                <a:effectLst/>
                <a:latin typeface="Times New Roman" panose="02020603050405020304" pitchFamily="18" charset="0"/>
                <a:ea typeface="Times New Roman" panose="02020603050405020304" pitchFamily="18" charset="0"/>
                <a:cs typeface="Times New Roman" panose="02020603050405020304" pitchFamily="18" charset="0"/>
              </a:rPr>
              <a:t>) interagit avec un </a:t>
            </a:r>
            <a:r>
              <a:rPr lang="fr-FR" sz="1200" b="1" kern="0" dirty="0">
                <a:effectLst/>
                <a:latin typeface="Times New Roman" panose="02020603050405020304" pitchFamily="18" charset="0"/>
                <a:ea typeface="Times New Roman" panose="02020603050405020304" pitchFamily="18" charset="0"/>
                <a:cs typeface="Times New Roman" panose="02020603050405020304" pitchFamily="18" charset="0"/>
              </a:rPr>
              <a:t>Serveur</a:t>
            </a:r>
            <a:r>
              <a:rPr lang="fr-FR" sz="1200" kern="0" dirty="0">
                <a:effectLst/>
                <a:latin typeface="Times New Roman" panose="02020603050405020304" pitchFamily="18" charset="0"/>
                <a:ea typeface="Times New Roman" panose="02020603050405020304" pitchFamily="18" charset="0"/>
                <a:cs typeface="Times New Roman" panose="02020603050405020304" pitchFamily="18" charset="0"/>
              </a:rPr>
              <a:t> pour afficher une page Web.</a:t>
            </a:r>
            <a:endParaRPr lang="fr-FR" sz="12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457200" lvl="1" indent="0" algn="l">
              <a:lnSpc>
                <a:spcPct val="150000"/>
              </a:lnSpc>
              <a:buSzPts val="1000"/>
              <a:buFont typeface="Courier New" panose="02070309020205020404" pitchFamily="49" charset="0"/>
              <a:buNone/>
              <a:tabLst>
                <a:tab pos="914400" algn="l"/>
              </a:tabLst>
            </a:pPr>
            <a:r>
              <a:rPr lang="fr-FR" sz="1200" b="1" kern="0" dirty="0">
                <a:effectLst/>
                <a:latin typeface="Times New Roman" panose="02020603050405020304" pitchFamily="18" charset="0"/>
                <a:ea typeface="Times New Roman" panose="02020603050405020304" pitchFamily="18" charset="0"/>
                <a:cs typeface="Times New Roman" panose="02020603050405020304" pitchFamily="18" charset="0"/>
              </a:rPr>
              <a:t>Client</a:t>
            </a:r>
            <a:r>
              <a:rPr lang="fr-FR" sz="1200" kern="0" dirty="0">
                <a:effectLst/>
                <a:latin typeface="Times New Roman" panose="02020603050405020304" pitchFamily="18" charset="0"/>
                <a:ea typeface="Times New Roman" panose="02020603050405020304" pitchFamily="18" charset="0"/>
                <a:cs typeface="Times New Roman" panose="02020603050405020304" pitchFamily="18" charset="0"/>
              </a:rPr>
              <a:t> : L'utilisateur envoie une demande via son navigateur pour accéder à une page Web.</a:t>
            </a:r>
            <a:endParaRPr lang="fr-FR" sz="12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457200" lvl="1" indent="0" algn="l">
              <a:lnSpc>
                <a:spcPct val="150000"/>
              </a:lnSpc>
              <a:buSzPts val="1000"/>
              <a:buFont typeface="Courier New" panose="02070309020205020404" pitchFamily="49" charset="0"/>
              <a:buNone/>
              <a:tabLst>
                <a:tab pos="914400" algn="l"/>
              </a:tabLst>
            </a:pPr>
            <a:r>
              <a:rPr lang="fr-FR" sz="1200" b="1" kern="0" dirty="0">
                <a:effectLst/>
                <a:latin typeface="Times New Roman" panose="02020603050405020304" pitchFamily="18" charset="0"/>
                <a:ea typeface="Times New Roman" panose="02020603050405020304" pitchFamily="18" charset="0"/>
                <a:cs typeface="Times New Roman" panose="02020603050405020304" pitchFamily="18" charset="0"/>
              </a:rPr>
              <a:t>Serveur</a:t>
            </a:r>
            <a:r>
              <a:rPr lang="fr-FR" sz="1200" kern="0" dirty="0">
                <a:effectLst/>
                <a:latin typeface="Times New Roman" panose="02020603050405020304" pitchFamily="18" charset="0"/>
                <a:ea typeface="Times New Roman" panose="02020603050405020304" pitchFamily="18" charset="0"/>
                <a:cs typeface="Times New Roman" panose="02020603050405020304" pitchFamily="18" charset="0"/>
              </a:rPr>
              <a:t> : Le serveur reçoit la demande, traite les données nécessaires (génération), puis envoie la réponse sous forme de page Web au client.</a:t>
            </a:r>
            <a:endParaRPr lang="fr-FR" sz="12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fr-FR" dirty="0"/>
          </a:p>
        </p:txBody>
      </p:sp>
      <p:sp>
        <p:nvSpPr>
          <p:cNvPr id="4" name="Espace réservé du numéro de diapositive 3"/>
          <p:cNvSpPr>
            <a:spLocks noGrp="1"/>
          </p:cNvSpPr>
          <p:nvPr>
            <p:ph type="sldNum" sz="quarter" idx="5"/>
          </p:nvPr>
        </p:nvSpPr>
        <p:spPr/>
        <p:txBody>
          <a:bodyPr/>
          <a:lstStyle/>
          <a:p>
            <a:fld id="{D27206AF-C33D-4510-B152-2854D4BD0589}" type="slidenum">
              <a:rPr lang="fr-FR" smtClean="0"/>
              <a:t>13</a:t>
            </a:fld>
            <a:endParaRPr lang="fr-FR"/>
          </a:p>
        </p:txBody>
      </p:sp>
    </p:spTree>
    <p:extLst>
      <p:ext uri="{BB962C8B-B14F-4D97-AF65-F5344CB8AC3E}">
        <p14:creationId xmlns:p14="http://schemas.microsoft.com/office/powerpoint/2010/main" val="21161932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800" dirty="0">
                <a:effectLst/>
                <a:latin typeface="Times New Roman" panose="02020603050405020304" pitchFamily="18" charset="0"/>
                <a:ea typeface="Aptos" panose="020B0004020202020204" pitchFamily="34" charset="0"/>
              </a:rPr>
              <a:t>À la suite de cette explication, voyons maintenant l'architecture sur laquelle repose la plateforme OptiRH</a:t>
            </a:r>
            <a:endParaRPr lang="fr-FR" dirty="0"/>
          </a:p>
        </p:txBody>
      </p:sp>
      <p:sp>
        <p:nvSpPr>
          <p:cNvPr id="4" name="Espace réservé du numéro de diapositive 3"/>
          <p:cNvSpPr>
            <a:spLocks noGrp="1"/>
          </p:cNvSpPr>
          <p:nvPr>
            <p:ph type="sldNum" sz="quarter" idx="5"/>
          </p:nvPr>
        </p:nvSpPr>
        <p:spPr/>
        <p:txBody>
          <a:bodyPr/>
          <a:lstStyle/>
          <a:p>
            <a:fld id="{D27206AF-C33D-4510-B152-2854D4BD0589}" type="slidenum">
              <a:rPr lang="fr-FR" smtClean="0"/>
              <a:t>14</a:t>
            </a:fld>
            <a:endParaRPr lang="fr-FR"/>
          </a:p>
        </p:txBody>
      </p:sp>
    </p:spTree>
    <p:extLst>
      <p:ext uri="{BB962C8B-B14F-4D97-AF65-F5344CB8AC3E}">
        <p14:creationId xmlns:p14="http://schemas.microsoft.com/office/powerpoint/2010/main" val="10260147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lvl="0" indent="0" algn="l">
              <a:lnSpc>
                <a:spcPct val="150000"/>
              </a:lnSpc>
              <a:buSzPts val="1000"/>
              <a:buFont typeface="Symbol" panose="05050102010706020507" pitchFamily="18" charset="2"/>
              <a:buNone/>
              <a:tabLst>
                <a:tab pos="457200" algn="l"/>
              </a:tabLst>
            </a:pPr>
            <a:r>
              <a:rPr lang="fr-FR" sz="1200" kern="0">
                <a:effectLst/>
                <a:latin typeface="Times New Roman" panose="02020603050405020304" pitchFamily="18" charset="0"/>
                <a:ea typeface="Times New Roman" panose="02020603050405020304" pitchFamily="18" charset="0"/>
                <a:cs typeface="Times New Roman" panose="02020603050405020304" pitchFamily="18" charset="0"/>
              </a:rPr>
              <a:t>L'utilisateur </a:t>
            </a:r>
            <a:r>
              <a:rPr lang="fr-FR" sz="1200" kern="0" dirty="0">
                <a:effectLst/>
                <a:latin typeface="Times New Roman" panose="02020603050405020304" pitchFamily="18" charset="0"/>
                <a:ea typeface="Times New Roman" panose="02020603050405020304" pitchFamily="18" charset="0"/>
                <a:cs typeface="Times New Roman" panose="02020603050405020304" pitchFamily="18" charset="0"/>
              </a:rPr>
              <a:t>interagit avec l'interface (Vue), qui envoie des requêtes au Contrôleur. Le Contrôleur traite ces requêtes en demandant des informations au Modèle, puis retourne les résultats à la Vue pour les afficher à l'utilisateur.</a:t>
            </a:r>
            <a:endParaRPr lang="fr-FR" sz="12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fr-FR" dirty="0"/>
          </a:p>
        </p:txBody>
      </p:sp>
      <p:sp>
        <p:nvSpPr>
          <p:cNvPr id="4" name="Espace réservé du numéro de diapositive 3"/>
          <p:cNvSpPr>
            <a:spLocks noGrp="1"/>
          </p:cNvSpPr>
          <p:nvPr>
            <p:ph type="sldNum" sz="quarter" idx="5"/>
          </p:nvPr>
        </p:nvSpPr>
        <p:spPr/>
        <p:txBody>
          <a:bodyPr/>
          <a:lstStyle/>
          <a:p>
            <a:fld id="{D27206AF-C33D-4510-B152-2854D4BD0589}" type="slidenum">
              <a:rPr lang="fr-FR" smtClean="0"/>
              <a:t>15</a:t>
            </a:fld>
            <a:endParaRPr lang="fr-FR"/>
          </a:p>
        </p:txBody>
      </p:sp>
    </p:spTree>
    <p:extLst>
      <p:ext uri="{BB962C8B-B14F-4D97-AF65-F5344CB8AC3E}">
        <p14:creationId xmlns:p14="http://schemas.microsoft.com/office/powerpoint/2010/main" val="10066616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Pour des raisons de temps </a:t>
            </a:r>
            <a:r>
              <a:rPr lang="fr-FR" noProof="0" dirty="0"/>
              <a:t>vous</a:t>
            </a:r>
            <a:r>
              <a:rPr lang="en-US" dirty="0"/>
              <a:t> retrouverez les </a:t>
            </a:r>
            <a:r>
              <a:rPr lang="en-US" dirty="0" err="1"/>
              <a:t>differents</a:t>
            </a:r>
            <a:r>
              <a:rPr lang="en-US" dirty="0"/>
              <a:t> diagrammes dans le memoire</a:t>
            </a:r>
            <a:endParaRPr lang="fr-FR" dirty="0"/>
          </a:p>
        </p:txBody>
      </p:sp>
      <p:sp>
        <p:nvSpPr>
          <p:cNvPr id="4" name="Espace réservé du numéro de diapositive 3"/>
          <p:cNvSpPr>
            <a:spLocks noGrp="1"/>
          </p:cNvSpPr>
          <p:nvPr>
            <p:ph type="sldNum" sz="quarter" idx="5"/>
          </p:nvPr>
        </p:nvSpPr>
        <p:spPr/>
        <p:txBody>
          <a:bodyPr/>
          <a:lstStyle/>
          <a:p>
            <a:fld id="{D27206AF-C33D-4510-B152-2854D4BD0589}" type="slidenum">
              <a:rPr lang="fr-FR" smtClean="0"/>
              <a:t>16</a:t>
            </a:fld>
            <a:endParaRPr lang="fr-FR"/>
          </a:p>
        </p:txBody>
      </p:sp>
    </p:spTree>
    <p:extLst>
      <p:ext uri="{BB962C8B-B14F-4D97-AF65-F5344CB8AC3E}">
        <p14:creationId xmlns:p14="http://schemas.microsoft.com/office/powerpoint/2010/main" val="26320615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800" dirty="0">
                <a:effectLst/>
                <a:latin typeface="Times New Roman" panose="02020603050405020304" pitchFamily="18" charset="0"/>
                <a:ea typeface="Aptos" panose="020B0004020202020204" pitchFamily="34" charset="0"/>
              </a:rPr>
              <a:t>Pour mieux structurer notre application, nous avons utilisé  l’approche de conception </a:t>
            </a:r>
            <a:r>
              <a:rPr lang="fr-FR" dirty="0"/>
              <a:t>Domain-Driven Design (DDD) est une méthode de développement logiciel qui se concentre sur la compréhension et la modélisation du domaine spécifique de l'application, en mettant l'accent sur les concepts et les règles propres à ce domaine.</a:t>
            </a:r>
          </a:p>
          <a:p>
            <a:r>
              <a:rPr lang="fr-FR" dirty="0"/>
              <a:t>En d'autres termes est peut être explique en 4 points:</a:t>
            </a:r>
          </a:p>
        </p:txBody>
      </p:sp>
      <p:sp>
        <p:nvSpPr>
          <p:cNvPr id="4" name="Espace réservé du numéro de diapositive 3"/>
          <p:cNvSpPr>
            <a:spLocks noGrp="1"/>
          </p:cNvSpPr>
          <p:nvPr>
            <p:ph type="sldNum" sz="quarter" idx="5"/>
          </p:nvPr>
        </p:nvSpPr>
        <p:spPr/>
        <p:txBody>
          <a:bodyPr/>
          <a:lstStyle/>
          <a:p>
            <a:fld id="{D27206AF-C33D-4510-B152-2854D4BD0589}" type="slidenum">
              <a:rPr lang="fr-FR" smtClean="0"/>
              <a:t>17</a:t>
            </a:fld>
            <a:endParaRPr lang="fr-FR"/>
          </a:p>
        </p:txBody>
      </p:sp>
    </p:spTree>
    <p:extLst>
      <p:ext uri="{BB962C8B-B14F-4D97-AF65-F5344CB8AC3E}">
        <p14:creationId xmlns:p14="http://schemas.microsoft.com/office/powerpoint/2010/main" val="29281417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800" dirty="0">
                <a:effectLst/>
                <a:latin typeface="Times New Roman" panose="02020603050405020304" pitchFamily="18" charset="0"/>
                <a:ea typeface="Aptos" panose="020B0004020202020204" pitchFamily="34" charset="0"/>
              </a:rPr>
              <a:t>Voyons maintenant les langages de programmation utilisés pour développer cette plateforme</a:t>
            </a:r>
            <a:endParaRPr lang="fr-FR" dirty="0"/>
          </a:p>
        </p:txBody>
      </p:sp>
      <p:sp>
        <p:nvSpPr>
          <p:cNvPr id="4" name="Espace réservé du numéro de diapositive 3"/>
          <p:cNvSpPr>
            <a:spLocks noGrp="1"/>
          </p:cNvSpPr>
          <p:nvPr>
            <p:ph type="sldNum" sz="quarter" idx="5"/>
          </p:nvPr>
        </p:nvSpPr>
        <p:spPr/>
        <p:txBody>
          <a:bodyPr/>
          <a:lstStyle/>
          <a:p>
            <a:fld id="{D27206AF-C33D-4510-B152-2854D4BD0589}" type="slidenum">
              <a:rPr lang="fr-FR" smtClean="0"/>
              <a:t>19</a:t>
            </a:fld>
            <a:endParaRPr lang="fr-FR"/>
          </a:p>
        </p:txBody>
      </p:sp>
    </p:spTree>
    <p:extLst>
      <p:ext uri="{BB962C8B-B14F-4D97-AF65-F5344CB8AC3E}">
        <p14:creationId xmlns:p14="http://schemas.microsoft.com/office/powerpoint/2010/main" val="4705032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800" dirty="0">
                <a:effectLst/>
                <a:latin typeface="Times New Roman" panose="02020603050405020304" pitchFamily="18" charset="0"/>
                <a:ea typeface="Aptos" panose="020B0004020202020204" pitchFamily="34" charset="0"/>
              </a:rPr>
              <a:t>Nous avons vu les langages utilisés, maintenant découvrons les frameworks qui ont permis de construire OptiRH</a:t>
            </a:r>
            <a:endParaRPr lang="fr-FR" dirty="0"/>
          </a:p>
        </p:txBody>
      </p:sp>
      <p:sp>
        <p:nvSpPr>
          <p:cNvPr id="4" name="Espace réservé du numéro de diapositive 3"/>
          <p:cNvSpPr>
            <a:spLocks noGrp="1"/>
          </p:cNvSpPr>
          <p:nvPr>
            <p:ph type="sldNum" sz="quarter" idx="5"/>
          </p:nvPr>
        </p:nvSpPr>
        <p:spPr/>
        <p:txBody>
          <a:bodyPr/>
          <a:lstStyle/>
          <a:p>
            <a:fld id="{D27206AF-C33D-4510-B152-2854D4BD0589}" type="slidenum">
              <a:rPr lang="fr-FR" smtClean="0"/>
              <a:t>20</a:t>
            </a:fld>
            <a:endParaRPr lang="fr-FR"/>
          </a:p>
        </p:txBody>
      </p:sp>
    </p:spTree>
    <p:extLst>
      <p:ext uri="{BB962C8B-B14F-4D97-AF65-F5344CB8AC3E}">
        <p14:creationId xmlns:p14="http://schemas.microsoft.com/office/powerpoint/2010/main" val="6122361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7206AF-C33D-4510-B152-2854D4BD0589}" type="slidenum">
              <a:rPr lang="fr-FR" smtClean="0"/>
              <a:t>21</a:t>
            </a:fld>
            <a:endParaRPr lang="fr-FR"/>
          </a:p>
        </p:txBody>
      </p:sp>
    </p:spTree>
    <p:extLst>
      <p:ext uri="{BB962C8B-B14F-4D97-AF65-F5344CB8AC3E}">
        <p14:creationId xmlns:p14="http://schemas.microsoft.com/office/powerpoint/2010/main" val="33572363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800" dirty="0">
                <a:effectLst/>
                <a:latin typeface="Times New Roman" panose="02020603050405020304" pitchFamily="18" charset="0"/>
                <a:ea typeface="Aptos" panose="020B0004020202020204" pitchFamily="34" charset="0"/>
              </a:rPr>
              <a:t>Avec tous ces éléments en place, voici comment fonctionne la plateforme OptiRH dans la gestion des ressources humaines</a:t>
            </a:r>
            <a:endParaRPr lang="fr-FR" dirty="0"/>
          </a:p>
        </p:txBody>
      </p:sp>
      <p:sp>
        <p:nvSpPr>
          <p:cNvPr id="4" name="Espace réservé du numéro de diapositive 3"/>
          <p:cNvSpPr>
            <a:spLocks noGrp="1"/>
          </p:cNvSpPr>
          <p:nvPr>
            <p:ph type="sldNum" sz="quarter" idx="5"/>
          </p:nvPr>
        </p:nvSpPr>
        <p:spPr/>
        <p:txBody>
          <a:bodyPr/>
          <a:lstStyle/>
          <a:p>
            <a:fld id="{D27206AF-C33D-4510-B152-2854D4BD0589}" type="slidenum">
              <a:rPr lang="fr-FR" smtClean="0"/>
              <a:t>22</a:t>
            </a:fld>
            <a:endParaRPr lang="fr-FR"/>
          </a:p>
        </p:txBody>
      </p:sp>
    </p:spTree>
    <p:extLst>
      <p:ext uri="{BB962C8B-B14F-4D97-AF65-F5344CB8AC3E}">
        <p14:creationId xmlns:p14="http://schemas.microsoft.com/office/powerpoint/2010/main" val="27648699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800" dirty="0">
                <a:effectLst/>
                <a:latin typeface="Times New Roman" panose="02020603050405020304" pitchFamily="18" charset="0"/>
                <a:ea typeface="Aptos" panose="020B0004020202020204" pitchFamily="34" charset="0"/>
              </a:rPr>
              <a:t>Après avoir vu le fonctionnement d'OptiRH, voyons quels résultats concrets ont été obtenus.</a:t>
            </a:r>
            <a:endParaRPr lang="fr-ML"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152088-2B18-4431-BADE-E9F563913E6B}" type="slidenum">
              <a:rPr kumimoji="0" lang="fr-ML"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fr-ML"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19907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just">
              <a:lnSpc>
                <a:spcPct val="150000"/>
              </a:lnSpc>
            </a:pPr>
            <a:r>
              <a:rPr lang="fr-FR" sz="1800" kern="0" dirty="0">
                <a:effectLst/>
                <a:latin typeface="Times New Roman" panose="02020603050405020304" pitchFamily="18" charset="0"/>
                <a:ea typeface="Times New Roman" panose="02020603050405020304" pitchFamily="18" charset="0"/>
                <a:cs typeface="Times New Roman" panose="02020603050405020304" pitchFamily="18" charset="0"/>
              </a:rPr>
              <a:t>OptiRH révolutionne la gestion des ressources humaines à la BIM SA en passant d'un système semi-informatisé à une solution entièrement centralisée.</a:t>
            </a:r>
            <a:endParaRPr lang="fr-FR"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lgn="just">
              <a:lnSpc>
                <a:spcPct val="150000"/>
              </a:lnSpc>
            </a:pPr>
            <a:r>
              <a:rPr lang="fr-FR" sz="1800" kern="0" dirty="0">
                <a:effectLst/>
                <a:latin typeface="Times New Roman" panose="02020603050405020304" pitchFamily="18" charset="0"/>
                <a:ea typeface="Times New Roman" panose="02020603050405020304" pitchFamily="18" charset="0"/>
                <a:cs typeface="Times New Roman" panose="02020603050405020304" pitchFamily="18" charset="0"/>
              </a:rPr>
              <a:t>Les principaux bénéfices de cette plateforme incluent :</a:t>
            </a:r>
            <a:endParaRPr lang="fr-FR" sz="1800" kern="100" dirty="0">
              <a:effectLst/>
              <a:latin typeface="Times New Roman" panose="02020603050405020304" pitchFamily="18" charset="0"/>
              <a:ea typeface="Aptos" panose="020B0004020202020204" pitchFamily="34" charset="0"/>
              <a:cs typeface="Times New Roman" panose="02020603050405020304" pitchFamily="18" charset="0"/>
            </a:endParaRPr>
          </a:p>
        </p:txBody>
      </p:sp>
      <p:sp>
        <p:nvSpPr>
          <p:cNvPr id="4" name="Espace réservé du numéro de diapositive 3"/>
          <p:cNvSpPr>
            <a:spLocks noGrp="1"/>
          </p:cNvSpPr>
          <p:nvPr>
            <p:ph type="sldNum" sz="quarter" idx="5"/>
          </p:nvPr>
        </p:nvSpPr>
        <p:spPr/>
        <p:txBody>
          <a:bodyPr/>
          <a:lstStyle/>
          <a:p>
            <a:fld id="{D27206AF-C33D-4510-B152-2854D4BD0589}" type="slidenum">
              <a:rPr lang="fr-FR" smtClean="0"/>
              <a:t>24</a:t>
            </a:fld>
            <a:endParaRPr lang="fr-FR"/>
          </a:p>
        </p:txBody>
      </p:sp>
    </p:spTree>
    <p:extLst>
      <p:ext uri="{BB962C8B-B14F-4D97-AF65-F5344CB8AC3E}">
        <p14:creationId xmlns:p14="http://schemas.microsoft.com/office/powerpoint/2010/main" val="10808678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800" dirty="0">
                <a:effectLst/>
                <a:latin typeface="Times New Roman" panose="02020603050405020304" pitchFamily="18" charset="0"/>
                <a:ea typeface="Aptos" panose="020B0004020202020204" pitchFamily="34" charset="0"/>
              </a:rPr>
              <a:t>Avant de passer aux perspectives, faisons un bilan des acquis de ce projet</a:t>
            </a:r>
            <a:endParaRPr lang="fr-FR" dirty="0"/>
          </a:p>
        </p:txBody>
      </p:sp>
      <p:sp>
        <p:nvSpPr>
          <p:cNvPr id="4" name="Espace réservé du numéro de diapositive 3"/>
          <p:cNvSpPr>
            <a:spLocks noGrp="1"/>
          </p:cNvSpPr>
          <p:nvPr>
            <p:ph type="sldNum" sz="quarter" idx="5"/>
          </p:nvPr>
        </p:nvSpPr>
        <p:spPr/>
        <p:txBody>
          <a:bodyPr/>
          <a:lstStyle/>
          <a:p>
            <a:fld id="{D27206AF-C33D-4510-B152-2854D4BD0589}" type="slidenum">
              <a:rPr lang="fr-FR" smtClean="0"/>
              <a:t>25</a:t>
            </a:fld>
            <a:endParaRPr lang="fr-FR"/>
          </a:p>
        </p:txBody>
      </p:sp>
    </p:spTree>
    <p:extLst>
      <p:ext uri="{BB962C8B-B14F-4D97-AF65-F5344CB8AC3E}">
        <p14:creationId xmlns:p14="http://schemas.microsoft.com/office/powerpoint/2010/main" val="19773796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800" dirty="0">
                <a:effectLst/>
                <a:latin typeface="Times New Roman" panose="02020603050405020304" pitchFamily="18" charset="0"/>
                <a:ea typeface="Aptos" panose="020B0004020202020204" pitchFamily="34" charset="0"/>
              </a:rPr>
              <a:t>Après avoir résumé les acquis, voyons les perspectives et les améliorations envisagées pour la plateforme OptiRH."</a:t>
            </a:r>
            <a:endParaRPr lang="fr-FR" dirty="0"/>
          </a:p>
        </p:txBody>
      </p:sp>
      <p:sp>
        <p:nvSpPr>
          <p:cNvPr id="4" name="Espace réservé du numéro de diapositive 3"/>
          <p:cNvSpPr>
            <a:spLocks noGrp="1"/>
          </p:cNvSpPr>
          <p:nvPr>
            <p:ph type="sldNum" sz="quarter" idx="5"/>
          </p:nvPr>
        </p:nvSpPr>
        <p:spPr/>
        <p:txBody>
          <a:bodyPr/>
          <a:lstStyle/>
          <a:p>
            <a:fld id="{D27206AF-C33D-4510-B152-2854D4BD0589}" type="slidenum">
              <a:rPr lang="fr-FR" smtClean="0"/>
              <a:t>26</a:t>
            </a:fld>
            <a:endParaRPr lang="fr-FR"/>
          </a:p>
        </p:txBody>
      </p:sp>
    </p:spTree>
    <p:extLst>
      <p:ext uri="{BB962C8B-B14F-4D97-AF65-F5344CB8AC3E}">
        <p14:creationId xmlns:p14="http://schemas.microsoft.com/office/powerpoint/2010/main" val="2375256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LT"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E92847-51ED-1449-A9AF-8F855167E8E6}" type="slidenum">
              <a:rPr kumimoji="0"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LT"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000633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2890081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40782113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15997468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19141334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1256543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2614751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2777442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23532567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32870643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42850078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35418082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BE682-BC13-E443-B955-4FA79FB3F1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LT"/>
          </a:p>
        </p:txBody>
      </p:sp>
      <p:sp>
        <p:nvSpPr>
          <p:cNvPr id="3" name="Subtitle 2">
            <a:extLst>
              <a:ext uri="{FF2B5EF4-FFF2-40B4-BE49-F238E27FC236}">
                <a16:creationId xmlns:a16="http://schemas.microsoft.com/office/drawing/2014/main" id="{8343E81D-F660-B04A-A02A-7771D9835F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LT"/>
          </a:p>
        </p:txBody>
      </p:sp>
      <p:sp>
        <p:nvSpPr>
          <p:cNvPr id="4" name="Date Placeholder 3">
            <a:extLst>
              <a:ext uri="{FF2B5EF4-FFF2-40B4-BE49-F238E27FC236}">
                <a16:creationId xmlns:a16="http://schemas.microsoft.com/office/drawing/2014/main" id="{FB20CAD2-F4B0-6D4F-A3DB-59C0869B6DA4}"/>
              </a:ext>
            </a:extLst>
          </p:cNvPr>
          <p:cNvSpPr>
            <a:spLocks noGrp="1"/>
          </p:cNvSpPr>
          <p:nvPr>
            <p:ph type="dt" sz="half" idx="10"/>
          </p:nvPr>
        </p:nvSpPr>
        <p:spPr/>
        <p:txBody>
          <a:bodyPr/>
          <a:lstStyle/>
          <a:p>
            <a:fld id="{5C1621EB-52E9-864A-B0F6-E4DE6976EFAF}" type="datetimeFigureOut">
              <a:t>13/09/2024</a:t>
            </a:fld>
            <a:endParaRPr lang="en-LT"/>
          </a:p>
        </p:txBody>
      </p:sp>
      <p:sp>
        <p:nvSpPr>
          <p:cNvPr id="5" name="Footer Placeholder 4">
            <a:extLst>
              <a:ext uri="{FF2B5EF4-FFF2-40B4-BE49-F238E27FC236}">
                <a16:creationId xmlns:a16="http://schemas.microsoft.com/office/drawing/2014/main" id="{35559959-8F63-1C46-9846-971A9FA824AF}"/>
              </a:ext>
            </a:extLst>
          </p:cNvPr>
          <p:cNvSpPr>
            <a:spLocks noGrp="1"/>
          </p:cNvSpPr>
          <p:nvPr>
            <p:ph type="ftr" sz="quarter" idx="11"/>
          </p:nvPr>
        </p:nvSpPr>
        <p:spPr/>
        <p:txBody>
          <a:bodyPr/>
          <a:lstStyle/>
          <a:p>
            <a:endParaRPr lang="en-LT"/>
          </a:p>
        </p:txBody>
      </p:sp>
      <p:sp>
        <p:nvSpPr>
          <p:cNvPr id="6" name="Slide Number Placeholder 5">
            <a:extLst>
              <a:ext uri="{FF2B5EF4-FFF2-40B4-BE49-F238E27FC236}">
                <a16:creationId xmlns:a16="http://schemas.microsoft.com/office/drawing/2014/main" id="{F04FAE86-30FA-9842-986E-368BD12DB94C}"/>
              </a:ext>
            </a:extLst>
          </p:cNvPr>
          <p:cNvSpPr>
            <a:spLocks noGrp="1"/>
          </p:cNvSpPr>
          <p:nvPr>
            <p:ph type="sldNum" sz="quarter" idx="12"/>
          </p:nvPr>
        </p:nvSpPr>
        <p:spPr/>
        <p:txBody>
          <a:bodyPr/>
          <a:lstStyle/>
          <a:p>
            <a:fld id="{BD72A2A8-704E-EF48-80AE-D3783EE37A42}" type="slidenum">
              <a:t>‹N°›</a:t>
            </a:fld>
            <a:endParaRPr lang="en-LT"/>
          </a:p>
        </p:txBody>
      </p:sp>
    </p:spTree>
    <p:extLst>
      <p:ext uri="{BB962C8B-B14F-4D97-AF65-F5344CB8AC3E}">
        <p14:creationId xmlns:p14="http://schemas.microsoft.com/office/powerpoint/2010/main" val="31876347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BF467-98F8-1240-ACB7-FB89C8182B30}"/>
              </a:ext>
            </a:extLst>
          </p:cNvPr>
          <p:cNvSpPr>
            <a:spLocks noGrp="1"/>
          </p:cNvSpPr>
          <p:nvPr>
            <p:ph type="title"/>
          </p:nvPr>
        </p:nvSpPr>
        <p:spPr/>
        <p:txBody>
          <a:bodyPr/>
          <a:lstStyle/>
          <a:p>
            <a:r>
              <a:rPr lang="en-US"/>
              <a:t>Click to edit Master title style</a:t>
            </a:r>
            <a:endParaRPr lang="en-LT"/>
          </a:p>
        </p:txBody>
      </p:sp>
      <p:sp>
        <p:nvSpPr>
          <p:cNvPr id="3" name="Content Placeholder 2">
            <a:extLst>
              <a:ext uri="{FF2B5EF4-FFF2-40B4-BE49-F238E27FC236}">
                <a16:creationId xmlns:a16="http://schemas.microsoft.com/office/drawing/2014/main" id="{7CDF9D25-2E40-A546-8E08-F406112B18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4" name="Date Placeholder 3">
            <a:extLst>
              <a:ext uri="{FF2B5EF4-FFF2-40B4-BE49-F238E27FC236}">
                <a16:creationId xmlns:a16="http://schemas.microsoft.com/office/drawing/2014/main" id="{C1978E3D-659B-5845-B58C-F7CE0FEDAC4D}"/>
              </a:ext>
            </a:extLst>
          </p:cNvPr>
          <p:cNvSpPr>
            <a:spLocks noGrp="1"/>
          </p:cNvSpPr>
          <p:nvPr>
            <p:ph type="dt" sz="half" idx="10"/>
          </p:nvPr>
        </p:nvSpPr>
        <p:spPr/>
        <p:txBody>
          <a:bodyPr/>
          <a:lstStyle/>
          <a:p>
            <a:fld id="{5C1621EB-52E9-864A-B0F6-E4DE6976EFAF}" type="datetimeFigureOut">
              <a:t>13/09/2024</a:t>
            </a:fld>
            <a:endParaRPr lang="en-LT"/>
          </a:p>
        </p:txBody>
      </p:sp>
      <p:sp>
        <p:nvSpPr>
          <p:cNvPr id="5" name="Footer Placeholder 4">
            <a:extLst>
              <a:ext uri="{FF2B5EF4-FFF2-40B4-BE49-F238E27FC236}">
                <a16:creationId xmlns:a16="http://schemas.microsoft.com/office/drawing/2014/main" id="{2FF348E1-52F7-3740-BECC-A872BC95274C}"/>
              </a:ext>
            </a:extLst>
          </p:cNvPr>
          <p:cNvSpPr>
            <a:spLocks noGrp="1"/>
          </p:cNvSpPr>
          <p:nvPr>
            <p:ph type="ftr" sz="quarter" idx="11"/>
          </p:nvPr>
        </p:nvSpPr>
        <p:spPr/>
        <p:txBody>
          <a:bodyPr/>
          <a:lstStyle/>
          <a:p>
            <a:endParaRPr lang="en-LT"/>
          </a:p>
        </p:txBody>
      </p:sp>
      <p:sp>
        <p:nvSpPr>
          <p:cNvPr id="6" name="Slide Number Placeholder 5">
            <a:extLst>
              <a:ext uri="{FF2B5EF4-FFF2-40B4-BE49-F238E27FC236}">
                <a16:creationId xmlns:a16="http://schemas.microsoft.com/office/drawing/2014/main" id="{E863AFA0-CF5D-CB4F-86DA-A26B2DDDD4E4}"/>
              </a:ext>
            </a:extLst>
          </p:cNvPr>
          <p:cNvSpPr>
            <a:spLocks noGrp="1"/>
          </p:cNvSpPr>
          <p:nvPr>
            <p:ph type="sldNum" sz="quarter" idx="12"/>
          </p:nvPr>
        </p:nvSpPr>
        <p:spPr/>
        <p:txBody>
          <a:bodyPr/>
          <a:lstStyle/>
          <a:p>
            <a:fld id="{BD72A2A8-704E-EF48-80AE-D3783EE37A42}" type="slidenum">
              <a:t>‹N°›</a:t>
            </a:fld>
            <a:endParaRPr lang="en-LT"/>
          </a:p>
        </p:txBody>
      </p:sp>
    </p:spTree>
    <p:extLst>
      <p:ext uri="{BB962C8B-B14F-4D97-AF65-F5344CB8AC3E}">
        <p14:creationId xmlns:p14="http://schemas.microsoft.com/office/powerpoint/2010/main" val="15332320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FBE51-5261-8649-BBAC-76D794105D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LT"/>
          </a:p>
        </p:txBody>
      </p:sp>
      <p:sp>
        <p:nvSpPr>
          <p:cNvPr id="3" name="Text Placeholder 2">
            <a:extLst>
              <a:ext uri="{FF2B5EF4-FFF2-40B4-BE49-F238E27FC236}">
                <a16:creationId xmlns:a16="http://schemas.microsoft.com/office/drawing/2014/main" id="{495328B6-1619-BD43-AFD5-7594537CB92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3C310A-FBFE-6A4B-94FD-CD0539AA4DB3}"/>
              </a:ext>
            </a:extLst>
          </p:cNvPr>
          <p:cNvSpPr>
            <a:spLocks noGrp="1"/>
          </p:cNvSpPr>
          <p:nvPr>
            <p:ph type="dt" sz="half" idx="10"/>
          </p:nvPr>
        </p:nvSpPr>
        <p:spPr/>
        <p:txBody>
          <a:bodyPr/>
          <a:lstStyle/>
          <a:p>
            <a:fld id="{5C1621EB-52E9-864A-B0F6-E4DE6976EFAF}" type="datetimeFigureOut">
              <a:t>13/09/2024</a:t>
            </a:fld>
            <a:endParaRPr lang="en-LT"/>
          </a:p>
        </p:txBody>
      </p:sp>
      <p:sp>
        <p:nvSpPr>
          <p:cNvPr id="5" name="Footer Placeholder 4">
            <a:extLst>
              <a:ext uri="{FF2B5EF4-FFF2-40B4-BE49-F238E27FC236}">
                <a16:creationId xmlns:a16="http://schemas.microsoft.com/office/drawing/2014/main" id="{4509B160-B8F3-9845-896E-719CFEDB9497}"/>
              </a:ext>
            </a:extLst>
          </p:cNvPr>
          <p:cNvSpPr>
            <a:spLocks noGrp="1"/>
          </p:cNvSpPr>
          <p:nvPr>
            <p:ph type="ftr" sz="quarter" idx="11"/>
          </p:nvPr>
        </p:nvSpPr>
        <p:spPr/>
        <p:txBody>
          <a:bodyPr/>
          <a:lstStyle/>
          <a:p>
            <a:endParaRPr lang="en-LT"/>
          </a:p>
        </p:txBody>
      </p:sp>
      <p:sp>
        <p:nvSpPr>
          <p:cNvPr id="6" name="Slide Number Placeholder 5">
            <a:extLst>
              <a:ext uri="{FF2B5EF4-FFF2-40B4-BE49-F238E27FC236}">
                <a16:creationId xmlns:a16="http://schemas.microsoft.com/office/drawing/2014/main" id="{32CFF698-F77F-6B4B-84A3-6571531ACAB7}"/>
              </a:ext>
            </a:extLst>
          </p:cNvPr>
          <p:cNvSpPr>
            <a:spLocks noGrp="1"/>
          </p:cNvSpPr>
          <p:nvPr>
            <p:ph type="sldNum" sz="quarter" idx="12"/>
          </p:nvPr>
        </p:nvSpPr>
        <p:spPr/>
        <p:txBody>
          <a:bodyPr/>
          <a:lstStyle/>
          <a:p>
            <a:fld id="{BD72A2A8-704E-EF48-80AE-D3783EE37A42}" type="slidenum">
              <a:t>‹N°›</a:t>
            </a:fld>
            <a:endParaRPr lang="en-LT"/>
          </a:p>
        </p:txBody>
      </p:sp>
    </p:spTree>
    <p:extLst>
      <p:ext uri="{BB962C8B-B14F-4D97-AF65-F5344CB8AC3E}">
        <p14:creationId xmlns:p14="http://schemas.microsoft.com/office/powerpoint/2010/main" val="20315672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ED5FF-D86B-9747-848F-2C768AE53E06}"/>
              </a:ext>
            </a:extLst>
          </p:cNvPr>
          <p:cNvSpPr>
            <a:spLocks noGrp="1"/>
          </p:cNvSpPr>
          <p:nvPr>
            <p:ph type="title"/>
          </p:nvPr>
        </p:nvSpPr>
        <p:spPr/>
        <p:txBody>
          <a:bodyPr/>
          <a:lstStyle/>
          <a:p>
            <a:r>
              <a:rPr lang="en-US"/>
              <a:t>Click to edit Master title style</a:t>
            </a:r>
            <a:endParaRPr lang="en-LT"/>
          </a:p>
        </p:txBody>
      </p:sp>
      <p:sp>
        <p:nvSpPr>
          <p:cNvPr id="3" name="Content Placeholder 2">
            <a:extLst>
              <a:ext uri="{FF2B5EF4-FFF2-40B4-BE49-F238E27FC236}">
                <a16:creationId xmlns:a16="http://schemas.microsoft.com/office/drawing/2014/main" id="{FF78C517-D3BF-1840-B5E3-D495BF943C5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4" name="Content Placeholder 3">
            <a:extLst>
              <a:ext uri="{FF2B5EF4-FFF2-40B4-BE49-F238E27FC236}">
                <a16:creationId xmlns:a16="http://schemas.microsoft.com/office/drawing/2014/main" id="{14F0A760-A9DA-0E47-8642-F4561309DD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5" name="Date Placeholder 4">
            <a:extLst>
              <a:ext uri="{FF2B5EF4-FFF2-40B4-BE49-F238E27FC236}">
                <a16:creationId xmlns:a16="http://schemas.microsoft.com/office/drawing/2014/main" id="{58D07266-6075-214C-9A0F-1B14A182DA47}"/>
              </a:ext>
            </a:extLst>
          </p:cNvPr>
          <p:cNvSpPr>
            <a:spLocks noGrp="1"/>
          </p:cNvSpPr>
          <p:nvPr>
            <p:ph type="dt" sz="half" idx="10"/>
          </p:nvPr>
        </p:nvSpPr>
        <p:spPr/>
        <p:txBody>
          <a:bodyPr/>
          <a:lstStyle/>
          <a:p>
            <a:fld id="{5C1621EB-52E9-864A-B0F6-E4DE6976EFAF}" type="datetimeFigureOut">
              <a:t>13/09/2024</a:t>
            </a:fld>
            <a:endParaRPr lang="en-LT"/>
          </a:p>
        </p:txBody>
      </p:sp>
      <p:sp>
        <p:nvSpPr>
          <p:cNvPr id="6" name="Footer Placeholder 5">
            <a:extLst>
              <a:ext uri="{FF2B5EF4-FFF2-40B4-BE49-F238E27FC236}">
                <a16:creationId xmlns:a16="http://schemas.microsoft.com/office/drawing/2014/main" id="{4A6FDC8C-B2B0-4245-A63C-2FB5D90D3893}"/>
              </a:ext>
            </a:extLst>
          </p:cNvPr>
          <p:cNvSpPr>
            <a:spLocks noGrp="1"/>
          </p:cNvSpPr>
          <p:nvPr>
            <p:ph type="ftr" sz="quarter" idx="11"/>
          </p:nvPr>
        </p:nvSpPr>
        <p:spPr/>
        <p:txBody>
          <a:bodyPr/>
          <a:lstStyle/>
          <a:p>
            <a:endParaRPr lang="en-LT"/>
          </a:p>
        </p:txBody>
      </p:sp>
      <p:sp>
        <p:nvSpPr>
          <p:cNvPr id="7" name="Slide Number Placeholder 6">
            <a:extLst>
              <a:ext uri="{FF2B5EF4-FFF2-40B4-BE49-F238E27FC236}">
                <a16:creationId xmlns:a16="http://schemas.microsoft.com/office/drawing/2014/main" id="{04EF4FA8-9897-264C-B54C-3F8F18770321}"/>
              </a:ext>
            </a:extLst>
          </p:cNvPr>
          <p:cNvSpPr>
            <a:spLocks noGrp="1"/>
          </p:cNvSpPr>
          <p:nvPr>
            <p:ph type="sldNum" sz="quarter" idx="12"/>
          </p:nvPr>
        </p:nvSpPr>
        <p:spPr/>
        <p:txBody>
          <a:bodyPr/>
          <a:lstStyle/>
          <a:p>
            <a:fld id="{BD72A2A8-704E-EF48-80AE-D3783EE37A42}" type="slidenum">
              <a:t>‹N°›</a:t>
            </a:fld>
            <a:endParaRPr lang="en-LT"/>
          </a:p>
        </p:txBody>
      </p:sp>
    </p:spTree>
    <p:extLst>
      <p:ext uri="{BB962C8B-B14F-4D97-AF65-F5344CB8AC3E}">
        <p14:creationId xmlns:p14="http://schemas.microsoft.com/office/powerpoint/2010/main" val="34070184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2B15F-C6FA-D84D-AB7C-2B5E418D3912}"/>
              </a:ext>
            </a:extLst>
          </p:cNvPr>
          <p:cNvSpPr>
            <a:spLocks noGrp="1"/>
          </p:cNvSpPr>
          <p:nvPr>
            <p:ph type="title"/>
          </p:nvPr>
        </p:nvSpPr>
        <p:spPr>
          <a:xfrm>
            <a:off x="839788" y="365125"/>
            <a:ext cx="10515600" cy="1325563"/>
          </a:xfrm>
        </p:spPr>
        <p:txBody>
          <a:bodyPr/>
          <a:lstStyle/>
          <a:p>
            <a:r>
              <a:rPr lang="en-US"/>
              <a:t>Click to edit Master title style</a:t>
            </a:r>
            <a:endParaRPr lang="en-LT"/>
          </a:p>
        </p:txBody>
      </p:sp>
      <p:sp>
        <p:nvSpPr>
          <p:cNvPr id="3" name="Text Placeholder 2">
            <a:extLst>
              <a:ext uri="{FF2B5EF4-FFF2-40B4-BE49-F238E27FC236}">
                <a16:creationId xmlns:a16="http://schemas.microsoft.com/office/drawing/2014/main" id="{AE0F8AC2-AA47-514A-8FDD-22D9C7EA77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62D7083-810C-DE49-887E-B07C6D7484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5" name="Text Placeholder 4">
            <a:extLst>
              <a:ext uri="{FF2B5EF4-FFF2-40B4-BE49-F238E27FC236}">
                <a16:creationId xmlns:a16="http://schemas.microsoft.com/office/drawing/2014/main" id="{1778EA05-E088-664F-95B0-F7ACC95192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3E967E-B198-B644-85C4-9E2D8C07E3C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7" name="Date Placeholder 6">
            <a:extLst>
              <a:ext uri="{FF2B5EF4-FFF2-40B4-BE49-F238E27FC236}">
                <a16:creationId xmlns:a16="http://schemas.microsoft.com/office/drawing/2014/main" id="{B4430866-AC10-394E-BF2C-D6905A00C0A6}"/>
              </a:ext>
            </a:extLst>
          </p:cNvPr>
          <p:cNvSpPr>
            <a:spLocks noGrp="1"/>
          </p:cNvSpPr>
          <p:nvPr>
            <p:ph type="dt" sz="half" idx="10"/>
          </p:nvPr>
        </p:nvSpPr>
        <p:spPr/>
        <p:txBody>
          <a:bodyPr/>
          <a:lstStyle/>
          <a:p>
            <a:fld id="{5C1621EB-52E9-864A-B0F6-E4DE6976EFAF}" type="datetimeFigureOut">
              <a:t>13/09/2024</a:t>
            </a:fld>
            <a:endParaRPr lang="en-LT"/>
          </a:p>
        </p:txBody>
      </p:sp>
      <p:sp>
        <p:nvSpPr>
          <p:cNvPr id="8" name="Footer Placeholder 7">
            <a:extLst>
              <a:ext uri="{FF2B5EF4-FFF2-40B4-BE49-F238E27FC236}">
                <a16:creationId xmlns:a16="http://schemas.microsoft.com/office/drawing/2014/main" id="{EA4192B9-1A8F-5643-8EDB-7F6741B9DB44}"/>
              </a:ext>
            </a:extLst>
          </p:cNvPr>
          <p:cNvSpPr>
            <a:spLocks noGrp="1"/>
          </p:cNvSpPr>
          <p:nvPr>
            <p:ph type="ftr" sz="quarter" idx="11"/>
          </p:nvPr>
        </p:nvSpPr>
        <p:spPr/>
        <p:txBody>
          <a:bodyPr/>
          <a:lstStyle/>
          <a:p>
            <a:endParaRPr lang="en-LT"/>
          </a:p>
        </p:txBody>
      </p:sp>
      <p:sp>
        <p:nvSpPr>
          <p:cNvPr id="9" name="Slide Number Placeholder 8">
            <a:extLst>
              <a:ext uri="{FF2B5EF4-FFF2-40B4-BE49-F238E27FC236}">
                <a16:creationId xmlns:a16="http://schemas.microsoft.com/office/drawing/2014/main" id="{2D7EE84F-1143-8540-BC3E-2E7FBEDE2EED}"/>
              </a:ext>
            </a:extLst>
          </p:cNvPr>
          <p:cNvSpPr>
            <a:spLocks noGrp="1"/>
          </p:cNvSpPr>
          <p:nvPr>
            <p:ph type="sldNum" sz="quarter" idx="12"/>
          </p:nvPr>
        </p:nvSpPr>
        <p:spPr/>
        <p:txBody>
          <a:bodyPr/>
          <a:lstStyle/>
          <a:p>
            <a:fld id="{BD72A2A8-704E-EF48-80AE-D3783EE37A42}" type="slidenum">
              <a:t>‹N°›</a:t>
            </a:fld>
            <a:endParaRPr lang="en-LT"/>
          </a:p>
        </p:txBody>
      </p:sp>
    </p:spTree>
    <p:extLst>
      <p:ext uri="{BB962C8B-B14F-4D97-AF65-F5344CB8AC3E}">
        <p14:creationId xmlns:p14="http://schemas.microsoft.com/office/powerpoint/2010/main" val="11744573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BE082-AEA3-514F-B09D-1F6E78F66EFC}"/>
              </a:ext>
            </a:extLst>
          </p:cNvPr>
          <p:cNvSpPr>
            <a:spLocks noGrp="1"/>
          </p:cNvSpPr>
          <p:nvPr>
            <p:ph type="title"/>
          </p:nvPr>
        </p:nvSpPr>
        <p:spPr/>
        <p:txBody>
          <a:bodyPr/>
          <a:lstStyle/>
          <a:p>
            <a:r>
              <a:rPr lang="en-US"/>
              <a:t>Click to edit Master title style</a:t>
            </a:r>
            <a:endParaRPr lang="en-LT"/>
          </a:p>
        </p:txBody>
      </p:sp>
      <p:sp>
        <p:nvSpPr>
          <p:cNvPr id="3" name="Date Placeholder 2">
            <a:extLst>
              <a:ext uri="{FF2B5EF4-FFF2-40B4-BE49-F238E27FC236}">
                <a16:creationId xmlns:a16="http://schemas.microsoft.com/office/drawing/2014/main" id="{F491E451-9867-6C42-8057-6E95D2F362B2}"/>
              </a:ext>
            </a:extLst>
          </p:cNvPr>
          <p:cNvSpPr>
            <a:spLocks noGrp="1"/>
          </p:cNvSpPr>
          <p:nvPr>
            <p:ph type="dt" sz="half" idx="10"/>
          </p:nvPr>
        </p:nvSpPr>
        <p:spPr/>
        <p:txBody>
          <a:bodyPr/>
          <a:lstStyle/>
          <a:p>
            <a:fld id="{5C1621EB-52E9-864A-B0F6-E4DE6976EFAF}" type="datetimeFigureOut">
              <a:t>13/09/2024</a:t>
            </a:fld>
            <a:endParaRPr lang="en-LT"/>
          </a:p>
        </p:txBody>
      </p:sp>
      <p:sp>
        <p:nvSpPr>
          <p:cNvPr id="4" name="Footer Placeholder 3">
            <a:extLst>
              <a:ext uri="{FF2B5EF4-FFF2-40B4-BE49-F238E27FC236}">
                <a16:creationId xmlns:a16="http://schemas.microsoft.com/office/drawing/2014/main" id="{6AA23332-F96E-2A45-BF20-B5E13FB9400F}"/>
              </a:ext>
            </a:extLst>
          </p:cNvPr>
          <p:cNvSpPr>
            <a:spLocks noGrp="1"/>
          </p:cNvSpPr>
          <p:nvPr>
            <p:ph type="ftr" sz="quarter" idx="11"/>
          </p:nvPr>
        </p:nvSpPr>
        <p:spPr/>
        <p:txBody>
          <a:bodyPr/>
          <a:lstStyle/>
          <a:p>
            <a:endParaRPr lang="en-LT"/>
          </a:p>
        </p:txBody>
      </p:sp>
      <p:sp>
        <p:nvSpPr>
          <p:cNvPr id="5" name="Slide Number Placeholder 4">
            <a:extLst>
              <a:ext uri="{FF2B5EF4-FFF2-40B4-BE49-F238E27FC236}">
                <a16:creationId xmlns:a16="http://schemas.microsoft.com/office/drawing/2014/main" id="{B508CDD1-FCB4-B145-AA09-3E794E2376CD}"/>
              </a:ext>
            </a:extLst>
          </p:cNvPr>
          <p:cNvSpPr>
            <a:spLocks noGrp="1"/>
          </p:cNvSpPr>
          <p:nvPr>
            <p:ph type="sldNum" sz="quarter" idx="12"/>
          </p:nvPr>
        </p:nvSpPr>
        <p:spPr/>
        <p:txBody>
          <a:bodyPr/>
          <a:lstStyle/>
          <a:p>
            <a:fld id="{BD72A2A8-704E-EF48-80AE-D3783EE37A42}" type="slidenum">
              <a:t>‹N°›</a:t>
            </a:fld>
            <a:endParaRPr lang="en-LT"/>
          </a:p>
        </p:txBody>
      </p:sp>
    </p:spTree>
    <p:extLst>
      <p:ext uri="{BB962C8B-B14F-4D97-AF65-F5344CB8AC3E}">
        <p14:creationId xmlns:p14="http://schemas.microsoft.com/office/powerpoint/2010/main" val="10945816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BC489A-8D6C-DC47-B468-186F9A4696AA}"/>
              </a:ext>
            </a:extLst>
          </p:cNvPr>
          <p:cNvSpPr>
            <a:spLocks noGrp="1"/>
          </p:cNvSpPr>
          <p:nvPr>
            <p:ph type="dt" sz="half" idx="10"/>
          </p:nvPr>
        </p:nvSpPr>
        <p:spPr/>
        <p:txBody>
          <a:bodyPr/>
          <a:lstStyle/>
          <a:p>
            <a:fld id="{5C1621EB-52E9-864A-B0F6-E4DE6976EFAF}" type="datetimeFigureOut">
              <a:t>13/09/2024</a:t>
            </a:fld>
            <a:endParaRPr lang="en-LT"/>
          </a:p>
        </p:txBody>
      </p:sp>
      <p:sp>
        <p:nvSpPr>
          <p:cNvPr id="3" name="Footer Placeholder 2">
            <a:extLst>
              <a:ext uri="{FF2B5EF4-FFF2-40B4-BE49-F238E27FC236}">
                <a16:creationId xmlns:a16="http://schemas.microsoft.com/office/drawing/2014/main" id="{87229109-1C34-5244-ADE5-222459E6E11F}"/>
              </a:ext>
            </a:extLst>
          </p:cNvPr>
          <p:cNvSpPr>
            <a:spLocks noGrp="1"/>
          </p:cNvSpPr>
          <p:nvPr>
            <p:ph type="ftr" sz="quarter" idx="11"/>
          </p:nvPr>
        </p:nvSpPr>
        <p:spPr/>
        <p:txBody>
          <a:bodyPr/>
          <a:lstStyle/>
          <a:p>
            <a:endParaRPr lang="en-LT"/>
          </a:p>
        </p:txBody>
      </p:sp>
      <p:sp>
        <p:nvSpPr>
          <p:cNvPr id="4" name="Slide Number Placeholder 3">
            <a:extLst>
              <a:ext uri="{FF2B5EF4-FFF2-40B4-BE49-F238E27FC236}">
                <a16:creationId xmlns:a16="http://schemas.microsoft.com/office/drawing/2014/main" id="{2F09E646-008A-3748-BCE2-BCCC6ED324DA}"/>
              </a:ext>
            </a:extLst>
          </p:cNvPr>
          <p:cNvSpPr>
            <a:spLocks noGrp="1"/>
          </p:cNvSpPr>
          <p:nvPr>
            <p:ph type="sldNum" sz="quarter" idx="12"/>
          </p:nvPr>
        </p:nvSpPr>
        <p:spPr/>
        <p:txBody>
          <a:bodyPr/>
          <a:lstStyle/>
          <a:p>
            <a:fld id="{BD72A2A8-704E-EF48-80AE-D3783EE37A42}" type="slidenum">
              <a:t>‹N°›</a:t>
            </a:fld>
            <a:endParaRPr lang="en-LT"/>
          </a:p>
        </p:txBody>
      </p:sp>
    </p:spTree>
    <p:extLst>
      <p:ext uri="{BB962C8B-B14F-4D97-AF65-F5344CB8AC3E}">
        <p14:creationId xmlns:p14="http://schemas.microsoft.com/office/powerpoint/2010/main" val="41146343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4E5A1-F2E4-4441-8387-1A6E6B2073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LT"/>
          </a:p>
        </p:txBody>
      </p:sp>
      <p:sp>
        <p:nvSpPr>
          <p:cNvPr id="3" name="Content Placeholder 2">
            <a:extLst>
              <a:ext uri="{FF2B5EF4-FFF2-40B4-BE49-F238E27FC236}">
                <a16:creationId xmlns:a16="http://schemas.microsoft.com/office/drawing/2014/main" id="{77ADA04F-4005-F044-8FE5-2EC8060FA3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4" name="Text Placeholder 3">
            <a:extLst>
              <a:ext uri="{FF2B5EF4-FFF2-40B4-BE49-F238E27FC236}">
                <a16:creationId xmlns:a16="http://schemas.microsoft.com/office/drawing/2014/main" id="{625CDADC-814E-244E-B9E5-2C9051426D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33663C-1FF4-3D4E-854F-A5AA4B8A5D1C}"/>
              </a:ext>
            </a:extLst>
          </p:cNvPr>
          <p:cNvSpPr>
            <a:spLocks noGrp="1"/>
          </p:cNvSpPr>
          <p:nvPr>
            <p:ph type="dt" sz="half" idx="10"/>
          </p:nvPr>
        </p:nvSpPr>
        <p:spPr/>
        <p:txBody>
          <a:bodyPr/>
          <a:lstStyle/>
          <a:p>
            <a:fld id="{5C1621EB-52E9-864A-B0F6-E4DE6976EFAF}" type="datetimeFigureOut">
              <a:t>13/09/2024</a:t>
            </a:fld>
            <a:endParaRPr lang="en-LT"/>
          </a:p>
        </p:txBody>
      </p:sp>
      <p:sp>
        <p:nvSpPr>
          <p:cNvPr id="6" name="Footer Placeholder 5">
            <a:extLst>
              <a:ext uri="{FF2B5EF4-FFF2-40B4-BE49-F238E27FC236}">
                <a16:creationId xmlns:a16="http://schemas.microsoft.com/office/drawing/2014/main" id="{40040EC2-135F-FE46-92F3-F3CD1E63A0FF}"/>
              </a:ext>
            </a:extLst>
          </p:cNvPr>
          <p:cNvSpPr>
            <a:spLocks noGrp="1"/>
          </p:cNvSpPr>
          <p:nvPr>
            <p:ph type="ftr" sz="quarter" idx="11"/>
          </p:nvPr>
        </p:nvSpPr>
        <p:spPr/>
        <p:txBody>
          <a:bodyPr/>
          <a:lstStyle/>
          <a:p>
            <a:endParaRPr lang="en-LT"/>
          </a:p>
        </p:txBody>
      </p:sp>
      <p:sp>
        <p:nvSpPr>
          <p:cNvPr id="7" name="Slide Number Placeholder 6">
            <a:extLst>
              <a:ext uri="{FF2B5EF4-FFF2-40B4-BE49-F238E27FC236}">
                <a16:creationId xmlns:a16="http://schemas.microsoft.com/office/drawing/2014/main" id="{1F4625FC-8AEA-F74B-9DD8-E453DBA5FB9A}"/>
              </a:ext>
            </a:extLst>
          </p:cNvPr>
          <p:cNvSpPr>
            <a:spLocks noGrp="1"/>
          </p:cNvSpPr>
          <p:nvPr>
            <p:ph type="sldNum" sz="quarter" idx="12"/>
          </p:nvPr>
        </p:nvSpPr>
        <p:spPr/>
        <p:txBody>
          <a:bodyPr/>
          <a:lstStyle/>
          <a:p>
            <a:fld id="{BD72A2A8-704E-EF48-80AE-D3783EE37A42}" type="slidenum">
              <a:t>‹N°›</a:t>
            </a:fld>
            <a:endParaRPr lang="en-LT"/>
          </a:p>
        </p:txBody>
      </p:sp>
    </p:spTree>
    <p:extLst>
      <p:ext uri="{BB962C8B-B14F-4D97-AF65-F5344CB8AC3E}">
        <p14:creationId xmlns:p14="http://schemas.microsoft.com/office/powerpoint/2010/main" val="40121458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E0717-7D74-B44F-9E66-235930CCAE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LT"/>
          </a:p>
        </p:txBody>
      </p:sp>
      <p:sp>
        <p:nvSpPr>
          <p:cNvPr id="3" name="Picture Placeholder 2">
            <a:extLst>
              <a:ext uri="{FF2B5EF4-FFF2-40B4-BE49-F238E27FC236}">
                <a16:creationId xmlns:a16="http://schemas.microsoft.com/office/drawing/2014/main" id="{E290095B-B62E-3C44-845A-8D31260A60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LT"/>
          </a:p>
        </p:txBody>
      </p:sp>
      <p:sp>
        <p:nvSpPr>
          <p:cNvPr id="4" name="Text Placeholder 3">
            <a:extLst>
              <a:ext uri="{FF2B5EF4-FFF2-40B4-BE49-F238E27FC236}">
                <a16:creationId xmlns:a16="http://schemas.microsoft.com/office/drawing/2014/main" id="{62AA383A-A1BD-3449-AEF4-F5EB7E8FAA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2DE627-2BED-3549-9D80-6D0263AB61D7}"/>
              </a:ext>
            </a:extLst>
          </p:cNvPr>
          <p:cNvSpPr>
            <a:spLocks noGrp="1"/>
          </p:cNvSpPr>
          <p:nvPr>
            <p:ph type="dt" sz="half" idx="10"/>
          </p:nvPr>
        </p:nvSpPr>
        <p:spPr/>
        <p:txBody>
          <a:bodyPr/>
          <a:lstStyle/>
          <a:p>
            <a:fld id="{5C1621EB-52E9-864A-B0F6-E4DE6976EFAF}" type="datetimeFigureOut">
              <a:t>13/09/2024</a:t>
            </a:fld>
            <a:endParaRPr lang="en-LT"/>
          </a:p>
        </p:txBody>
      </p:sp>
      <p:sp>
        <p:nvSpPr>
          <p:cNvPr id="6" name="Footer Placeholder 5">
            <a:extLst>
              <a:ext uri="{FF2B5EF4-FFF2-40B4-BE49-F238E27FC236}">
                <a16:creationId xmlns:a16="http://schemas.microsoft.com/office/drawing/2014/main" id="{6E475BC9-5EA8-9D48-A131-684734B30FE7}"/>
              </a:ext>
            </a:extLst>
          </p:cNvPr>
          <p:cNvSpPr>
            <a:spLocks noGrp="1"/>
          </p:cNvSpPr>
          <p:nvPr>
            <p:ph type="ftr" sz="quarter" idx="11"/>
          </p:nvPr>
        </p:nvSpPr>
        <p:spPr/>
        <p:txBody>
          <a:bodyPr/>
          <a:lstStyle/>
          <a:p>
            <a:endParaRPr lang="en-LT"/>
          </a:p>
        </p:txBody>
      </p:sp>
      <p:sp>
        <p:nvSpPr>
          <p:cNvPr id="7" name="Slide Number Placeholder 6">
            <a:extLst>
              <a:ext uri="{FF2B5EF4-FFF2-40B4-BE49-F238E27FC236}">
                <a16:creationId xmlns:a16="http://schemas.microsoft.com/office/drawing/2014/main" id="{C47BAA5F-2F19-D749-8E4B-44ABBE824FA0}"/>
              </a:ext>
            </a:extLst>
          </p:cNvPr>
          <p:cNvSpPr>
            <a:spLocks noGrp="1"/>
          </p:cNvSpPr>
          <p:nvPr>
            <p:ph type="sldNum" sz="quarter" idx="12"/>
          </p:nvPr>
        </p:nvSpPr>
        <p:spPr/>
        <p:txBody>
          <a:bodyPr/>
          <a:lstStyle/>
          <a:p>
            <a:fld id="{BD72A2A8-704E-EF48-80AE-D3783EE37A42}" type="slidenum">
              <a:t>‹N°›</a:t>
            </a:fld>
            <a:endParaRPr lang="en-LT"/>
          </a:p>
        </p:txBody>
      </p:sp>
    </p:spTree>
    <p:extLst>
      <p:ext uri="{BB962C8B-B14F-4D97-AF65-F5344CB8AC3E}">
        <p14:creationId xmlns:p14="http://schemas.microsoft.com/office/powerpoint/2010/main" val="38078141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1BE3B-CFC3-5A4C-B7F9-83501BEBB544}"/>
              </a:ext>
            </a:extLst>
          </p:cNvPr>
          <p:cNvSpPr>
            <a:spLocks noGrp="1"/>
          </p:cNvSpPr>
          <p:nvPr>
            <p:ph type="title"/>
          </p:nvPr>
        </p:nvSpPr>
        <p:spPr/>
        <p:txBody>
          <a:bodyPr/>
          <a:lstStyle/>
          <a:p>
            <a:r>
              <a:rPr lang="en-US"/>
              <a:t>Click to edit Master title style</a:t>
            </a:r>
            <a:endParaRPr lang="en-LT"/>
          </a:p>
        </p:txBody>
      </p:sp>
      <p:sp>
        <p:nvSpPr>
          <p:cNvPr id="3" name="Vertical Text Placeholder 2">
            <a:extLst>
              <a:ext uri="{FF2B5EF4-FFF2-40B4-BE49-F238E27FC236}">
                <a16:creationId xmlns:a16="http://schemas.microsoft.com/office/drawing/2014/main" id="{7F6FE2E7-8408-F64E-AC06-6E9B1F7B6D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4" name="Date Placeholder 3">
            <a:extLst>
              <a:ext uri="{FF2B5EF4-FFF2-40B4-BE49-F238E27FC236}">
                <a16:creationId xmlns:a16="http://schemas.microsoft.com/office/drawing/2014/main" id="{86B17EA7-EDC0-674E-87AF-81F0CC4A4735}"/>
              </a:ext>
            </a:extLst>
          </p:cNvPr>
          <p:cNvSpPr>
            <a:spLocks noGrp="1"/>
          </p:cNvSpPr>
          <p:nvPr>
            <p:ph type="dt" sz="half" idx="10"/>
          </p:nvPr>
        </p:nvSpPr>
        <p:spPr/>
        <p:txBody>
          <a:bodyPr/>
          <a:lstStyle/>
          <a:p>
            <a:fld id="{5C1621EB-52E9-864A-B0F6-E4DE6976EFAF}" type="datetimeFigureOut">
              <a:t>13/09/2024</a:t>
            </a:fld>
            <a:endParaRPr lang="en-LT"/>
          </a:p>
        </p:txBody>
      </p:sp>
      <p:sp>
        <p:nvSpPr>
          <p:cNvPr id="5" name="Footer Placeholder 4">
            <a:extLst>
              <a:ext uri="{FF2B5EF4-FFF2-40B4-BE49-F238E27FC236}">
                <a16:creationId xmlns:a16="http://schemas.microsoft.com/office/drawing/2014/main" id="{95A66A1F-640A-DD4A-8A62-FC15E9D3F56B}"/>
              </a:ext>
            </a:extLst>
          </p:cNvPr>
          <p:cNvSpPr>
            <a:spLocks noGrp="1"/>
          </p:cNvSpPr>
          <p:nvPr>
            <p:ph type="ftr" sz="quarter" idx="11"/>
          </p:nvPr>
        </p:nvSpPr>
        <p:spPr/>
        <p:txBody>
          <a:bodyPr/>
          <a:lstStyle/>
          <a:p>
            <a:endParaRPr lang="en-LT"/>
          </a:p>
        </p:txBody>
      </p:sp>
      <p:sp>
        <p:nvSpPr>
          <p:cNvPr id="6" name="Slide Number Placeholder 5">
            <a:extLst>
              <a:ext uri="{FF2B5EF4-FFF2-40B4-BE49-F238E27FC236}">
                <a16:creationId xmlns:a16="http://schemas.microsoft.com/office/drawing/2014/main" id="{59ED5553-91F0-6547-ABB8-D9C439CB0D8B}"/>
              </a:ext>
            </a:extLst>
          </p:cNvPr>
          <p:cNvSpPr>
            <a:spLocks noGrp="1"/>
          </p:cNvSpPr>
          <p:nvPr>
            <p:ph type="sldNum" sz="quarter" idx="12"/>
          </p:nvPr>
        </p:nvSpPr>
        <p:spPr/>
        <p:txBody>
          <a:bodyPr/>
          <a:lstStyle/>
          <a:p>
            <a:fld id="{BD72A2A8-704E-EF48-80AE-D3783EE37A42}" type="slidenum">
              <a:t>‹N°›</a:t>
            </a:fld>
            <a:endParaRPr lang="en-LT"/>
          </a:p>
        </p:txBody>
      </p:sp>
    </p:spTree>
    <p:extLst>
      <p:ext uri="{BB962C8B-B14F-4D97-AF65-F5344CB8AC3E}">
        <p14:creationId xmlns:p14="http://schemas.microsoft.com/office/powerpoint/2010/main" val="3214704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81D21FB-DAFB-DF4B-B7CA-DF378245F1B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LT"/>
          </a:p>
        </p:txBody>
      </p:sp>
      <p:sp>
        <p:nvSpPr>
          <p:cNvPr id="3" name="Vertical Text Placeholder 2">
            <a:extLst>
              <a:ext uri="{FF2B5EF4-FFF2-40B4-BE49-F238E27FC236}">
                <a16:creationId xmlns:a16="http://schemas.microsoft.com/office/drawing/2014/main" id="{C7C020F6-65AA-B149-8A98-D754BD2D85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4" name="Date Placeholder 3">
            <a:extLst>
              <a:ext uri="{FF2B5EF4-FFF2-40B4-BE49-F238E27FC236}">
                <a16:creationId xmlns:a16="http://schemas.microsoft.com/office/drawing/2014/main" id="{289CA0BA-7E42-374F-BCF5-EDBE9B1CAD2B}"/>
              </a:ext>
            </a:extLst>
          </p:cNvPr>
          <p:cNvSpPr>
            <a:spLocks noGrp="1"/>
          </p:cNvSpPr>
          <p:nvPr>
            <p:ph type="dt" sz="half" idx="10"/>
          </p:nvPr>
        </p:nvSpPr>
        <p:spPr/>
        <p:txBody>
          <a:bodyPr/>
          <a:lstStyle/>
          <a:p>
            <a:fld id="{5C1621EB-52E9-864A-B0F6-E4DE6976EFAF}" type="datetimeFigureOut">
              <a:t>13/09/2024</a:t>
            </a:fld>
            <a:endParaRPr lang="en-LT"/>
          </a:p>
        </p:txBody>
      </p:sp>
      <p:sp>
        <p:nvSpPr>
          <p:cNvPr id="5" name="Footer Placeholder 4">
            <a:extLst>
              <a:ext uri="{FF2B5EF4-FFF2-40B4-BE49-F238E27FC236}">
                <a16:creationId xmlns:a16="http://schemas.microsoft.com/office/drawing/2014/main" id="{6AF8169A-AD4F-B54D-BD6E-4A85F6C023AD}"/>
              </a:ext>
            </a:extLst>
          </p:cNvPr>
          <p:cNvSpPr>
            <a:spLocks noGrp="1"/>
          </p:cNvSpPr>
          <p:nvPr>
            <p:ph type="ftr" sz="quarter" idx="11"/>
          </p:nvPr>
        </p:nvSpPr>
        <p:spPr/>
        <p:txBody>
          <a:bodyPr/>
          <a:lstStyle/>
          <a:p>
            <a:endParaRPr lang="en-LT"/>
          </a:p>
        </p:txBody>
      </p:sp>
      <p:sp>
        <p:nvSpPr>
          <p:cNvPr id="6" name="Slide Number Placeholder 5">
            <a:extLst>
              <a:ext uri="{FF2B5EF4-FFF2-40B4-BE49-F238E27FC236}">
                <a16:creationId xmlns:a16="http://schemas.microsoft.com/office/drawing/2014/main" id="{A467CF1D-B5A0-C945-8BEF-46A5BA8407F5}"/>
              </a:ext>
            </a:extLst>
          </p:cNvPr>
          <p:cNvSpPr>
            <a:spLocks noGrp="1"/>
          </p:cNvSpPr>
          <p:nvPr>
            <p:ph type="sldNum" sz="quarter" idx="12"/>
          </p:nvPr>
        </p:nvSpPr>
        <p:spPr/>
        <p:txBody>
          <a:bodyPr/>
          <a:lstStyle/>
          <a:p>
            <a:fld id="{BD72A2A8-704E-EF48-80AE-D3783EE37A42}" type="slidenum">
              <a:t>‹N°›</a:t>
            </a:fld>
            <a:endParaRPr lang="en-LT"/>
          </a:p>
        </p:txBody>
      </p:sp>
    </p:spTree>
    <p:extLst>
      <p:ext uri="{BB962C8B-B14F-4D97-AF65-F5344CB8AC3E}">
        <p14:creationId xmlns:p14="http://schemas.microsoft.com/office/powerpoint/2010/main" val="3691112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9/13/2024</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‹N°›</a:t>
            </a:fld>
            <a:endParaRPr lang="en-US"/>
          </a:p>
        </p:txBody>
      </p:sp>
    </p:spTree>
    <p:extLst>
      <p:ext uri="{BB962C8B-B14F-4D97-AF65-F5344CB8AC3E}">
        <p14:creationId xmlns:p14="http://schemas.microsoft.com/office/powerpoint/2010/main" val="21732109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0AAB91E-8D3B-5049-91E0-681A6BD550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LT"/>
          </a:p>
        </p:txBody>
      </p:sp>
      <p:sp>
        <p:nvSpPr>
          <p:cNvPr id="3" name="Text Placeholder 2">
            <a:extLst>
              <a:ext uri="{FF2B5EF4-FFF2-40B4-BE49-F238E27FC236}">
                <a16:creationId xmlns:a16="http://schemas.microsoft.com/office/drawing/2014/main" id="{7EC0D1AD-7B0F-C243-8060-E31261F402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4" name="Date Placeholder 3">
            <a:extLst>
              <a:ext uri="{FF2B5EF4-FFF2-40B4-BE49-F238E27FC236}">
                <a16:creationId xmlns:a16="http://schemas.microsoft.com/office/drawing/2014/main" id="{40B009B1-730F-3948-AFDB-A7D2295142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1621EB-52E9-864A-B0F6-E4DE6976EFAF}" type="datetimeFigureOut">
              <a:t>13/09/2024</a:t>
            </a:fld>
            <a:endParaRPr lang="en-LT"/>
          </a:p>
        </p:txBody>
      </p:sp>
      <p:sp>
        <p:nvSpPr>
          <p:cNvPr id="5" name="Footer Placeholder 4">
            <a:extLst>
              <a:ext uri="{FF2B5EF4-FFF2-40B4-BE49-F238E27FC236}">
                <a16:creationId xmlns:a16="http://schemas.microsoft.com/office/drawing/2014/main" id="{3E368CD1-C846-864B-8FF5-193D2956B8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LT"/>
          </a:p>
        </p:txBody>
      </p:sp>
      <p:sp>
        <p:nvSpPr>
          <p:cNvPr id="6" name="Slide Number Placeholder 5">
            <a:extLst>
              <a:ext uri="{FF2B5EF4-FFF2-40B4-BE49-F238E27FC236}">
                <a16:creationId xmlns:a16="http://schemas.microsoft.com/office/drawing/2014/main" id="{9B75D875-456D-074B-9AD9-F14C62DF54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72A2A8-704E-EF48-80AE-D3783EE37A42}" type="slidenum">
              <a:t>‹N°›</a:t>
            </a:fld>
            <a:endParaRPr lang="en-LT"/>
          </a:p>
        </p:txBody>
      </p:sp>
    </p:spTree>
    <p:extLst>
      <p:ext uri="{BB962C8B-B14F-4D97-AF65-F5344CB8AC3E}">
        <p14:creationId xmlns:p14="http://schemas.microsoft.com/office/powerpoint/2010/main" val="66898339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L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6.sv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svg"/><Relationship Id="rId20" Type="http://schemas.openxmlformats.org/officeDocument/2006/relationships/image" Target="../media/image18.sv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9.png"/><Relationship Id="rId24" Type="http://schemas.openxmlformats.org/officeDocument/2006/relationships/image" Target="../media/image22.sv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svg"/><Relationship Id="rId19" Type="http://schemas.openxmlformats.org/officeDocument/2006/relationships/image" Target="../media/image17.pn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12.svg"/><Relationship Id="rId22" Type="http://schemas.openxmlformats.org/officeDocument/2006/relationships/image" Target="../media/image20.svg"/></Relationships>
</file>

<file path=ppt/slides/_rels/slide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24.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sv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s>
</file>

<file path=ppt/slides/_rels/slide4.xml.rels><?xml version="1.0" encoding="UTF-8" standalone="yes"?>
<Relationships xmlns="http://schemas.openxmlformats.org/package/2006/relationships"><Relationship Id="rId8" Type="http://schemas.openxmlformats.org/officeDocument/2006/relationships/image" Target="../media/image2.svg"/><Relationship Id="rId13" Type="http://schemas.openxmlformats.org/officeDocument/2006/relationships/image" Target="../media/image15.png"/><Relationship Id="rId18" Type="http://schemas.openxmlformats.org/officeDocument/2006/relationships/image" Target="../media/image20.svg"/><Relationship Id="rId3" Type="http://schemas.openxmlformats.org/officeDocument/2006/relationships/image" Target="../media/image7.png"/><Relationship Id="rId7" Type="http://schemas.openxmlformats.org/officeDocument/2006/relationships/image" Target="../media/image1.png"/><Relationship Id="rId12" Type="http://schemas.openxmlformats.org/officeDocument/2006/relationships/image" Target="../media/image22.svg"/><Relationship Id="rId17" Type="http://schemas.openxmlformats.org/officeDocument/2006/relationships/image" Target="../media/image19.png"/><Relationship Id="rId2" Type="http://schemas.openxmlformats.org/officeDocument/2006/relationships/notesSlide" Target="../notesSlides/notesSlide4.xml"/><Relationship Id="rId16" Type="http://schemas.openxmlformats.org/officeDocument/2006/relationships/image" Target="../media/image18.svg"/><Relationship Id="rId1" Type="http://schemas.openxmlformats.org/officeDocument/2006/relationships/slideLayout" Target="../slideLayouts/slideLayout7.xml"/><Relationship Id="rId6" Type="http://schemas.openxmlformats.org/officeDocument/2006/relationships/image" Target="../media/image6.svg"/><Relationship Id="rId11" Type="http://schemas.openxmlformats.org/officeDocument/2006/relationships/image" Target="../media/image21.png"/><Relationship Id="rId5" Type="http://schemas.openxmlformats.org/officeDocument/2006/relationships/image" Target="../media/image5.png"/><Relationship Id="rId15" Type="http://schemas.openxmlformats.org/officeDocument/2006/relationships/image" Target="../media/image17.png"/><Relationship Id="rId10" Type="http://schemas.openxmlformats.org/officeDocument/2006/relationships/image" Target="../media/image14.svg"/><Relationship Id="rId19" Type="http://schemas.openxmlformats.org/officeDocument/2006/relationships/image" Target="../media/image33.png"/><Relationship Id="rId4" Type="http://schemas.openxmlformats.org/officeDocument/2006/relationships/image" Target="../media/image8.svg"/><Relationship Id="rId9" Type="http://schemas.openxmlformats.org/officeDocument/2006/relationships/image" Target="../media/image13.png"/><Relationship Id="rId14" Type="http://schemas.openxmlformats.org/officeDocument/2006/relationships/image" Target="../media/image16.svg"/></Relationships>
</file>

<file path=ppt/slides/_rels/slide5.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2.svg"/><Relationship Id="rId1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5.png"/><Relationship Id="rId12" Type="http://schemas.openxmlformats.org/officeDocument/2006/relationships/image" Target="../media/image1.png"/><Relationship Id="rId17" Type="http://schemas.openxmlformats.org/officeDocument/2006/relationships/image" Target="../media/image16.svg"/><Relationship Id="rId2" Type="http://schemas.openxmlformats.org/officeDocument/2006/relationships/notesSlide" Target="../notesSlides/notesSlide5.xml"/><Relationship Id="rId16"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22.svg"/><Relationship Id="rId5" Type="http://schemas.openxmlformats.org/officeDocument/2006/relationships/image" Target="../media/image3.png"/><Relationship Id="rId15" Type="http://schemas.openxmlformats.org/officeDocument/2006/relationships/image" Target="../media/image14.svg"/><Relationship Id="rId10" Type="http://schemas.openxmlformats.org/officeDocument/2006/relationships/image" Target="../media/image21.png"/><Relationship Id="rId19" Type="http://schemas.openxmlformats.org/officeDocument/2006/relationships/image" Target="../media/image12.svg"/><Relationship Id="rId4" Type="http://schemas.openxmlformats.org/officeDocument/2006/relationships/image" Target="../media/image8.svg"/><Relationship Id="rId9" Type="http://schemas.openxmlformats.org/officeDocument/2006/relationships/image" Target="../media/image34.jpeg"/><Relationship Id="rId14"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3" Type="http://schemas.openxmlformats.org/officeDocument/2006/relationships/image" Target="../media/image17.png"/><Relationship Id="rId7" Type="http://schemas.openxmlformats.org/officeDocument/2006/relationships/image" Target="../media/image7.png"/><Relationship Id="rId12" Type="http://schemas.openxmlformats.org/officeDocument/2006/relationships/image" Target="../media/image2.svg"/><Relationship Id="rId2" Type="http://schemas.openxmlformats.org/officeDocument/2006/relationships/notesSlide" Target="../notesSlides/notesSlide6.xml"/><Relationship Id="rId16" Type="http://schemas.microsoft.com/office/2007/relationships/hdphoto" Target="../media/hdphoto3.wdp"/><Relationship Id="rId1" Type="http://schemas.openxmlformats.org/officeDocument/2006/relationships/slideLayout" Target="../slideLayouts/slideLayout7.xml"/><Relationship Id="rId6" Type="http://schemas.openxmlformats.org/officeDocument/2006/relationships/image" Target="../media/image20.svg"/><Relationship Id="rId11" Type="http://schemas.openxmlformats.org/officeDocument/2006/relationships/image" Target="../media/image1.png"/><Relationship Id="rId5" Type="http://schemas.openxmlformats.org/officeDocument/2006/relationships/image" Target="../media/image19.png"/><Relationship Id="rId15" Type="http://schemas.openxmlformats.org/officeDocument/2006/relationships/image" Target="../media/image35.png"/><Relationship Id="rId10" Type="http://schemas.openxmlformats.org/officeDocument/2006/relationships/image" Target="../media/image22.svg"/><Relationship Id="rId4" Type="http://schemas.openxmlformats.org/officeDocument/2006/relationships/image" Target="../media/image18.svg"/><Relationship Id="rId9" Type="http://schemas.openxmlformats.org/officeDocument/2006/relationships/image" Target="../media/image21.png"/><Relationship Id="rId14" Type="http://schemas.openxmlformats.org/officeDocument/2006/relationships/image" Target="../media/image14.svg"/></Relationships>
</file>

<file path=ppt/slides/_rels/slide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svg"/></Relationships>
</file>

<file path=ppt/slides/_rels/slide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svg"/></Relationships>
</file>

<file path=ppt/slides/_rels/slide9.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4.sv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2.jpeg"/><Relationship Id="rId4" Type="http://schemas.openxmlformats.org/officeDocument/2006/relationships/image" Target="../media/image41.svg"/></Relationships>
</file>

<file path=ppt/slides/_rels/slide10.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png"/><Relationship Id="rId7" Type="http://schemas.openxmlformats.org/officeDocument/2006/relationships/image" Target="../media/image49.sv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svg"/><Relationship Id="rId9" Type="http://schemas.openxmlformats.org/officeDocument/2006/relationships/image" Target="../media/image51.svg"/></Relationships>
</file>

<file path=ppt/slides/_rels/slide11.xml.rels><?xml version="1.0" encoding="UTF-8" standalone="yes"?>
<Relationships xmlns="http://schemas.openxmlformats.org/package/2006/relationships"><Relationship Id="rId8" Type="http://schemas.openxmlformats.org/officeDocument/2006/relationships/image" Target="../media/image1.png"/><Relationship Id="rId13" Type="http://schemas.openxmlformats.org/officeDocument/2006/relationships/image" Target="../media/image4.svg"/><Relationship Id="rId3" Type="http://schemas.openxmlformats.org/officeDocument/2006/relationships/image" Target="../media/image5.png"/><Relationship Id="rId7" Type="http://schemas.openxmlformats.org/officeDocument/2006/relationships/image" Target="../media/image16.svg"/><Relationship Id="rId12" Type="http://schemas.openxmlformats.org/officeDocument/2006/relationships/image" Target="../media/image3.png"/><Relationship Id="rId17" Type="http://schemas.openxmlformats.org/officeDocument/2006/relationships/image" Target="../media/image22.svg"/><Relationship Id="rId2" Type="http://schemas.openxmlformats.org/officeDocument/2006/relationships/notesSlide" Target="../notesSlides/notesSlide11.xml"/><Relationship Id="rId16"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15.png"/><Relationship Id="rId11" Type="http://schemas.openxmlformats.org/officeDocument/2006/relationships/image" Target="../media/image14.svg"/><Relationship Id="rId5" Type="http://schemas.openxmlformats.org/officeDocument/2006/relationships/image" Target="../media/image52.jpeg"/><Relationship Id="rId15" Type="http://schemas.openxmlformats.org/officeDocument/2006/relationships/image" Target="../media/image8.svg"/><Relationship Id="rId10" Type="http://schemas.openxmlformats.org/officeDocument/2006/relationships/image" Target="../media/image13.png"/><Relationship Id="rId4" Type="http://schemas.openxmlformats.org/officeDocument/2006/relationships/image" Target="../media/image6.svg"/><Relationship Id="rId9" Type="http://schemas.openxmlformats.org/officeDocument/2006/relationships/image" Target="../media/image2.svg"/><Relationship Id="rId14" Type="http://schemas.openxmlformats.org/officeDocument/2006/relationships/image" Target="../media/image7.png"/></Relationships>
</file>

<file path=ppt/slides/_rels/slide12.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3" Type="http://schemas.openxmlformats.org/officeDocument/2006/relationships/image" Target="../media/image17.png"/><Relationship Id="rId7" Type="http://schemas.openxmlformats.org/officeDocument/2006/relationships/image" Target="../media/image7.png"/><Relationship Id="rId12" Type="http://schemas.openxmlformats.org/officeDocument/2006/relationships/image" Target="../media/image2.sv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0.svg"/><Relationship Id="rId11" Type="http://schemas.openxmlformats.org/officeDocument/2006/relationships/image" Target="../media/image1.png"/><Relationship Id="rId5" Type="http://schemas.openxmlformats.org/officeDocument/2006/relationships/image" Target="../media/image19.png"/><Relationship Id="rId10" Type="http://schemas.openxmlformats.org/officeDocument/2006/relationships/image" Target="../media/image22.svg"/><Relationship Id="rId4" Type="http://schemas.openxmlformats.org/officeDocument/2006/relationships/image" Target="../media/image18.svg"/><Relationship Id="rId9" Type="http://schemas.openxmlformats.org/officeDocument/2006/relationships/image" Target="../media/image21.png"/><Relationship Id="rId14" Type="http://schemas.openxmlformats.org/officeDocument/2006/relationships/image" Target="../media/image14.svg"/></Relationships>
</file>

<file path=ppt/slides/_rels/slide13.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3" Type="http://schemas.openxmlformats.org/officeDocument/2006/relationships/image" Target="../media/image17.png"/><Relationship Id="rId7" Type="http://schemas.openxmlformats.org/officeDocument/2006/relationships/image" Target="../media/image7.png"/><Relationship Id="rId12" Type="http://schemas.openxmlformats.org/officeDocument/2006/relationships/image" Target="../media/image2.sv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20.svg"/><Relationship Id="rId11" Type="http://schemas.openxmlformats.org/officeDocument/2006/relationships/image" Target="../media/image1.png"/><Relationship Id="rId5" Type="http://schemas.openxmlformats.org/officeDocument/2006/relationships/image" Target="../media/image19.png"/><Relationship Id="rId15" Type="http://schemas.openxmlformats.org/officeDocument/2006/relationships/image" Target="../media/image53.jpg"/><Relationship Id="rId10" Type="http://schemas.openxmlformats.org/officeDocument/2006/relationships/image" Target="../media/image22.svg"/><Relationship Id="rId4" Type="http://schemas.openxmlformats.org/officeDocument/2006/relationships/image" Target="../media/image18.svg"/><Relationship Id="rId9" Type="http://schemas.openxmlformats.org/officeDocument/2006/relationships/image" Target="../media/image21.png"/><Relationship Id="rId14" Type="http://schemas.openxmlformats.org/officeDocument/2006/relationships/image" Target="../media/image14.svg"/></Relationships>
</file>

<file path=ppt/slides/_rels/slide14.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3" Type="http://schemas.openxmlformats.org/officeDocument/2006/relationships/image" Target="../media/image17.png"/><Relationship Id="rId7" Type="http://schemas.openxmlformats.org/officeDocument/2006/relationships/image" Target="../media/image7.png"/><Relationship Id="rId12" Type="http://schemas.openxmlformats.org/officeDocument/2006/relationships/image" Target="../media/image2.sv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20.svg"/><Relationship Id="rId11" Type="http://schemas.openxmlformats.org/officeDocument/2006/relationships/image" Target="../media/image1.png"/><Relationship Id="rId5" Type="http://schemas.openxmlformats.org/officeDocument/2006/relationships/image" Target="../media/image19.png"/><Relationship Id="rId10" Type="http://schemas.openxmlformats.org/officeDocument/2006/relationships/image" Target="../media/image22.svg"/><Relationship Id="rId4" Type="http://schemas.openxmlformats.org/officeDocument/2006/relationships/image" Target="../media/image18.svg"/><Relationship Id="rId9" Type="http://schemas.openxmlformats.org/officeDocument/2006/relationships/image" Target="../media/image21.png"/><Relationship Id="rId14" Type="http://schemas.openxmlformats.org/officeDocument/2006/relationships/image" Target="../media/image14.svg"/></Relationships>
</file>

<file path=ppt/slides/_rels/slide15.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3" Type="http://schemas.openxmlformats.org/officeDocument/2006/relationships/image" Target="../media/image17.png"/><Relationship Id="rId7" Type="http://schemas.openxmlformats.org/officeDocument/2006/relationships/image" Target="../media/image7.png"/><Relationship Id="rId12" Type="http://schemas.openxmlformats.org/officeDocument/2006/relationships/image" Target="../media/image2.sv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20.svg"/><Relationship Id="rId11" Type="http://schemas.openxmlformats.org/officeDocument/2006/relationships/image" Target="../media/image1.png"/><Relationship Id="rId5" Type="http://schemas.openxmlformats.org/officeDocument/2006/relationships/image" Target="../media/image19.png"/><Relationship Id="rId15" Type="http://schemas.openxmlformats.org/officeDocument/2006/relationships/image" Target="../media/image54.png"/><Relationship Id="rId10" Type="http://schemas.openxmlformats.org/officeDocument/2006/relationships/image" Target="../media/image22.svg"/><Relationship Id="rId4" Type="http://schemas.openxmlformats.org/officeDocument/2006/relationships/image" Target="../media/image18.svg"/><Relationship Id="rId9" Type="http://schemas.openxmlformats.org/officeDocument/2006/relationships/image" Target="../media/image21.png"/><Relationship Id="rId14" Type="http://schemas.openxmlformats.org/officeDocument/2006/relationships/image" Target="../media/image14.svg"/></Relationships>
</file>

<file path=ppt/slides/_rels/slide1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7.png"/><Relationship Id="rId7" Type="http://schemas.openxmlformats.org/officeDocument/2006/relationships/image" Target="../media/image55.jpe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6.svg"/><Relationship Id="rId11" Type="http://schemas.openxmlformats.org/officeDocument/2006/relationships/image" Target="../media/image22.svg"/><Relationship Id="rId5" Type="http://schemas.openxmlformats.org/officeDocument/2006/relationships/image" Target="../media/image5.png"/><Relationship Id="rId10" Type="http://schemas.openxmlformats.org/officeDocument/2006/relationships/image" Target="../media/image21.png"/><Relationship Id="rId4" Type="http://schemas.openxmlformats.org/officeDocument/2006/relationships/image" Target="../media/image8.svg"/><Relationship Id="rId9" Type="http://schemas.openxmlformats.org/officeDocument/2006/relationships/image" Target="../media/image16.svg"/></Relationships>
</file>

<file path=ppt/slides/_rels/slide17.xml.rels><?xml version="1.0" encoding="UTF-8" standalone="yes"?>
<Relationships xmlns="http://schemas.openxmlformats.org/package/2006/relationships"><Relationship Id="rId8" Type="http://schemas.openxmlformats.org/officeDocument/2006/relationships/image" Target="../media/image2.svg"/><Relationship Id="rId13" Type="http://schemas.openxmlformats.org/officeDocument/2006/relationships/image" Target="../media/image21.png"/><Relationship Id="rId3" Type="http://schemas.openxmlformats.org/officeDocument/2006/relationships/image" Target="../media/image15.png"/><Relationship Id="rId7" Type="http://schemas.openxmlformats.org/officeDocument/2006/relationships/image" Target="../media/image1.png"/><Relationship Id="rId12" Type="http://schemas.openxmlformats.org/officeDocument/2006/relationships/image" Target="../media/image18.sv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6.svg"/><Relationship Id="rId11" Type="http://schemas.openxmlformats.org/officeDocument/2006/relationships/image" Target="../media/image17.png"/><Relationship Id="rId5" Type="http://schemas.openxmlformats.org/officeDocument/2006/relationships/image" Target="../media/image5.png"/><Relationship Id="rId10" Type="http://schemas.openxmlformats.org/officeDocument/2006/relationships/image" Target="../media/image14.svg"/><Relationship Id="rId4" Type="http://schemas.openxmlformats.org/officeDocument/2006/relationships/image" Target="../media/image16.svg"/><Relationship Id="rId9" Type="http://schemas.openxmlformats.org/officeDocument/2006/relationships/image" Target="../media/image13.png"/><Relationship Id="rId14" Type="http://schemas.openxmlformats.org/officeDocument/2006/relationships/image" Target="../media/image22.svg"/></Relationships>
</file>

<file path=ppt/slides/_rels/slide18.xml.rels><?xml version="1.0" encoding="UTF-8" standalone="yes"?>
<Relationships xmlns="http://schemas.openxmlformats.org/package/2006/relationships"><Relationship Id="rId2" Type="http://schemas.openxmlformats.org/officeDocument/2006/relationships/image" Target="../media/image56.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18" Type="http://schemas.microsoft.com/office/2007/relationships/hdphoto" Target="../media/hdphoto5.wdp"/><Relationship Id="rId3" Type="http://schemas.openxmlformats.org/officeDocument/2006/relationships/image" Target="../media/image17.png"/><Relationship Id="rId7" Type="http://schemas.openxmlformats.org/officeDocument/2006/relationships/image" Target="../media/image7.png"/><Relationship Id="rId12" Type="http://schemas.openxmlformats.org/officeDocument/2006/relationships/image" Target="../media/image2.svg"/><Relationship Id="rId17" Type="http://schemas.openxmlformats.org/officeDocument/2006/relationships/image" Target="../media/image58.png"/><Relationship Id="rId2" Type="http://schemas.openxmlformats.org/officeDocument/2006/relationships/notesSlide" Target="../notesSlides/notesSlide18.xml"/><Relationship Id="rId16" Type="http://schemas.microsoft.com/office/2007/relationships/hdphoto" Target="../media/hdphoto4.wdp"/><Relationship Id="rId1" Type="http://schemas.openxmlformats.org/officeDocument/2006/relationships/slideLayout" Target="../slideLayouts/slideLayout7.xml"/><Relationship Id="rId6" Type="http://schemas.openxmlformats.org/officeDocument/2006/relationships/image" Target="../media/image20.svg"/><Relationship Id="rId11" Type="http://schemas.openxmlformats.org/officeDocument/2006/relationships/image" Target="../media/image1.png"/><Relationship Id="rId5" Type="http://schemas.openxmlformats.org/officeDocument/2006/relationships/image" Target="../media/image19.png"/><Relationship Id="rId15" Type="http://schemas.openxmlformats.org/officeDocument/2006/relationships/image" Target="../media/image57.png"/><Relationship Id="rId10" Type="http://schemas.openxmlformats.org/officeDocument/2006/relationships/image" Target="../media/image22.svg"/><Relationship Id="rId19" Type="http://schemas.openxmlformats.org/officeDocument/2006/relationships/image" Target="../media/image59.png"/><Relationship Id="rId4" Type="http://schemas.openxmlformats.org/officeDocument/2006/relationships/image" Target="../media/image18.svg"/><Relationship Id="rId9" Type="http://schemas.openxmlformats.org/officeDocument/2006/relationships/image" Target="../media/image21.png"/><Relationship Id="rId14" Type="http://schemas.openxmlformats.org/officeDocument/2006/relationships/image" Target="../media/image14.svg"/></Relationships>
</file>

<file path=ppt/slides/_rels/slide20.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18" Type="http://schemas.microsoft.com/office/2007/relationships/hdphoto" Target="../media/hdphoto7.wdp"/><Relationship Id="rId3" Type="http://schemas.openxmlformats.org/officeDocument/2006/relationships/image" Target="../media/image17.png"/><Relationship Id="rId7" Type="http://schemas.openxmlformats.org/officeDocument/2006/relationships/image" Target="../media/image7.png"/><Relationship Id="rId12" Type="http://schemas.openxmlformats.org/officeDocument/2006/relationships/image" Target="../media/image2.svg"/><Relationship Id="rId17" Type="http://schemas.openxmlformats.org/officeDocument/2006/relationships/image" Target="../media/image61.png"/><Relationship Id="rId2" Type="http://schemas.openxmlformats.org/officeDocument/2006/relationships/notesSlide" Target="../notesSlides/notesSlide19.xml"/><Relationship Id="rId16" Type="http://schemas.microsoft.com/office/2007/relationships/hdphoto" Target="../media/hdphoto6.wdp"/><Relationship Id="rId20" Type="http://schemas.microsoft.com/office/2007/relationships/hdphoto" Target="../media/hdphoto8.wdp"/><Relationship Id="rId1" Type="http://schemas.openxmlformats.org/officeDocument/2006/relationships/slideLayout" Target="../slideLayouts/slideLayout7.xml"/><Relationship Id="rId6" Type="http://schemas.openxmlformats.org/officeDocument/2006/relationships/image" Target="../media/image20.svg"/><Relationship Id="rId11" Type="http://schemas.openxmlformats.org/officeDocument/2006/relationships/image" Target="../media/image1.png"/><Relationship Id="rId5" Type="http://schemas.openxmlformats.org/officeDocument/2006/relationships/image" Target="../media/image19.png"/><Relationship Id="rId15" Type="http://schemas.openxmlformats.org/officeDocument/2006/relationships/image" Target="../media/image60.png"/><Relationship Id="rId10" Type="http://schemas.openxmlformats.org/officeDocument/2006/relationships/image" Target="../media/image22.svg"/><Relationship Id="rId19" Type="http://schemas.openxmlformats.org/officeDocument/2006/relationships/image" Target="../media/image62.png"/><Relationship Id="rId4" Type="http://schemas.openxmlformats.org/officeDocument/2006/relationships/image" Target="../media/image18.svg"/><Relationship Id="rId9" Type="http://schemas.openxmlformats.org/officeDocument/2006/relationships/image" Target="../media/image21.png"/><Relationship Id="rId14" Type="http://schemas.openxmlformats.org/officeDocument/2006/relationships/image" Target="../media/image14.svg"/></Relationships>
</file>

<file path=ppt/slides/_rels/slide21.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18" Type="http://schemas.microsoft.com/office/2007/relationships/hdphoto" Target="../media/hdphoto10.wdp"/><Relationship Id="rId3" Type="http://schemas.openxmlformats.org/officeDocument/2006/relationships/image" Target="../media/image17.png"/><Relationship Id="rId7" Type="http://schemas.openxmlformats.org/officeDocument/2006/relationships/image" Target="../media/image7.png"/><Relationship Id="rId12" Type="http://schemas.openxmlformats.org/officeDocument/2006/relationships/image" Target="../media/image2.svg"/><Relationship Id="rId17" Type="http://schemas.openxmlformats.org/officeDocument/2006/relationships/image" Target="../media/image64.png"/><Relationship Id="rId2" Type="http://schemas.openxmlformats.org/officeDocument/2006/relationships/notesSlide" Target="../notesSlides/notesSlide20.xml"/><Relationship Id="rId16" Type="http://schemas.microsoft.com/office/2007/relationships/hdphoto" Target="../media/hdphoto9.wdp"/><Relationship Id="rId20" Type="http://schemas.microsoft.com/office/2007/relationships/hdphoto" Target="../media/hdphoto11.wdp"/><Relationship Id="rId1" Type="http://schemas.openxmlformats.org/officeDocument/2006/relationships/slideLayout" Target="../slideLayouts/slideLayout7.xml"/><Relationship Id="rId6" Type="http://schemas.openxmlformats.org/officeDocument/2006/relationships/image" Target="../media/image20.svg"/><Relationship Id="rId11" Type="http://schemas.openxmlformats.org/officeDocument/2006/relationships/image" Target="../media/image1.png"/><Relationship Id="rId5" Type="http://schemas.openxmlformats.org/officeDocument/2006/relationships/image" Target="../media/image19.png"/><Relationship Id="rId15" Type="http://schemas.openxmlformats.org/officeDocument/2006/relationships/image" Target="../media/image63.png"/><Relationship Id="rId10" Type="http://schemas.openxmlformats.org/officeDocument/2006/relationships/image" Target="../media/image22.svg"/><Relationship Id="rId19" Type="http://schemas.openxmlformats.org/officeDocument/2006/relationships/image" Target="../media/image65.png"/><Relationship Id="rId4" Type="http://schemas.openxmlformats.org/officeDocument/2006/relationships/image" Target="../media/image18.svg"/><Relationship Id="rId9" Type="http://schemas.openxmlformats.org/officeDocument/2006/relationships/image" Target="../media/image21.png"/><Relationship Id="rId14" Type="http://schemas.openxmlformats.org/officeDocument/2006/relationships/image" Target="../media/image14.svg"/></Relationships>
</file>

<file path=ppt/slides/_rels/slide22.xml.rels><?xml version="1.0" encoding="UTF-8" standalone="yes"?>
<Relationships xmlns="http://schemas.openxmlformats.org/package/2006/relationships"><Relationship Id="rId3" Type="http://schemas.openxmlformats.org/officeDocument/2006/relationships/image" Target="../media/image66.png"/><Relationship Id="rId7" Type="http://schemas.openxmlformats.org/officeDocument/2006/relationships/image" Target="../media/image69.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68.svg"/><Relationship Id="rId4" Type="http://schemas.openxmlformats.org/officeDocument/2006/relationships/image" Target="../media/image67.png"/></Relationships>
</file>

<file path=ppt/slides/_rels/slide23.xml.rels><?xml version="1.0" encoding="UTF-8" standalone="yes"?>
<Relationships xmlns="http://schemas.openxmlformats.org/package/2006/relationships"><Relationship Id="rId8" Type="http://schemas.openxmlformats.org/officeDocument/2006/relationships/customXml" Target="../ink/ink2.xml"/><Relationship Id="rId3" Type="http://schemas.openxmlformats.org/officeDocument/2006/relationships/hyperlink" Target="http://127.0.0.1:8000/login" TargetMode="External"/><Relationship Id="rId7" Type="http://schemas.openxmlformats.org/officeDocument/2006/relationships/image" Target="../media/image650.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customXml" Target="../ink/ink1.xml"/><Relationship Id="rId11" Type="http://schemas.openxmlformats.org/officeDocument/2006/relationships/customXml" Target="../ink/ink5.xml"/><Relationship Id="rId5" Type="http://schemas.openxmlformats.org/officeDocument/2006/relationships/image" Target="../media/image70.jpeg"/><Relationship Id="rId10" Type="http://schemas.openxmlformats.org/officeDocument/2006/relationships/customXml" Target="../ink/ink4.xml"/><Relationship Id="rId4" Type="http://schemas.openxmlformats.org/officeDocument/2006/relationships/hyperlink" Target="http://concourmanagement.test/" TargetMode="External"/><Relationship Id="rId9" Type="http://schemas.openxmlformats.org/officeDocument/2006/relationships/customXml" Target="../ink/ink3.xml"/></Relationships>
</file>

<file path=ppt/slides/_rels/slide24.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2.png"/><Relationship Id="rId7" Type="http://schemas.openxmlformats.org/officeDocument/2006/relationships/image" Target="../media/image76.png"/><Relationship Id="rId2" Type="http://schemas.openxmlformats.org/officeDocument/2006/relationships/notesSlide" Target="../notesSlides/notesSlide24.xml"/><Relationship Id="rId1" Type="http://schemas.openxmlformats.org/officeDocument/2006/relationships/slideLayout" Target="../slideLayouts/slideLayout13.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svg"/></Relationships>
</file>

<file path=ppt/slides/_rels/slide26.xml.rels><?xml version="1.0" encoding="UTF-8" standalone="yes"?>
<Relationships xmlns="http://schemas.openxmlformats.org/package/2006/relationships"><Relationship Id="rId8" Type="http://schemas.openxmlformats.org/officeDocument/2006/relationships/image" Target="../media/image81.svg"/><Relationship Id="rId13" Type="http://schemas.openxmlformats.org/officeDocument/2006/relationships/image" Target="../media/image86.png"/><Relationship Id="rId18" Type="http://schemas.openxmlformats.org/officeDocument/2006/relationships/image" Target="../media/image91.svg"/><Relationship Id="rId3" Type="http://schemas.openxmlformats.org/officeDocument/2006/relationships/image" Target="../media/image45.png"/><Relationship Id="rId21" Type="http://schemas.openxmlformats.org/officeDocument/2006/relationships/image" Target="../media/image94.png"/><Relationship Id="rId7" Type="http://schemas.openxmlformats.org/officeDocument/2006/relationships/image" Target="../media/image80.png"/><Relationship Id="rId12" Type="http://schemas.openxmlformats.org/officeDocument/2006/relationships/image" Target="../media/image85.svg"/><Relationship Id="rId17" Type="http://schemas.openxmlformats.org/officeDocument/2006/relationships/image" Target="../media/image90.png"/><Relationship Id="rId2" Type="http://schemas.openxmlformats.org/officeDocument/2006/relationships/notesSlide" Target="../notesSlides/notesSlide25.xml"/><Relationship Id="rId16" Type="http://schemas.openxmlformats.org/officeDocument/2006/relationships/image" Target="../media/image89.svg"/><Relationship Id="rId20" Type="http://schemas.openxmlformats.org/officeDocument/2006/relationships/image" Target="../media/image93.svg"/><Relationship Id="rId1" Type="http://schemas.openxmlformats.org/officeDocument/2006/relationships/slideLayout" Target="../slideLayouts/slideLayout7.xml"/><Relationship Id="rId6" Type="http://schemas.openxmlformats.org/officeDocument/2006/relationships/image" Target="../media/image79.svg"/><Relationship Id="rId11" Type="http://schemas.openxmlformats.org/officeDocument/2006/relationships/image" Target="../media/image84.png"/><Relationship Id="rId24" Type="http://schemas.openxmlformats.org/officeDocument/2006/relationships/image" Target="../media/image97.svg"/><Relationship Id="rId5" Type="http://schemas.openxmlformats.org/officeDocument/2006/relationships/image" Target="../media/image78.png"/><Relationship Id="rId15" Type="http://schemas.openxmlformats.org/officeDocument/2006/relationships/image" Target="../media/image88.png"/><Relationship Id="rId23" Type="http://schemas.openxmlformats.org/officeDocument/2006/relationships/image" Target="../media/image96.png"/><Relationship Id="rId10" Type="http://schemas.openxmlformats.org/officeDocument/2006/relationships/image" Target="../media/image83.svg"/><Relationship Id="rId19" Type="http://schemas.openxmlformats.org/officeDocument/2006/relationships/image" Target="../media/image92.png"/><Relationship Id="rId4" Type="http://schemas.openxmlformats.org/officeDocument/2006/relationships/image" Target="../media/image46.svg"/><Relationship Id="rId9" Type="http://schemas.openxmlformats.org/officeDocument/2006/relationships/image" Target="../media/image82.png"/><Relationship Id="rId14" Type="http://schemas.openxmlformats.org/officeDocument/2006/relationships/image" Target="../media/image87.svg"/><Relationship Id="rId22" Type="http://schemas.openxmlformats.org/officeDocument/2006/relationships/image" Target="../media/image95.svg"/></Relationships>
</file>

<file path=ppt/slides/_rels/slide2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98.png"/><Relationship Id="rId1" Type="http://schemas.openxmlformats.org/officeDocument/2006/relationships/slideLayout" Target="../slideLayouts/slideLayout12.xml"/><Relationship Id="rId4" Type="http://schemas.openxmlformats.org/officeDocument/2006/relationships/image" Target="../media/image73.svg"/></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24.png"/><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1167948" y="734898"/>
            <a:ext cx="289154" cy="289154"/>
          </a:xfrm>
          <a:custGeom>
            <a:avLst/>
            <a:gdLst/>
            <a:ahLst/>
            <a:cxnLst/>
            <a:rect l="l" t="t" r="r" b="b"/>
            <a:pathLst>
              <a:path w="433731" h="433731">
                <a:moveTo>
                  <a:pt x="0" y="0"/>
                </a:moveTo>
                <a:lnTo>
                  <a:pt x="433731" y="0"/>
                </a:lnTo>
                <a:lnTo>
                  <a:pt x="433731" y="433731"/>
                </a:lnTo>
                <a:lnTo>
                  <a:pt x="0" y="43373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fr-FR"/>
          </a:p>
        </p:txBody>
      </p:sp>
      <p:sp>
        <p:nvSpPr>
          <p:cNvPr id="4" name="Freeform 4"/>
          <p:cNvSpPr/>
          <p:nvPr/>
        </p:nvSpPr>
        <p:spPr>
          <a:xfrm>
            <a:off x="11235787" y="802738"/>
            <a:ext cx="153475" cy="153475"/>
          </a:xfrm>
          <a:custGeom>
            <a:avLst/>
            <a:gdLst/>
            <a:ahLst/>
            <a:cxnLst/>
            <a:rect l="l" t="t" r="r" b="b"/>
            <a:pathLst>
              <a:path w="230213" h="230213">
                <a:moveTo>
                  <a:pt x="0" y="0"/>
                </a:moveTo>
                <a:lnTo>
                  <a:pt x="230213" y="0"/>
                </a:lnTo>
                <a:lnTo>
                  <a:pt x="230213" y="230213"/>
                </a:lnTo>
                <a:lnTo>
                  <a:pt x="0" y="23021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fr-FR"/>
          </a:p>
        </p:txBody>
      </p:sp>
      <p:sp>
        <p:nvSpPr>
          <p:cNvPr id="6" name="TextBox 6"/>
          <p:cNvSpPr txBox="1"/>
          <p:nvPr/>
        </p:nvSpPr>
        <p:spPr>
          <a:xfrm>
            <a:off x="429861" y="2952105"/>
            <a:ext cx="6475858" cy="1038746"/>
          </a:xfrm>
          <a:prstGeom prst="rect">
            <a:avLst/>
          </a:prstGeom>
        </p:spPr>
        <p:txBody>
          <a:bodyPr wrap="square" lIns="0" tIns="0" rIns="0" bIns="0" rtlCol="0" anchor="t">
            <a:spAutoFit/>
          </a:bodyPr>
          <a:lstStyle/>
          <a:p>
            <a:pPr defTabSz="609630">
              <a:lnSpc>
                <a:spcPts val="8106"/>
              </a:lnSpc>
            </a:pPr>
            <a:r>
              <a:rPr lang="en-US" sz="8716" dirty="0">
                <a:solidFill>
                  <a:srgbClr val="3B41C9"/>
                </a:solidFill>
                <a:latin typeface="ADLaM Display" panose="02010000000000000000" pitchFamily="2" charset="0"/>
                <a:ea typeface="ADLaM Display" panose="02010000000000000000" pitchFamily="2" charset="0"/>
                <a:cs typeface="ADLaM Display" panose="02010000000000000000" pitchFamily="2" charset="0"/>
              </a:rPr>
              <a:t>BIENVENUE</a:t>
            </a:r>
          </a:p>
        </p:txBody>
      </p:sp>
      <p:sp>
        <p:nvSpPr>
          <p:cNvPr id="7" name="Freeform 7"/>
          <p:cNvSpPr/>
          <p:nvPr/>
        </p:nvSpPr>
        <p:spPr>
          <a:xfrm>
            <a:off x="6793329" y="2830987"/>
            <a:ext cx="7730211" cy="7730211"/>
          </a:xfrm>
          <a:custGeom>
            <a:avLst/>
            <a:gdLst/>
            <a:ahLst/>
            <a:cxnLst/>
            <a:rect l="l" t="t" r="r" b="b"/>
            <a:pathLst>
              <a:path w="11595316" h="11595316">
                <a:moveTo>
                  <a:pt x="0" y="0"/>
                </a:moveTo>
                <a:lnTo>
                  <a:pt x="11595316" y="0"/>
                </a:lnTo>
                <a:lnTo>
                  <a:pt x="11595316" y="11595316"/>
                </a:lnTo>
                <a:lnTo>
                  <a:pt x="0" y="1159531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fr-FR"/>
          </a:p>
        </p:txBody>
      </p:sp>
      <p:sp>
        <p:nvSpPr>
          <p:cNvPr id="8" name="Freeform 8"/>
          <p:cNvSpPr/>
          <p:nvPr/>
        </p:nvSpPr>
        <p:spPr>
          <a:xfrm>
            <a:off x="-1371600" y="-1371600"/>
            <a:ext cx="2743200" cy="27432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fr-FR"/>
          </a:p>
        </p:txBody>
      </p:sp>
      <p:sp>
        <p:nvSpPr>
          <p:cNvPr id="9" name="Freeform 9"/>
          <p:cNvSpPr/>
          <p:nvPr/>
        </p:nvSpPr>
        <p:spPr>
          <a:xfrm>
            <a:off x="6905719" y="1898879"/>
            <a:ext cx="4274695" cy="3799135"/>
          </a:xfrm>
          <a:custGeom>
            <a:avLst/>
            <a:gdLst/>
            <a:ahLst/>
            <a:cxnLst/>
            <a:rect l="l" t="t" r="r" b="b"/>
            <a:pathLst>
              <a:path w="6412043" h="5698703">
                <a:moveTo>
                  <a:pt x="0" y="0"/>
                </a:moveTo>
                <a:lnTo>
                  <a:pt x="6412042" y="0"/>
                </a:lnTo>
                <a:lnTo>
                  <a:pt x="6412042" y="5698704"/>
                </a:lnTo>
                <a:lnTo>
                  <a:pt x="0" y="5698704"/>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fr-FR"/>
          </a:p>
        </p:txBody>
      </p:sp>
      <p:sp>
        <p:nvSpPr>
          <p:cNvPr id="10" name="Freeform 10"/>
          <p:cNvSpPr/>
          <p:nvPr/>
        </p:nvSpPr>
        <p:spPr>
          <a:xfrm>
            <a:off x="6326831" y="6327868"/>
            <a:ext cx="1116071" cy="1116071"/>
          </a:xfrm>
          <a:custGeom>
            <a:avLst/>
            <a:gdLst/>
            <a:ahLst/>
            <a:cxnLst/>
            <a:rect l="l" t="t" r="r" b="b"/>
            <a:pathLst>
              <a:path w="1674107" h="1674107">
                <a:moveTo>
                  <a:pt x="0" y="0"/>
                </a:moveTo>
                <a:lnTo>
                  <a:pt x="1674108" y="0"/>
                </a:lnTo>
                <a:lnTo>
                  <a:pt x="1674108" y="1674107"/>
                </a:lnTo>
                <a:lnTo>
                  <a:pt x="0" y="1674107"/>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fr-FR"/>
          </a:p>
        </p:txBody>
      </p:sp>
      <p:sp>
        <p:nvSpPr>
          <p:cNvPr id="11" name="Freeform 11"/>
          <p:cNvSpPr/>
          <p:nvPr/>
        </p:nvSpPr>
        <p:spPr>
          <a:xfrm>
            <a:off x="11287125" y="6016533"/>
            <a:ext cx="311335" cy="311335"/>
          </a:xfrm>
          <a:custGeom>
            <a:avLst/>
            <a:gdLst/>
            <a:ahLst/>
            <a:cxnLst/>
            <a:rect l="l" t="t" r="r" b="b"/>
            <a:pathLst>
              <a:path w="467003" h="467003">
                <a:moveTo>
                  <a:pt x="0" y="0"/>
                </a:moveTo>
                <a:lnTo>
                  <a:pt x="467003" y="0"/>
                </a:lnTo>
                <a:lnTo>
                  <a:pt x="467003" y="467002"/>
                </a:lnTo>
                <a:lnTo>
                  <a:pt x="0" y="4670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fr-FR"/>
          </a:p>
        </p:txBody>
      </p:sp>
      <p:sp>
        <p:nvSpPr>
          <p:cNvPr id="12" name="Freeform 12"/>
          <p:cNvSpPr/>
          <p:nvPr/>
        </p:nvSpPr>
        <p:spPr>
          <a:xfrm>
            <a:off x="10869079" y="6016533"/>
            <a:ext cx="311335" cy="311335"/>
          </a:xfrm>
          <a:custGeom>
            <a:avLst/>
            <a:gdLst/>
            <a:ahLst/>
            <a:cxnLst/>
            <a:rect l="l" t="t" r="r" b="b"/>
            <a:pathLst>
              <a:path w="467003" h="467003">
                <a:moveTo>
                  <a:pt x="0" y="0"/>
                </a:moveTo>
                <a:lnTo>
                  <a:pt x="467002" y="0"/>
                </a:lnTo>
                <a:lnTo>
                  <a:pt x="467002" y="467002"/>
                </a:lnTo>
                <a:lnTo>
                  <a:pt x="0" y="4670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fr-FR"/>
          </a:p>
        </p:txBody>
      </p:sp>
      <p:sp>
        <p:nvSpPr>
          <p:cNvPr id="13" name="Freeform 13"/>
          <p:cNvSpPr/>
          <p:nvPr/>
        </p:nvSpPr>
        <p:spPr>
          <a:xfrm>
            <a:off x="11407306" y="6105234"/>
            <a:ext cx="81364" cy="133933"/>
          </a:xfrm>
          <a:custGeom>
            <a:avLst/>
            <a:gdLst/>
            <a:ahLst/>
            <a:cxnLst/>
            <a:rect l="l" t="t" r="r" b="b"/>
            <a:pathLst>
              <a:path w="122046" h="200900">
                <a:moveTo>
                  <a:pt x="0" y="0"/>
                </a:moveTo>
                <a:lnTo>
                  <a:pt x="122047" y="0"/>
                </a:lnTo>
                <a:lnTo>
                  <a:pt x="122047" y="200900"/>
                </a:lnTo>
                <a:lnTo>
                  <a:pt x="0" y="20090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fr-FR"/>
          </a:p>
        </p:txBody>
      </p:sp>
      <p:sp>
        <p:nvSpPr>
          <p:cNvPr id="14" name="Freeform 14"/>
          <p:cNvSpPr/>
          <p:nvPr/>
        </p:nvSpPr>
        <p:spPr>
          <a:xfrm rot="-10800000">
            <a:off x="10984063" y="6105234"/>
            <a:ext cx="81364" cy="133933"/>
          </a:xfrm>
          <a:custGeom>
            <a:avLst/>
            <a:gdLst/>
            <a:ahLst/>
            <a:cxnLst/>
            <a:rect l="l" t="t" r="r" b="b"/>
            <a:pathLst>
              <a:path w="122046" h="200900">
                <a:moveTo>
                  <a:pt x="0" y="0"/>
                </a:moveTo>
                <a:lnTo>
                  <a:pt x="122046" y="0"/>
                </a:lnTo>
                <a:lnTo>
                  <a:pt x="122046" y="200900"/>
                </a:lnTo>
                <a:lnTo>
                  <a:pt x="0" y="20090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fr-FR"/>
          </a:p>
        </p:txBody>
      </p:sp>
      <p:sp>
        <p:nvSpPr>
          <p:cNvPr id="15" name="Freeform 15"/>
          <p:cNvSpPr/>
          <p:nvPr/>
        </p:nvSpPr>
        <p:spPr>
          <a:xfrm rot="5400000">
            <a:off x="10994829" y="2565968"/>
            <a:ext cx="1577732" cy="788866"/>
          </a:xfrm>
          <a:custGeom>
            <a:avLst/>
            <a:gdLst/>
            <a:ahLst/>
            <a:cxnLst/>
            <a:rect l="l" t="t" r="r" b="b"/>
            <a:pathLst>
              <a:path w="2366598" h="1183299">
                <a:moveTo>
                  <a:pt x="0" y="0"/>
                </a:moveTo>
                <a:lnTo>
                  <a:pt x="2366598" y="0"/>
                </a:lnTo>
                <a:lnTo>
                  <a:pt x="2366598" y="1183299"/>
                </a:lnTo>
                <a:lnTo>
                  <a:pt x="0" y="1183299"/>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fr-FR"/>
          </a:p>
        </p:txBody>
      </p:sp>
      <p:sp>
        <p:nvSpPr>
          <p:cNvPr id="16" name="Freeform 16"/>
          <p:cNvSpPr/>
          <p:nvPr/>
        </p:nvSpPr>
        <p:spPr>
          <a:xfrm flipH="1">
            <a:off x="0" y="5716316"/>
            <a:ext cx="1141685" cy="1141685"/>
          </a:xfrm>
          <a:custGeom>
            <a:avLst/>
            <a:gdLst/>
            <a:ahLst/>
            <a:cxnLst/>
            <a:rect l="l" t="t" r="r" b="b"/>
            <a:pathLst>
              <a:path w="1712527" h="1712527">
                <a:moveTo>
                  <a:pt x="1712527" y="0"/>
                </a:moveTo>
                <a:lnTo>
                  <a:pt x="0" y="0"/>
                </a:lnTo>
                <a:lnTo>
                  <a:pt x="0" y="1712527"/>
                </a:lnTo>
                <a:lnTo>
                  <a:pt x="1712527" y="1712527"/>
                </a:lnTo>
                <a:lnTo>
                  <a:pt x="1712527" y="0"/>
                </a:lnTo>
                <a:close/>
              </a:path>
            </a:pathLst>
          </a:custGeom>
          <a:blipFill>
            <a:blip r:embed="rId19">
              <a:extLst>
                <a:ext uri="{96DAC541-7B7A-43D3-8B79-37D633B846F1}">
                  <asvg:svgBlip xmlns:asvg="http://schemas.microsoft.com/office/drawing/2016/SVG/main" r:embed="rId20"/>
                </a:ext>
              </a:extLst>
            </a:blip>
            <a:stretch>
              <a:fillRect/>
            </a:stretch>
          </a:blipFill>
        </p:spPr>
        <p:txBody>
          <a:bodyPr/>
          <a:lstStyle/>
          <a:p>
            <a:endParaRPr lang="fr-FR"/>
          </a:p>
        </p:txBody>
      </p:sp>
      <p:sp>
        <p:nvSpPr>
          <p:cNvPr id="17" name="Freeform 17"/>
          <p:cNvSpPr/>
          <p:nvPr/>
        </p:nvSpPr>
        <p:spPr>
          <a:xfrm flipH="1">
            <a:off x="373140" y="5400352"/>
            <a:ext cx="1141685" cy="1141685"/>
          </a:xfrm>
          <a:custGeom>
            <a:avLst/>
            <a:gdLst/>
            <a:ahLst/>
            <a:cxnLst/>
            <a:rect l="l" t="t" r="r" b="b"/>
            <a:pathLst>
              <a:path w="1712527" h="1712527">
                <a:moveTo>
                  <a:pt x="1712527" y="0"/>
                </a:moveTo>
                <a:lnTo>
                  <a:pt x="0" y="0"/>
                </a:lnTo>
                <a:lnTo>
                  <a:pt x="0" y="1712528"/>
                </a:lnTo>
                <a:lnTo>
                  <a:pt x="1712527" y="1712528"/>
                </a:lnTo>
                <a:lnTo>
                  <a:pt x="1712527"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fr-FR"/>
          </a:p>
        </p:txBody>
      </p:sp>
      <p:sp>
        <p:nvSpPr>
          <p:cNvPr id="18" name="Freeform 18"/>
          <p:cNvSpPr/>
          <p:nvPr/>
        </p:nvSpPr>
        <p:spPr>
          <a:xfrm>
            <a:off x="8092648" y="987782"/>
            <a:ext cx="281243" cy="281243"/>
          </a:xfrm>
          <a:custGeom>
            <a:avLst/>
            <a:gdLst/>
            <a:ahLst/>
            <a:cxnLst/>
            <a:rect l="l" t="t" r="r" b="b"/>
            <a:pathLst>
              <a:path w="421865" h="421865">
                <a:moveTo>
                  <a:pt x="0" y="0"/>
                </a:moveTo>
                <a:lnTo>
                  <a:pt x="421865" y="0"/>
                </a:lnTo>
                <a:lnTo>
                  <a:pt x="421865" y="421865"/>
                </a:lnTo>
                <a:lnTo>
                  <a:pt x="0" y="421865"/>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lang="fr-FR"/>
          </a:p>
        </p:txBody>
      </p:sp>
      <p:sp>
        <p:nvSpPr>
          <p:cNvPr id="19" name="Freeform 19"/>
          <p:cNvSpPr/>
          <p:nvPr/>
        </p:nvSpPr>
        <p:spPr>
          <a:xfrm>
            <a:off x="685801" y="3952441"/>
            <a:ext cx="281243" cy="281243"/>
          </a:xfrm>
          <a:custGeom>
            <a:avLst/>
            <a:gdLst/>
            <a:ahLst/>
            <a:cxnLst/>
            <a:rect l="l" t="t" r="r" b="b"/>
            <a:pathLst>
              <a:path w="421865" h="421865">
                <a:moveTo>
                  <a:pt x="0" y="0"/>
                </a:moveTo>
                <a:lnTo>
                  <a:pt x="421865" y="0"/>
                </a:lnTo>
                <a:lnTo>
                  <a:pt x="421865" y="421865"/>
                </a:lnTo>
                <a:lnTo>
                  <a:pt x="0" y="421865"/>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lang="fr-FR"/>
          </a:p>
        </p:txBody>
      </p:sp>
      <p:sp>
        <p:nvSpPr>
          <p:cNvPr id="21" name="TextBox 21"/>
          <p:cNvSpPr txBox="1"/>
          <p:nvPr/>
        </p:nvSpPr>
        <p:spPr>
          <a:xfrm>
            <a:off x="535904" y="728278"/>
            <a:ext cx="978920" cy="246734"/>
          </a:xfrm>
          <a:prstGeom prst="rect">
            <a:avLst/>
          </a:prstGeom>
        </p:spPr>
        <p:txBody>
          <a:bodyPr lIns="0" tIns="0" rIns="0" bIns="0" rtlCol="0" anchor="t">
            <a:spAutoFit/>
          </a:bodyPr>
          <a:lstStyle/>
          <a:p>
            <a:pPr algn="r" defTabSz="609630">
              <a:lnSpc>
                <a:spcPts val="2147"/>
              </a:lnSpc>
            </a:pPr>
            <a:r>
              <a:rPr lang="en-US" sz="1533" dirty="0">
                <a:solidFill>
                  <a:srgbClr val="3B41C9"/>
                </a:solidFill>
                <a:latin typeface="Montserrat Classic Bold"/>
              </a:rPr>
              <a:t>OPTIRH</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1000"/>
                                        <p:tgtEl>
                                          <p:spTgt spid="9"/>
                                        </p:tgtEl>
                                      </p:cBhvr>
                                    </p:animEffect>
                                    <p:anim calcmode="lin" valueType="num">
                                      <p:cBhvr>
                                        <p:cTn id="14" dur="1000" fill="hold"/>
                                        <p:tgtEl>
                                          <p:spTgt spid="9"/>
                                        </p:tgtEl>
                                        <p:attrNameLst>
                                          <p:attrName>ppt_x</p:attrName>
                                        </p:attrNameLst>
                                      </p:cBhvr>
                                      <p:tavLst>
                                        <p:tav tm="0">
                                          <p:val>
                                            <p:strVal val="#ppt_x"/>
                                          </p:val>
                                        </p:tav>
                                        <p:tav tm="100000">
                                          <p:val>
                                            <p:strVal val="#ppt_x"/>
                                          </p:val>
                                        </p:tav>
                                      </p:tavLst>
                                    </p:anim>
                                    <p:anim calcmode="lin" valueType="num">
                                      <p:cBhvr>
                                        <p:cTn id="1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4AFAC6AD-E06A-BD4A-AB39-35849B2BFA2D}"/>
              </a:ext>
            </a:extLst>
          </p:cNvPr>
          <p:cNvCxnSpPr>
            <a:cxnSpLocks/>
          </p:cNvCxnSpPr>
          <p:nvPr/>
        </p:nvCxnSpPr>
        <p:spPr>
          <a:xfrm flipV="1">
            <a:off x="2987613" y="3514421"/>
            <a:ext cx="825191" cy="657921"/>
          </a:xfrm>
          <a:prstGeom prst="line">
            <a:avLst/>
          </a:prstGeom>
          <a:solidFill>
            <a:srgbClr val="12231D">
              <a:alpha val="40000"/>
            </a:srgbClr>
          </a:solidFill>
          <a:ln w="63500" cap="rnd">
            <a:solidFill>
              <a:schemeClr val="bg1"/>
            </a:solidFill>
            <a:prstDash val="sysDot"/>
            <a:round/>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a:extLst>
              <a:ext uri="{FF2B5EF4-FFF2-40B4-BE49-F238E27FC236}">
                <a16:creationId xmlns:a16="http://schemas.microsoft.com/office/drawing/2014/main" id="{70ECD39E-EC9A-954A-B4CF-9BCD99C8CFAE}"/>
              </a:ext>
            </a:extLst>
          </p:cNvPr>
          <p:cNvCxnSpPr>
            <a:cxnSpLocks/>
          </p:cNvCxnSpPr>
          <p:nvPr/>
        </p:nvCxnSpPr>
        <p:spPr>
          <a:xfrm flipH="1" flipV="1">
            <a:off x="5418578" y="3503269"/>
            <a:ext cx="960188" cy="749245"/>
          </a:xfrm>
          <a:prstGeom prst="line">
            <a:avLst/>
          </a:prstGeom>
          <a:solidFill>
            <a:srgbClr val="12231D">
              <a:alpha val="40000"/>
            </a:srgbClr>
          </a:solidFill>
          <a:ln w="63500" cap="rnd">
            <a:solidFill>
              <a:schemeClr val="bg1"/>
            </a:solidFill>
            <a:prstDash val="sysDot"/>
            <a:round/>
          </a:ln>
        </p:spPr>
        <p:style>
          <a:lnRef idx="2">
            <a:schemeClr val="accent1">
              <a:shade val="50000"/>
            </a:schemeClr>
          </a:lnRef>
          <a:fillRef idx="1">
            <a:schemeClr val="accent1"/>
          </a:fillRef>
          <a:effectRef idx="0">
            <a:schemeClr val="accent1"/>
          </a:effectRef>
          <a:fontRef idx="minor">
            <a:schemeClr val="lt1"/>
          </a:fontRef>
        </p:style>
      </p:cxnSp>
      <p:cxnSp>
        <p:nvCxnSpPr>
          <p:cNvPr id="28" name="Straight Connector 27">
            <a:extLst>
              <a:ext uri="{FF2B5EF4-FFF2-40B4-BE49-F238E27FC236}">
                <a16:creationId xmlns:a16="http://schemas.microsoft.com/office/drawing/2014/main" id="{0DF68F12-370D-1E45-B388-B3EB7E9D3A9F}"/>
              </a:ext>
            </a:extLst>
          </p:cNvPr>
          <p:cNvCxnSpPr>
            <a:cxnSpLocks/>
          </p:cNvCxnSpPr>
          <p:nvPr/>
        </p:nvCxnSpPr>
        <p:spPr>
          <a:xfrm flipH="1">
            <a:off x="8273670" y="3668618"/>
            <a:ext cx="903385" cy="683046"/>
          </a:xfrm>
          <a:prstGeom prst="line">
            <a:avLst/>
          </a:prstGeom>
          <a:solidFill>
            <a:srgbClr val="12231D">
              <a:alpha val="40000"/>
            </a:srgbClr>
          </a:solidFill>
          <a:ln w="63500" cap="rnd">
            <a:solidFill>
              <a:schemeClr val="bg1"/>
            </a:solidFill>
            <a:prstDash val="sysDot"/>
            <a:round/>
          </a:ln>
        </p:spPr>
        <p:style>
          <a:lnRef idx="2">
            <a:schemeClr val="accent1">
              <a:shade val="50000"/>
            </a:schemeClr>
          </a:lnRef>
          <a:fillRef idx="1">
            <a:schemeClr val="accent1"/>
          </a:fillRef>
          <a:effectRef idx="0">
            <a:schemeClr val="accent1"/>
          </a:effectRef>
          <a:fontRef idx="minor">
            <a:schemeClr val="lt1"/>
          </a:fontRef>
        </p:style>
      </p:cxnSp>
      <p:grpSp>
        <p:nvGrpSpPr>
          <p:cNvPr id="25" name="Groupe 24">
            <a:extLst>
              <a:ext uri="{FF2B5EF4-FFF2-40B4-BE49-F238E27FC236}">
                <a16:creationId xmlns:a16="http://schemas.microsoft.com/office/drawing/2014/main" id="{A5A71F7D-60F4-4DDD-BF44-F4CFB8A54103}"/>
              </a:ext>
            </a:extLst>
          </p:cNvPr>
          <p:cNvGrpSpPr>
            <a:grpSpLocks/>
          </p:cNvGrpSpPr>
          <p:nvPr/>
        </p:nvGrpSpPr>
        <p:grpSpPr bwMode="auto">
          <a:xfrm>
            <a:off x="191732" y="397065"/>
            <a:ext cx="11808591" cy="1325300"/>
            <a:chOff x="0" y="0"/>
            <a:chExt cx="68048" cy="13253"/>
          </a:xfrm>
        </p:grpSpPr>
        <p:pic>
          <p:nvPicPr>
            <p:cNvPr id="33" name="Image 32">
              <a:extLst>
                <a:ext uri="{FF2B5EF4-FFF2-40B4-BE49-F238E27FC236}">
                  <a16:creationId xmlns:a16="http://schemas.microsoft.com/office/drawing/2014/main" id="{876751A0-162E-4B3E-A23E-1445F8E40A50}"/>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0" y="0"/>
              <a:ext cx="8872" cy="13253"/>
            </a:xfrm>
            <a:prstGeom prst="rect">
              <a:avLst/>
            </a:prstGeom>
            <a:noFill/>
            <a:extLst>
              <a:ext uri="{909E8E84-426E-40DD-AFC4-6F175D3DCCD1}">
                <a14:hiddenFill xmlns:a14="http://schemas.microsoft.com/office/drawing/2010/main">
                  <a:solidFill>
                    <a:srgbClr val="FFFFFF"/>
                  </a:solidFill>
                </a14:hiddenFill>
              </a:ext>
            </a:extLst>
          </p:spPr>
        </p:pic>
        <p:pic>
          <p:nvPicPr>
            <p:cNvPr id="34" name="Image 33">
              <a:extLst>
                <a:ext uri="{FF2B5EF4-FFF2-40B4-BE49-F238E27FC236}">
                  <a16:creationId xmlns:a16="http://schemas.microsoft.com/office/drawing/2014/main" id="{92F35D9D-5AED-45D4-99F9-F713B4548C48}"/>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56533" y="169"/>
              <a:ext cx="11515" cy="12520"/>
            </a:xfrm>
            <a:prstGeom prst="rect">
              <a:avLst/>
            </a:prstGeom>
            <a:noFill/>
            <a:extLst>
              <a:ext uri="{909E8E84-426E-40DD-AFC4-6F175D3DCCD1}">
                <a14:hiddenFill xmlns:a14="http://schemas.microsoft.com/office/drawing/2010/main">
                  <a:solidFill>
                    <a:srgbClr val="FFFFFF"/>
                  </a:solidFill>
                </a14:hiddenFill>
              </a:ext>
            </a:extLst>
          </p:spPr>
        </p:pic>
      </p:grpSp>
      <p:sp>
        <p:nvSpPr>
          <p:cNvPr id="36" name="ZoneTexte 35">
            <a:extLst>
              <a:ext uri="{FF2B5EF4-FFF2-40B4-BE49-F238E27FC236}">
                <a16:creationId xmlns:a16="http://schemas.microsoft.com/office/drawing/2014/main" id="{5950E396-E026-485E-9AC0-ABBFD404A5A6}"/>
              </a:ext>
            </a:extLst>
          </p:cNvPr>
          <p:cNvSpPr txBox="1"/>
          <p:nvPr/>
        </p:nvSpPr>
        <p:spPr>
          <a:xfrm>
            <a:off x="-37813" y="5561255"/>
            <a:ext cx="3675722" cy="918136"/>
          </a:xfrm>
          <a:prstGeom prst="rect">
            <a:avLst/>
          </a:prstGeom>
          <a:noFill/>
        </p:spPr>
        <p:txBody>
          <a:bodyPr wrap="square" rtlCol="0">
            <a:spAutoFit/>
          </a:bodyPr>
          <a:lstStyle/>
          <a:p>
            <a:pPr algn="ctr" defTabSz="609630">
              <a:lnSpc>
                <a:spcPct val="150000"/>
              </a:lnSpc>
            </a:pPr>
            <a:r>
              <a:rPr lang="fr-FR" sz="2000" b="1" u="sng" dirty="0">
                <a:solidFill>
                  <a:srgbClr val="0070C0"/>
                </a:solidFill>
                <a:latin typeface="Cambria" panose="02040503050406030204" pitchFamily="18" charset="0"/>
                <a:ea typeface="Cambria" panose="02040503050406030204" pitchFamily="18" charset="0"/>
              </a:rPr>
              <a:t>Sous l’encadrement de:</a:t>
            </a:r>
          </a:p>
          <a:p>
            <a:pPr algn="ctr" defTabSz="609630">
              <a:lnSpc>
                <a:spcPct val="150000"/>
              </a:lnSpc>
            </a:pPr>
            <a:r>
              <a:rPr lang="fr-FR" b="1" dirty="0">
                <a:solidFill>
                  <a:prstClr val="black"/>
                </a:solidFill>
                <a:latin typeface="Cambria" panose="02040503050406030204" pitchFamily="18" charset="0"/>
                <a:ea typeface="Cambria" panose="02040503050406030204" pitchFamily="18" charset="0"/>
              </a:rPr>
              <a:t>M. Mamadou SANGARE</a:t>
            </a:r>
          </a:p>
        </p:txBody>
      </p:sp>
      <p:sp>
        <p:nvSpPr>
          <p:cNvPr id="37" name="Titre 1">
            <a:extLst>
              <a:ext uri="{FF2B5EF4-FFF2-40B4-BE49-F238E27FC236}">
                <a16:creationId xmlns:a16="http://schemas.microsoft.com/office/drawing/2014/main" id="{27C158C3-2611-4DE5-A321-F47E01C32841}"/>
              </a:ext>
            </a:extLst>
          </p:cNvPr>
          <p:cNvSpPr txBox="1">
            <a:spLocks/>
          </p:cNvSpPr>
          <p:nvPr/>
        </p:nvSpPr>
        <p:spPr>
          <a:xfrm>
            <a:off x="1731266" y="459652"/>
            <a:ext cx="8270875" cy="1066609"/>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09630"/>
            <a:r>
              <a:rPr lang="fr-FR" sz="2400" b="1" dirty="0">
                <a:solidFill>
                  <a:srgbClr val="4F81BD">
                    <a:lumMod val="50000"/>
                  </a:srgbClr>
                </a:solidFill>
                <a:latin typeface="Times New Roman" panose="02020603050405020304" pitchFamily="18" charset="0"/>
                <a:ea typeface="Cambria" panose="02040503050406030204" pitchFamily="18" charset="0"/>
                <a:cs typeface="Times New Roman" panose="02020603050405020304" pitchFamily="18" charset="0"/>
              </a:rPr>
              <a:t>INSTITUT SUPERIEUR DES TECHNIQUES ECONOMIQUES</a:t>
            </a:r>
            <a:br>
              <a:rPr lang="fr-FR" sz="2400" b="1" dirty="0">
                <a:solidFill>
                  <a:srgbClr val="4F81BD">
                    <a:lumMod val="50000"/>
                  </a:srgbClr>
                </a:solidFill>
                <a:latin typeface="Times New Roman" panose="02020603050405020304" pitchFamily="18" charset="0"/>
                <a:ea typeface="Cambria" panose="02040503050406030204" pitchFamily="18" charset="0"/>
                <a:cs typeface="Times New Roman" panose="02020603050405020304" pitchFamily="18" charset="0"/>
              </a:rPr>
            </a:br>
            <a:r>
              <a:rPr lang="fr-FR" sz="2400" b="1" dirty="0">
                <a:solidFill>
                  <a:srgbClr val="4F81BD">
                    <a:lumMod val="50000"/>
                  </a:srgbClr>
                </a:solidFill>
                <a:latin typeface="Times New Roman" panose="02020603050405020304" pitchFamily="18" charset="0"/>
                <a:ea typeface="Cambria" panose="02040503050406030204" pitchFamily="18" charset="0"/>
                <a:cs typeface="Times New Roman" panose="02020603050405020304" pitchFamily="18" charset="0"/>
              </a:rPr>
              <a:t>COMPTABLES ET COMMERCIALES</a:t>
            </a:r>
            <a:br>
              <a:rPr lang="fr-FR" sz="2400" b="1" dirty="0">
                <a:solidFill>
                  <a:srgbClr val="4F81BD">
                    <a:lumMod val="50000"/>
                  </a:srgbClr>
                </a:solidFill>
                <a:latin typeface="Times New Roman" panose="02020603050405020304" pitchFamily="18" charset="0"/>
                <a:ea typeface="Cambria" panose="02040503050406030204" pitchFamily="18" charset="0"/>
                <a:cs typeface="Times New Roman" panose="02020603050405020304" pitchFamily="18" charset="0"/>
              </a:rPr>
            </a:br>
            <a:endParaRPr lang="fr-FR" sz="2400" b="1" dirty="0">
              <a:solidFill>
                <a:srgbClr val="4F81BD">
                  <a:lumMod val="50000"/>
                </a:srgbClr>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38" name="ZoneTexte 37">
            <a:extLst>
              <a:ext uri="{FF2B5EF4-FFF2-40B4-BE49-F238E27FC236}">
                <a16:creationId xmlns:a16="http://schemas.microsoft.com/office/drawing/2014/main" id="{DBA52CAC-DEEB-4843-AA6D-E846DECC6934}"/>
              </a:ext>
            </a:extLst>
          </p:cNvPr>
          <p:cNvSpPr txBox="1"/>
          <p:nvPr/>
        </p:nvSpPr>
        <p:spPr>
          <a:xfrm>
            <a:off x="2025445" y="1612369"/>
            <a:ext cx="8141110" cy="800219"/>
          </a:xfrm>
          <a:prstGeom prst="rect">
            <a:avLst/>
          </a:prstGeom>
          <a:noFill/>
        </p:spPr>
        <p:txBody>
          <a:bodyPr wrap="square" rtlCol="0">
            <a:spAutoFit/>
          </a:bodyPr>
          <a:lstStyle/>
          <a:p>
            <a:pPr algn="ctr" defTabSz="609630">
              <a:lnSpc>
                <a:spcPct val="150000"/>
              </a:lnSpc>
              <a:spcAft>
                <a:spcPts val="800"/>
              </a:spcAft>
            </a:pPr>
            <a:r>
              <a:rPr lang="fr-FR" sz="1600" b="1" dirty="0">
                <a:solidFill>
                  <a:prstClr val="black"/>
                </a:solidFill>
                <a:latin typeface="Times New Roman" panose="02020603050405020304" pitchFamily="18" charset="0"/>
                <a:ea typeface="Cambria" panose="02040503050406030204" pitchFamily="18" charset="0"/>
                <a:cs typeface="Times New Roman" panose="02020603050405020304" pitchFamily="18" charset="0"/>
              </a:rPr>
              <a:t>PROJET DE FIN D’ETUDES POUR L’OBTENTION DU DIPLOME DU MASTER PROMOTION 2022-2024</a:t>
            </a:r>
          </a:p>
        </p:txBody>
      </p:sp>
      <p:sp>
        <p:nvSpPr>
          <p:cNvPr id="40" name="ZoneTexte 39">
            <a:extLst>
              <a:ext uri="{FF2B5EF4-FFF2-40B4-BE49-F238E27FC236}">
                <a16:creationId xmlns:a16="http://schemas.microsoft.com/office/drawing/2014/main" id="{1F576359-4F94-4D9D-ABB7-ABE98A77EC0C}"/>
              </a:ext>
            </a:extLst>
          </p:cNvPr>
          <p:cNvSpPr txBox="1"/>
          <p:nvPr/>
        </p:nvSpPr>
        <p:spPr>
          <a:xfrm>
            <a:off x="457200" y="3526320"/>
            <a:ext cx="10972800" cy="1685783"/>
          </a:xfrm>
          <a:prstGeom prst="rect">
            <a:avLst/>
          </a:prstGeom>
          <a:noFill/>
        </p:spPr>
        <p:txBody>
          <a:bodyPr wrap="square" rtlCol="0">
            <a:spAutoFit/>
          </a:bodyPr>
          <a:lstStyle/>
          <a:p>
            <a:pPr algn="ctr" defTabSz="609630">
              <a:lnSpc>
                <a:spcPct val="150000"/>
              </a:lnSpc>
            </a:pPr>
            <a:r>
              <a:rPr lang="fr-FR" sz="2400" b="1" dirty="0">
                <a:solidFill>
                  <a:srgbClr val="3B41C9"/>
                </a:solidFill>
                <a:latin typeface="ADLaM Display" panose="02010000000000000000" pitchFamily="2" charset="0"/>
                <a:ea typeface="ADLaM Display" panose="02010000000000000000" pitchFamily="2" charset="0"/>
                <a:cs typeface="ADLaM Display" panose="02010000000000000000" pitchFamily="2" charset="0"/>
              </a:rPr>
              <a:t>IMPLEMENTATION D’UNE PLATE-FORME D’OPTIMISATION DE GESTION DES RESSOURCES HUMAINES « OptiRH » : CAS DE LA BANQUE INTERNATIONALE POUR LE MALI (BIM SA)</a:t>
            </a:r>
          </a:p>
        </p:txBody>
      </p:sp>
      <p:grpSp>
        <p:nvGrpSpPr>
          <p:cNvPr id="14" name="Graphic 15">
            <a:extLst>
              <a:ext uri="{FF2B5EF4-FFF2-40B4-BE49-F238E27FC236}">
                <a16:creationId xmlns:a16="http://schemas.microsoft.com/office/drawing/2014/main" id="{6A8947E0-49DD-4337-807A-501D83D4348F}"/>
              </a:ext>
            </a:extLst>
          </p:cNvPr>
          <p:cNvGrpSpPr/>
          <p:nvPr/>
        </p:nvGrpSpPr>
        <p:grpSpPr>
          <a:xfrm>
            <a:off x="4903334" y="5245635"/>
            <a:ext cx="2401766" cy="1509755"/>
            <a:chOff x="6902071" y="270047"/>
            <a:chExt cx="5150334" cy="2566117"/>
          </a:xfrm>
        </p:grpSpPr>
        <p:sp>
          <p:nvSpPr>
            <p:cNvPr id="15" name="Freeform: Shape 190">
              <a:extLst>
                <a:ext uri="{FF2B5EF4-FFF2-40B4-BE49-F238E27FC236}">
                  <a16:creationId xmlns:a16="http://schemas.microsoft.com/office/drawing/2014/main" id="{A95273F2-5F62-4803-B454-EC42E65655C1}"/>
                </a:ext>
              </a:extLst>
            </p:cNvPr>
            <p:cNvSpPr/>
            <p:nvPr/>
          </p:nvSpPr>
          <p:spPr>
            <a:xfrm>
              <a:off x="8307144" y="1271377"/>
              <a:ext cx="2433270" cy="1184617"/>
            </a:xfrm>
            <a:custGeom>
              <a:avLst/>
              <a:gdLst>
                <a:gd name="connsiteX0" fmla="*/ 61293 w 2433270"/>
                <a:gd name="connsiteY0" fmla="*/ 196 h 1184617"/>
                <a:gd name="connsiteX1" fmla="*/ 2362295 w 2433270"/>
                <a:gd name="connsiteY1" fmla="*/ 78618 h 1184617"/>
                <a:gd name="connsiteX2" fmla="*/ 2401505 w 2433270"/>
                <a:gd name="connsiteY2" fmla="*/ 104759 h 1184617"/>
                <a:gd name="connsiteX3" fmla="*/ 2412709 w 2433270"/>
                <a:gd name="connsiteY3" fmla="*/ 218035 h 1184617"/>
                <a:gd name="connsiteX4" fmla="*/ 2433248 w 2433270"/>
                <a:gd name="connsiteY4" fmla="*/ 811180 h 1184617"/>
                <a:gd name="connsiteX5" fmla="*/ 2247151 w 2433270"/>
                <a:gd name="connsiteY5" fmla="*/ 1024662 h 1184617"/>
                <a:gd name="connsiteX6" fmla="*/ 1169782 w 2433270"/>
                <a:gd name="connsiteY6" fmla="*/ 1184618 h 1184617"/>
                <a:gd name="connsiteX7" fmla="*/ 183283 w 2433270"/>
                <a:gd name="connsiteY7" fmla="*/ 938148 h 1184617"/>
                <a:gd name="connsiteX8" fmla="*/ 921 w 2433270"/>
                <a:gd name="connsiteY8" fmla="*/ 646867 h 1184617"/>
                <a:gd name="connsiteX9" fmla="*/ 45111 w 2433270"/>
                <a:gd name="connsiteY9" fmla="*/ 48743 h 1184617"/>
                <a:gd name="connsiteX10" fmla="*/ 61293 w 2433270"/>
                <a:gd name="connsiteY10" fmla="*/ 196 h 1184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33270" h="1184617">
                  <a:moveTo>
                    <a:pt x="61293" y="196"/>
                  </a:moveTo>
                  <a:cubicBezTo>
                    <a:pt x="67517" y="-5405"/>
                    <a:pt x="2265201" y="110983"/>
                    <a:pt x="2362295" y="78618"/>
                  </a:cubicBezTo>
                  <a:cubicBezTo>
                    <a:pt x="2397149" y="66793"/>
                    <a:pt x="2398394" y="68660"/>
                    <a:pt x="2401505" y="104759"/>
                  </a:cubicBezTo>
                  <a:cubicBezTo>
                    <a:pt x="2405240" y="142725"/>
                    <a:pt x="2402750" y="180691"/>
                    <a:pt x="2412709" y="218035"/>
                  </a:cubicBezTo>
                  <a:cubicBezTo>
                    <a:pt x="2421422" y="375502"/>
                    <a:pt x="2433870" y="635041"/>
                    <a:pt x="2433248" y="811180"/>
                  </a:cubicBezTo>
                  <a:cubicBezTo>
                    <a:pt x="2421422" y="925701"/>
                    <a:pt x="2341133" y="982339"/>
                    <a:pt x="2247151" y="1024662"/>
                  </a:cubicBezTo>
                  <a:cubicBezTo>
                    <a:pt x="2092797" y="1094370"/>
                    <a:pt x="1707533" y="1184618"/>
                    <a:pt x="1169782" y="1184618"/>
                  </a:cubicBezTo>
                  <a:cubicBezTo>
                    <a:pt x="570414" y="1165946"/>
                    <a:pt x="338260" y="1050180"/>
                    <a:pt x="183283" y="938148"/>
                  </a:cubicBezTo>
                  <a:cubicBezTo>
                    <a:pt x="81832" y="866573"/>
                    <a:pt x="22705" y="768234"/>
                    <a:pt x="921" y="646867"/>
                  </a:cubicBezTo>
                  <a:cubicBezTo>
                    <a:pt x="-5926" y="627572"/>
                    <a:pt x="27062" y="201231"/>
                    <a:pt x="45111" y="48743"/>
                  </a:cubicBezTo>
                  <a:cubicBezTo>
                    <a:pt x="47601" y="31939"/>
                    <a:pt x="46978" y="13267"/>
                    <a:pt x="61293" y="196"/>
                  </a:cubicBezTo>
                  <a:close/>
                </a:path>
              </a:pathLst>
            </a:custGeom>
            <a:solidFill>
              <a:schemeClr val="tx1"/>
            </a:solidFill>
            <a:ln w="6223" cap="flat">
              <a:noFill/>
              <a:prstDash val="solid"/>
              <a:miter/>
            </a:ln>
          </p:spPr>
          <p:txBody>
            <a:bodyPr rtlCol="0" anchor="ctr"/>
            <a:lstStyle/>
            <a:p>
              <a:pPr defTabSz="609630"/>
              <a:endParaRPr lang="en-US" sz="1801" dirty="0">
                <a:solidFill>
                  <a:prstClr val="black"/>
                </a:solidFill>
                <a:latin typeface="Cambria" panose="02040503050406030204" pitchFamily="18" charset="0"/>
                <a:ea typeface="Cambria" panose="02040503050406030204" pitchFamily="18" charset="0"/>
              </a:endParaRPr>
            </a:p>
          </p:txBody>
        </p:sp>
        <p:sp>
          <p:nvSpPr>
            <p:cNvPr id="16" name="Freeform: Shape 191">
              <a:extLst>
                <a:ext uri="{FF2B5EF4-FFF2-40B4-BE49-F238E27FC236}">
                  <a16:creationId xmlns:a16="http://schemas.microsoft.com/office/drawing/2014/main" id="{E9E7ACF9-67A7-4BC6-991F-A59386076370}"/>
                </a:ext>
              </a:extLst>
            </p:cNvPr>
            <p:cNvSpPr/>
            <p:nvPr/>
          </p:nvSpPr>
          <p:spPr>
            <a:xfrm>
              <a:off x="6902071" y="270047"/>
              <a:ext cx="5150334" cy="1469568"/>
            </a:xfrm>
            <a:custGeom>
              <a:avLst/>
              <a:gdLst>
                <a:gd name="connsiteX0" fmla="*/ 2507015 w 5150334"/>
                <a:gd name="connsiteY0" fmla="*/ 2579 h 1469568"/>
                <a:gd name="connsiteX1" fmla="*/ 0 w 5150334"/>
                <a:gd name="connsiteY1" fmla="*/ 402158 h 1469568"/>
                <a:gd name="connsiteX2" fmla="*/ 2520707 w 5150334"/>
                <a:gd name="connsiteY2" fmla="*/ 1469569 h 1469568"/>
                <a:gd name="connsiteX3" fmla="*/ 5150334 w 5150334"/>
                <a:gd name="connsiteY3" fmla="*/ 657341 h 1469568"/>
                <a:gd name="connsiteX4" fmla="*/ 2579213 w 5150334"/>
                <a:gd name="connsiteY4" fmla="*/ 5691 h 1469568"/>
                <a:gd name="connsiteX5" fmla="*/ 2507015 w 5150334"/>
                <a:gd name="connsiteY5" fmla="*/ 2579 h 1469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50334" h="1469568">
                  <a:moveTo>
                    <a:pt x="2507015" y="2579"/>
                  </a:moveTo>
                  <a:lnTo>
                    <a:pt x="0" y="402158"/>
                  </a:lnTo>
                  <a:lnTo>
                    <a:pt x="2520707" y="1469569"/>
                  </a:lnTo>
                  <a:lnTo>
                    <a:pt x="5150334" y="657341"/>
                  </a:lnTo>
                  <a:lnTo>
                    <a:pt x="2579213" y="5691"/>
                  </a:lnTo>
                  <a:cubicBezTo>
                    <a:pt x="2555562" y="-533"/>
                    <a:pt x="2530666" y="-1777"/>
                    <a:pt x="2507015" y="2579"/>
                  </a:cubicBezTo>
                  <a:close/>
                </a:path>
              </a:pathLst>
            </a:custGeom>
            <a:solidFill>
              <a:schemeClr val="tx1">
                <a:lumMod val="75000"/>
                <a:lumOff val="25000"/>
              </a:schemeClr>
            </a:solidFill>
            <a:ln w="6223" cap="flat">
              <a:noFill/>
              <a:prstDash val="solid"/>
              <a:miter/>
            </a:ln>
          </p:spPr>
          <p:txBody>
            <a:bodyPr rtlCol="0" anchor="ctr"/>
            <a:lstStyle/>
            <a:p>
              <a:pPr defTabSz="609630"/>
              <a:endParaRPr lang="en-US" sz="1801" dirty="0">
                <a:solidFill>
                  <a:prstClr val="black"/>
                </a:solidFill>
                <a:latin typeface="Cambria" panose="02040503050406030204" pitchFamily="18" charset="0"/>
                <a:ea typeface="Cambria" panose="02040503050406030204" pitchFamily="18" charset="0"/>
              </a:endParaRPr>
            </a:p>
          </p:txBody>
        </p:sp>
        <p:sp>
          <p:nvSpPr>
            <p:cNvPr id="17" name="Freeform: Shape 192">
              <a:extLst>
                <a:ext uri="{FF2B5EF4-FFF2-40B4-BE49-F238E27FC236}">
                  <a16:creationId xmlns:a16="http://schemas.microsoft.com/office/drawing/2014/main" id="{C6C0B78D-83C7-433F-836C-B4A3A3A19F23}"/>
                </a:ext>
              </a:extLst>
            </p:cNvPr>
            <p:cNvSpPr/>
            <p:nvPr/>
          </p:nvSpPr>
          <p:spPr>
            <a:xfrm>
              <a:off x="9698876" y="744740"/>
              <a:ext cx="1212978" cy="543466"/>
            </a:xfrm>
            <a:custGeom>
              <a:avLst/>
              <a:gdLst>
                <a:gd name="connsiteX0" fmla="*/ 25764 w 1212978"/>
                <a:gd name="connsiteY0" fmla="*/ 4020 h 543466"/>
                <a:gd name="connsiteX1" fmla="*/ 264765 w 1212978"/>
                <a:gd name="connsiteY1" fmla="*/ 78085 h 543466"/>
                <a:gd name="connsiteX2" fmla="*/ 585299 w 1212978"/>
                <a:gd name="connsiteY2" fmla="*/ 198208 h 543466"/>
                <a:gd name="connsiteX3" fmla="*/ 1198360 w 1212978"/>
                <a:gd name="connsiteY3" fmla="*/ 513763 h 543466"/>
                <a:gd name="connsiteX4" fmla="*/ 1210186 w 1212978"/>
                <a:gd name="connsiteY4" fmla="*/ 538037 h 543466"/>
                <a:gd name="connsiteX5" fmla="*/ 1181556 w 1212978"/>
                <a:gd name="connsiteY5" fmla="*/ 538037 h 543466"/>
                <a:gd name="connsiteX6" fmla="*/ 584677 w 1212978"/>
                <a:gd name="connsiteY6" fmla="*/ 236174 h 543466"/>
                <a:gd name="connsiteX7" fmla="*/ 1491 w 1212978"/>
                <a:gd name="connsiteY7" fmla="*/ 22692 h 543466"/>
                <a:gd name="connsiteX8" fmla="*/ 25764 w 1212978"/>
                <a:gd name="connsiteY8" fmla="*/ 4020 h 543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2978" h="543466">
                  <a:moveTo>
                    <a:pt x="25764" y="4020"/>
                  </a:moveTo>
                  <a:cubicBezTo>
                    <a:pt x="105431" y="28916"/>
                    <a:pt x="185098" y="52567"/>
                    <a:pt x="264765" y="78085"/>
                  </a:cubicBezTo>
                  <a:cubicBezTo>
                    <a:pt x="366216" y="110450"/>
                    <a:pt x="487583" y="156507"/>
                    <a:pt x="585299" y="198208"/>
                  </a:cubicBezTo>
                  <a:cubicBezTo>
                    <a:pt x="698575" y="246132"/>
                    <a:pt x="1152925" y="483888"/>
                    <a:pt x="1198360" y="513763"/>
                  </a:cubicBezTo>
                  <a:cubicBezTo>
                    <a:pt x="1207074" y="519365"/>
                    <a:pt x="1218277" y="526833"/>
                    <a:pt x="1210186" y="538037"/>
                  </a:cubicBezTo>
                  <a:cubicBezTo>
                    <a:pt x="1203339" y="546750"/>
                    <a:pt x="1191514" y="543638"/>
                    <a:pt x="1181556" y="538037"/>
                  </a:cubicBezTo>
                  <a:cubicBezTo>
                    <a:pt x="1126785" y="507539"/>
                    <a:pt x="677414" y="273518"/>
                    <a:pt x="584677" y="236174"/>
                  </a:cubicBezTo>
                  <a:cubicBezTo>
                    <a:pt x="456463" y="184515"/>
                    <a:pt x="64353" y="47588"/>
                    <a:pt x="1491" y="22692"/>
                  </a:cubicBezTo>
                  <a:cubicBezTo>
                    <a:pt x="-2866" y="-959"/>
                    <a:pt x="1491" y="-4071"/>
                    <a:pt x="25764" y="4020"/>
                  </a:cubicBezTo>
                  <a:close/>
                </a:path>
              </a:pathLst>
            </a:custGeom>
            <a:solidFill>
              <a:schemeClr val="tx1"/>
            </a:solidFill>
            <a:ln w="6223" cap="flat">
              <a:noFill/>
              <a:prstDash val="solid"/>
              <a:miter/>
            </a:ln>
          </p:spPr>
          <p:txBody>
            <a:bodyPr rtlCol="0" anchor="ctr"/>
            <a:lstStyle/>
            <a:p>
              <a:pPr defTabSz="609630"/>
              <a:endParaRPr lang="en-US" sz="1801" dirty="0">
                <a:solidFill>
                  <a:prstClr val="black"/>
                </a:solidFill>
                <a:latin typeface="Cambria" panose="02040503050406030204" pitchFamily="18" charset="0"/>
                <a:ea typeface="Cambria" panose="02040503050406030204" pitchFamily="18" charset="0"/>
              </a:endParaRPr>
            </a:p>
          </p:txBody>
        </p:sp>
        <p:sp>
          <p:nvSpPr>
            <p:cNvPr id="18" name="Freeform: Shape 193">
              <a:extLst>
                <a:ext uri="{FF2B5EF4-FFF2-40B4-BE49-F238E27FC236}">
                  <a16:creationId xmlns:a16="http://schemas.microsoft.com/office/drawing/2014/main" id="{EFC4A0CC-1674-4078-898D-AEF2AD4A4D1D}"/>
                </a:ext>
              </a:extLst>
            </p:cNvPr>
            <p:cNvSpPr/>
            <p:nvPr/>
          </p:nvSpPr>
          <p:spPr>
            <a:xfrm>
              <a:off x="9712815" y="561219"/>
              <a:ext cx="973535" cy="143972"/>
            </a:xfrm>
            <a:custGeom>
              <a:avLst/>
              <a:gdLst>
                <a:gd name="connsiteX0" fmla="*/ 0 w 973535"/>
                <a:gd name="connsiteY0" fmla="*/ 124056 h 143972"/>
                <a:gd name="connsiteX1" fmla="*/ 365969 w 973535"/>
                <a:gd name="connsiteY1" fmla="*/ 38165 h 143972"/>
                <a:gd name="connsiteX2" fmla="*/ 650405 w 973535"/>
                <a:gd name="connsiteY2" fmla="*/ 2689 h 143972"/>
                <a:gd name="connsiteX3" fmla="*/ 942309 w 973535"/>
                <a:gd name="connsiteY3" fmla="*/ 2689 h 143972"/>
                <a:gd name="connsiteX4" fmla="*/ 973429 w 973535"/>
                <a:gd name="connsiteY4" fmla="*/ 18249 h 143972"/>
                <a:gd name="connsiteX5" fmla="*/ 939819 w 973535"/>
                <a:gd name="connsiteY5" fmla="*/ 31941 h 143972"/>
                <a:gd name="connsiteX6" fmla="*/ 449370 w 973535"/>
                <a:gd name="connsiteY6" fmla="*/ 57460 h 143972"/>
                <a:gd name="connsiteX7" fmla="*/ 75932 w 973535"/>
                <a:gd name="connsiteY7" fmla="*/ 132147 h 143972"/>
                <a:gd name="connsiteX8" fmla="*/ 18672 w 973535"/>
                <a:gd name="connsiteY8" fmla="*/ 143973 h 143972"/>
                <a:gd name="connsiteX9" fmla="*/ 0 w 973535"/>
                <a:gd name="connsiteY9" fmla="*/ 124056 h 143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3535" h="143972">
                  <a:moveTo>
                    <a:pt x="0" y="124056"/>
                  </a:moveTo>
                  <a:cubicBezTo>
                    <a:pt x="120745" y="88580"/>
                    <a:pt x="242735" y="60572"/>
                    <a:pt x="365969" y="38165"/>
                  </a:cubicBezTo>
                  <a:cubicBezTo>
                    <a:pt x="459951" y="20738"/>
                    <a:pt x="555178" y="7046"/>
                    <a:pt x="650405" y="2689"/>
                  </a:cubicBezTo>
                  <a:cubicBezTo>
                    <a:pt x="747499" y="-2290"/>
                    <a:pt x="845215" y="822"/>
                    <a:pt x="942309" y="2689"/>
                  </a:cubicBezTo>
                  <a:cubicBezTo>
                    <a:pt x="952267" y="2689"/>
                    <a:pt x="975296" y="-423"/>
                    <a:pt x="973429" y="18249"/>
                  </a:cubicBezTo>
                  <a:cubicBezTo>
                    <a:pt x="972184" y="33186"/>
                    <a:pt x="952890" y="31941"/>
                    <a:pt x="939819" y="31941"/>
                  </a:cubicBezTo>
                  <a:cubicBezTo>
                    <a:pt x="861397" y="32564"/>
                    <a:pt x="617418" y="26340"/>
                    <a:pt x="449370" y="57460"/>
                  </a:cubicBezTo>
                  <a:cubicBezTo>
                    <a:pt x="339829" y="76754"/>
                    <a:pt x="185474" y="114098"/>
                    <a:pt x="75932" y="132147"/>
                  </a:cubicBezTo>
                  <a:cubicBezTo>
                    <a:pt x="56638" y="135259"/>
                    <a:pt x="37966" y="139616"/>
                    <a:pt x="18672" y="143973"/>
                  </a:cubicBezTo>
                  <a:cubicBezTo>
                    <a:pt x="8091" y="141483"/>
                    <a:pt x="1245" y="135259"/>
                    <a:pt x="0" y="124056"/>
                  </a:cubicBezTo>
                  <a:close/>
                </a:path>
              </a:pathLst>
            </a:custGeom>
            <a:solidFill>
              <a:schemeClr val="tx1"/>
            </a:solidFill>
            <a:ln w="6223" cap="flat">
              <a:noFill/>
              <a:prstDash val="solid"/>
              <a:miter/>
            </a:ln>
          </p:spPr>
          <p:txBody>
            <a:bodyPr rtlCol="0" anchor="ctr"/>
            <a:lstStyle/>
            <a:p>
              <a:pPr defTabSz="609630"/>
              <a:endParaRPr lang="en-US" sz="1801" dirty="0">
                <a:solidFill>
                  <a:prstClr val="black"/>
                </a:solidFill>
                <a:latin typeface="Cambria" panose="02040503050406030204" pitchFamily="18" charset="0"/>
                <a:ea typeface="Cambria" panose="02040503050406030204" pitchFamily="18" charset="0"/>
              </a:endParaRPr>
            </a:p>
          </p:txBody>
        </p:sp>
        <p:sp>
          <p:nvSpPr>
            <p:cNvPr id="19" name="Freeform: Shape 194">
              <a:extLst>
                <a:ext uri="{FF2B5EF4-FFF2-40B4-BE49-F238E27FC236}">
                  <a16:creationId xmlns:a16="http://schemas.microsoft.com/office/drawing/2014/main" id="{674CAD9A-8A90-412B-B05E-8B793617996D}"/>
                </a:ext>
              </a:extLst>
            </p:cNvPr>
            <p:cNvSpPr/>
            <p:nvPr/>
          </p:nvSpPr>
          <p:spPr>
            <a:xfrm>
              <a:off x="8402593" y="423393"/>
              <a:ext cx="1099780" cy="267426"/>
            </a:xfrm>
            <a:custGeom>
              <a:avLst/>
              <a:gdLst>
                <a:gd name="connsiteX0" fmla="*/ 1074333 w 1099780"/>
                <a:gd name="connsiteY0" fmla="*/ 266239 h 267426"/>
                <a:gd name="connsiteX1" fmla="*/ 563968 w 1099780"/>
                <a:gd name="connsiteY1" fmla="*/ 130557 h 267426"/>
                <a:gd name="connsiteX2" fmla="*/ 104639 w 1099780"/>
                <a:gd name="connsiteY2" fmla="*/ 33463 h 267426"/>
                <a:gd name="connsiteX3" fmla="*/ 22482 w 1099780"/>
                <a:gd name="connsiteY3" fmla="*/ 21015 h 267426"/>
                <a:gd name="connsiteX4" fmla="*/ 76 w 1099780"/>
                <a:gd name="connsiteY4" fmla="*/ 9812 h 267426"/>
                <a:gd name="connsiteX5" fmla="*/ 25594 w 1099780"/>
                <a:gd name="connsiteY5" fmla="*/ 2343 h 267426"/>
                <a:gd name="connsiteX6" fmla="*/ 194264 w 1099780"/>
                <a:gd name="connsiteY6" fmla="*/ 21637 h 267426"/>
                <a:gd name="connsiteX7" fmla="*/ 618116 w 1099780"/>
                <a:gd name="connsiteY7" fmla="*/ 107528 h 267426"/>
                <a:gd name="connsiteX8" fmla="*/ 1088026 w 1099780"/>
                <a:gd name="connsiteY8" fmla="*/ 245078 h 267426"/>
                <a:gd name="connsiteX9" fmla="*/ 1074333 w 1099780"/>
                <a:gd name="connsiteY9" fmla="*/ 266239 h 267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780" h="267426">
                  <a:moveTo>
                    <a:pt x="1074333" y="266239"/>
                  </a:moveTo>
                  <a:cubicBezTo>
                    <a:pt x="936161" y="229518"/>
                    <a:pt x="702762" y="165411"/>
                    <a:pt x="563968" y="130557"/>
                  </a:cubicBezTo>
                  <a:cubicBezTo>
                    <a:pt x="412103" y="92591"/>
                    <a:pt x="258993" y="58981"/>
                    <a:pt x="104639" y="33463"/>
                  </a:cubicBezTo>
                  <a:cubicBezTo>
                    <a:pt x="77253" y="29106"/>
                    <a:pt x="49868" y="24749"/>
                    <a:pt x="22482" y="21015"/>
                  </a:cubicBezTo>
                  <a:cubicBezTo>
                    <a:pt x="13146" y="19770"/>
                    <a:pt x="-1169" y="21015"/>
                    <a:pt x="76" y="9812"/>
                  </a:cubicBezTo>
                  <a:cubicBezTo>
                    <a:pt x="1321" y="-5126"/>
                    <a:pt x="16881" y="1098"/>
                    <a:pt x="25594" y="2343"/>
                  </a:cubicBezTo>
                  <a:cubicBezTo>
                    <a:pt x="82232" y="7945"/>
                    <a:pt x="138248" y="13546"/>
                    <a:pt x="194264" y="21637"/>
                  </a:cubicBezTo>
                  <a:cubicBezTo>
                    <a:pt x="336793" y="42177"/>
                    <a:pt x="478077" y="72674"/>
                    <a:pt x="618116" y="107528"/>
                  </a:cubicBezTo>
                  <a:cubicBezTo>
                    <a:pt x="766247" y="144872"/>
                    <a:pt x="943630" y="197153"/>
                    <a:pt x="1088026" y="245078"/>
                  </a:cubicBezTo>
                  <a:cubicBezTo>
                    <a:pt x="1110432" y="252547"/>
                    <a:pt x="1097984" y="272463"/>
                    <a:pt x="1074333" y="266239"/>
                  </a:cubicBezTo>
                  <a:close/>
                </a:path>
              </a:pathLst>
            </a:custGeom>
            <a:solidFill>
              <a:schemeClr val="tx1"/>
            </a:solidFill>
            <a:ln w="6223" cap="flat">
              <a:noFill/>
              <a:prstDash val="solid"/>
              <a:miter/>
            </a:ln>
          </p:spPr>
          <p:txBody>
            <a:bodyPr rtlCol="0" anchor="ctr"/>
            <a:lstStyle/>
            <a:p>
              <a:pPr defTabSz="609630"/>
              <a:endParaRPr lang="en-US" sz="1801" dirty="0">
                <a:solidFill>
                  <a:prstClr val="black"/>
                </a:solidFill>
                <a:latin typeface="Cambria" panose="02040503050406030204" pitchFamily="18" charset="0"/>
                <a:ea typeface="Cambria" panose="02040503050406030204" pitchFamily="18" charset="0"/>
              </a:endParaRPr>
            </a:p>
          </p:txBody>
        </p:sp>
        <p:sp>
          <p:nvSpPr>
            <p:cNvPr id="20" name="Freeform: Shape 195">
              <a:extLst>
                <a:ext uri="{FF2B5EF4-FFF2-40B4-BE49-F238E27FC236}">
                  <a16:creationId xmlns:a16="http://schemas.microsoft.com/office/drawing/2014/main" id="{7FCAC372-54C2-4752-BF6B-C8A2AB07CBE8}"/>
                </a:ext>
              </a:extLst>
            </p:cNvPr>
            <p:cNvSpPr/>
            <p:nvPr/>
          </p:nvSpPr>
          <p:spPr>
            <a:xfrm>
              <a:off x="8036700" y="758600"/>
              <a:ext cx="1485044" cy="403497"/>
            </a:xfrm>
            <a:custGeom>
              <a:avLst/>
              <a:gdLst>
                <a:gd name="connsiteX0" fmla="*/ 0 w 1485044"/>
                <a:gd name="connsiteY0" fmla="*/ 389739 h 403497"/>
                <a:gd name="connsiteX1" fmla="*/ 540863 w 1485044"/>
                <a:gd name="connsiteY1" fmla="*/ 204264 h 403497"/>
                <a:gd name="connsiteX2" fmla="*/ 966582 w 1485044"/>
                <a:gd name="connsiteY2" fmla="*/ 90988 h 403497"/>
                <a:gd name="connsiteX3" fmla="*/ 1410351 w 1485044"/>
                <a:gd name="connsiteY3" fmla="*/ 10699 h 403497"/>
                <a:gd name="connsiteX4" fmla="*/ 1485039 w 1485044"/>
                <a:gd name="connsiteY4" fmla="*/ 8209 h 403497"/>
                <a:gd name="connsiteX5" fmla="*/ 1411596 w 1485044"/>
                <a:gd name="connsiteY5" fmla="*/ 39952 h 403497"/>
                <a:gd name="connsiteX6" fmla="*/ 670944 w 1485044"/>
                <a:gd name="connsiteY6" fmla="*/ 199908 h 403497"/>
                <a:gd name="connsiteX7" fmla="*/ 117011 w 1485044"/>
                <a:gd name="connsiteY7" fmla="*/ 376046 h 403497"/>
                <a:gd name="connsiteX8" fmla="*/ 32365 w 1485044"/>
                <a:gd name="connsiteY8" fmla="*/ 403431 h 403497"/>
                <a:gd name="connsiteX9" fmla="*/ 0 w 1485044"/>
                <a:gd name="connsiteY9" fmla="*/ 389739 h 403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85044" h="403497">
                  <a:moveTo>
                    <a:pt x="0" y="389739"/>
                  </a:moveTo>
                  <a:cubicBezTo>
                    <a:pt x="176761" y="321897"/>
                    <a:pt x="357256" y="260280"/>
                    <a:pt x="540863" y="204264"/>
                  </a:cubicBezTo>
                  <a:cubicBezTo>
                    <a:pt x="680902" y="161319"/>
                    <a:pt x="822809" y="122108"/>
                    <a:pt x="966582" y="90988"/>
                  </a:cubicBezTo>
                  <a:cubicBezTo>
                    <a:pt x="1113468" y="59246"/>
                    <a:pt x="1262221" y="35595"/>
                    <a:pt x="1410351" y="10699"/>
                  </a:cubicBezTo>
                  <a:cubicBezTo>
                    <a:pt x="1425289" y="8209"/>
                    <a:pt x="1484416" y="-10463"/>
                    <a:pt x="1485039" y="8209"/>
                  </a:cubicBezTo>
                  <a:cubicBezTo>
                    <a:pt x="1485661" y="23769"/>
                    <a:pt x="1431513" y="36217"/>
                    <a:pt x="1411596" y="39952"/>
                  </a:cubicBezTo>
                  <a:cubicBezTo>
                    <a:pt x="1292096" y="62358"/>
                    <a:pt x="920525" y="122730"/>
                    <a:pt x="670944" y="199908"/>
                  </a:cubicBezTo>
                  <a:cubicBezTo>
                    <a:pt x="508498" y="249077"/>
                    <a:pt x="280079" y="328121"/>
                    <a:pt x="117011" y="376046"/>
                  </a:cubicBezTo>
                  <a:cubicBezTo>
                    <a:pt x="88380" y="384137"/>
                    <a:pt x="60372" y="394095"/>
                    <a:pt x="32365" y="403431"/>
                  </a:cubicBezTo>
                  <a:cubicBezTo>
                    <a:pt x="14937" y="404054"/>
                    <a:pt x="3734" y="400319"/>
                    <a:pt x="0" y="389739"/>
                  </a:cubicBezTo>
                  <a:close/>
                </a:path>
              </a:pathLst>
            </a:custGeom>
            <a:solidFill>
              <a:schemeClr val="tx1"/>
            </a:solidFill>
            <a:ln w="6223" cap="flat">
              <a:noFill/>
              <a:prstDash val="solid"/>
              <a:miter/>
            </a:ln>
          </p:spPr>
          <p:txBody>
            <a:bodyPr rtlCol="0" anchor="ctr"/>
            <a:lstStyle/>
            <a:p>
              <a:pPr defTabSz="609630"/>
              <a:endParaRPr lang="en-US" sz="1801" dirty="0">
                <a:solidFill>
                  <a:prstClr val="black"/>
                </a:solidFill>
                <a:latin typeface="Cambria" panose="02040503050406030204" pitchFamily="18" charset="0"/>
                <a:ea typeface="Cambria" panose="02040503050406030204" pitchFamily="18" charset="0"/>
              </a:endParaRPr>
            </a:p>
          </p:txBody>
        </p:sp>
        <p:sp>
          <p:nvSpPr>
            <p:cNvPr id="21" name="Freeform: Shape 196">
              <a:extLst>
                <a:ext uri="{FF2B5EF4-FFF2-40B4-BE49-F238E27FC236}">
                  <a16:creationId xmlns:a16="http://schemas.microsoft.com/office/drawing/2014/main" id="{8ED2C160-52CD-4C4D-B8E8-4905DC946F75}"/>
                </a:ext>
              </a:extLst>
            </p:cNvPr>
            <p:cNvSpPr/>
            <p:nvPr/>
          </p:nvSpPr>
          <p:spPr>
            <a:xfrm>
              <a:off x="7673417" y="711416"/>
              <a:ext cx="1839610" cy="2124748"/>
            </a:xfrm>
            <a:custGeom>
              <a:avLst/>
              <a:gdLst>
                <a:gd name="connsiteX0" fmla="*/ 1753097 w 1839609"/>
                <a:gd name="connsiteY0" fmla="*/ 0 h 2124748"/>
                <a:gd name="connsiteX1" fmla="*/ 320961 w 1839609"/>
                <a:gd name="connsiteY1" fmla="*/ 204769 h 2124748"/>
                <a:gd name="connsiteX2" fmla="*/ 169719 w 1839609"/>
                <a:gd name="connsiteY2" fmla="*/ 315555 h 2124748"/>
                <a:gd name="connsiteX3" fmla="*/ 134865 w 1839609"/>
                <a:gd name="connsiteY3" fmla="*/ 718868 h 2124748"/>
                <a:gd name="connsiteX4" fmla="*/ 102500 w 1839609"/>
                <a:gd name="connsiteY4" fmla="*/ 785465 h 2124748"/>
                <a:gd name="connsiteX5" fmla="*/ 51463 w 1839609"/>
                <a:gd name="connsiteY5" fmla="*/ 879447 h 2124748"/>
                <a:gd name="connsiteX6" fmla="*/ 84451 w 1839609"/>
                <a:gd name="connsiteY6" fmla="*/ 967205 h 2124748"/>
                <a:gd name="connsiteX7" fmla="*/ 116815 w 1839609"/>
                <a:gd name="connsiteY7" fmla="*/ 998325 h 2124748"/>
                <a:gd name="connsiteX8" fmla="*/ 107479 w 1839609"/>
                <a:gd name="connsiteY8" fmla="*/ 1013885 h 2124748"/>
                <a:gd name="connsiteX9" fmla="*/ 119305 w 1839609"/>
                <a:gd name="connsiteY9" fmla="*/ 1223632 h 2124748"/>
                <a:gd name="connsiteX10" fmla="*/ 117438 w 1839609"/>
                <a:gd name="connsiteY10" fmla="*/ 1235458 h 2124748"/>
                <a:gd name="connsiteX11" fmla="*/ 6029 w 1839609"/>
                <a:gd name="connsiteY11" fmla="*/ 1948102 h 2124748"/>
                <a:gd name="connsiteX12" fmla="*/ 12252 w 1839609"/>
                <a:gd name="connsiteY12" fmla="*/ 2054532 h 2124748"/>
                <a:gd name="connsiteX13" fmla="*/ 95031 w 1839609"/>
                <a:gd name="connsiteY13" fmla="*/ 2111793 h 2124748"/>
                <a:gd name="connsiteX14" fmla="*/ 202083 w 1839609"/>
                <a:gd name="connsiteY14" fmla="*/ 2124241 h 2124748"/>
                <a:gd name="connsiteX15" fmla="*/ 327185 w 1839609"/>
                <a:gd name="connsiteY15" fmla="*/ 2083785 h 2124748"/>
                <a:gd name="connsiteX16" fmla="*/ 369508 w 1839609"/>
                <a:gd name="connsiteY16" fmla="*/ 2055777 h 2124748"/>
                <a:gd name="connsiteX17" fmla="*/ 409342 w 1839609"/>
                <a:gd name="connsiteY17" fmla="*/ 1997894 h 2124748"/>
                <a:gd name="connsiteX18" fmla="*/ 412454 w 1839609"/>
                <a:gd name="connsiteY18" fmla="*/ 1945613 h 2124748"/>
                <a:gd name="connsiteX19" fmla="*/ 284240 w 1839609"/>
                <a:gd name="connsiteY19" fmla="*/ 1241682 h 2124748"/>
                <a:gd name="connsiteX20" fmla="*/ 276149 w 1839609"/>
                <a:gd name="connsiteY20" fmla="*/ 1219275 h 2124748"/>
                <a:gd name="connsiteX21" fmla="*/ 278016 w 1839609"/>
                <a:gd name="connsiteY21" fmla="*/ 1224877 h 2124748"/>
                <a:gd name="connsiteX22" fmla="*/ 261834 w 1839609"/>
                <a:gd name="connsiteY22" fmla="*/ 1003926 h 2124748"/>
                <a:gd name="connsiteX23" fmla="*/ 255610 w 1839609"/>
                <a:gd name="connsiteY23" fmla="*/ 988989 h 2124748"/>
                <a:gd name="connsiteX24" fmla="*/ 279883 w 1839609"/>
                <a:gd name="connsiteY24" fmla="*/ 967205 h 2124748"/>
                <a:gd name="connsiteX25" fmla="*/ 253742 w 1839609"/>
                <a:gd name="connsiteY25" fmla="*/ 773639 h 2124748"/>
                <a:gd name="connsiteX26" fmla="*/ 223245 w 1839609"/>
                <a:gd name="connsiteY26" fmla="*/ 715134 h 2124748"/>
                <a:gd name="connsiteX27" fmla="*/ 248141 w 1839609"/>
                <a:gd name="connsiteY27" fmla="*/ 351654 h 2124748"/>
                <a:gd name="connsiteX28" fmla="*/ 304157 w 1839609"/>
                <a:gd name="connsiteY28" fmla="*/ 283813 h 2124748"/>
                <a:gd name="connsiteX29" fmla="*/ 1801021 w 1839609"/>
                <a:gd name="connsiteY29" fmla="*/ 48547 h 2124748"/>
                <a:gd name="connsiteX30" fmla="*/ 1839610 w 1839609"/>
                <a:gd name="connsiteY30" fmla="*/ 31120 h 2124748"/>
                <a:gd name="connsiteX31" fmla="*/ 1753097 w 1839609"/>
                <a:gd name="connsiteY31" fmla="*/ 0 h 2124748"/>
                <a:gd name="connsiteX0" fmla="*/ 1753097 w 1839610"/>
                <a:gd name="connsiteY0" fmla="*/ 0 h 2124748"/>
                <a:gd name="connsiteX1" fmla="*/ 320961 w 1839610"/>
                <a:gd name="connsiteY1" fmla="*/ 204769 h 2124748"/>
                <a:gd name="connsiteX2" fmla="*/ 169719 w 1839610"/>
                <a:gd name="connsiteY2" fmla="*/ 315555 h 2124748"/>
                <a:gd name="connsiteX3" fmla="*/ 134865 w 1839610"/>
                <a:gd name="connsiteY3" fmla="*/ 718868 h 2124748"/>
                <a:gd name="connsiteX4" fmla="*/ 102500 w 1839610"/>
                <a:gd name="connsiteY4" fmla="*/ 785465 h 2124748"/>
                <a:gd name="connsiteX5" fmla="*/ 51463 w 1839610"/>
                <a:gd name="connsiteY5" fmla="*/ 879447 h 2124748"/>
                <a:gd name="connsiteX6" fmla="*/ 84451 w 1839610"/>
                <a:gd name="connsiteY6" fmla="*/ 967205 h 2124748"/>
                <a:gd name="connsiteX7" fmla="*/ 116815 w 1839610"/>
                <a:gd name="connsiteY7" fmla="*/ 998325 h 2124748"/>
                <a:gd name="connsiteX8" fmla="*/ 107479 w 1839610"/>
                <a:gd name="connsiteY8" fmla="*/ 1013885 h 2124748"/>
                <a:gd name="connsiteX9" fmla="*/ 119305 w 1839610"/>
                <a:gd name="connsiteY9" fmla="*/ 1223632 h 2124748"/>
                <a:gd name="connsiteX10" fmla="*/ 117438 w 1839610"/>
                <a:gd name="connsiteY10" fmla="*/ 1235458 h 2124748"/>
                <a:gd name="connsiteX11" fmla="*/ 6029 w 1839610"/>
                <a:gd name="connsiteY11" fmla="*/ 1948102 h 2124748"/>
                <a:gd name="connsiteX12" fmla="*/ 12252 w 1839610"/>
                <a:gd name="connsiteY12" fmla="*/ 2054532 h 2124748"/>
                <a:gd name="connsiteX13" fmla="*/ 95031 w 1839610"/>
                <a:gd name="connsiteY13" fmla="*/ 2111793 h 2124748"/>
                <a:gd name="connsiteX14" fmla="*/ 202083 w 1839610"/>
                <a:gd name="connsiteY14" fmla="*/ 2124241 h 2124748"/>
                <a:gd name="connsiteX15" fmla="*/ 327185 w 1839610"/>
                <a:gd name="connsiteY15" fmla="*/ 2083785 h 2124748"/>
                <a:gd name="connsiteX16" fmla="*/ 369508 w 1839610"/>
                <a:gd name="connsiteY16" fmla="*/ 2055777 h 2124748"/>
                <a:gd name="connsiteX17" fmla="*/ 409342 w 1839610"/>
                <a:gd name="connsiteY17" fmla="*/ 1997894 h 2124748"/>
                <a:gd name="connsiteX18" fmla="*/ 412454 w 1839610"/>
                <a:gd name="connsiteY18" fmla="*/ 1945613 h 2124748"/>
                <a:gd name="connsiteX19" fmla="*/ 284240 w 1839610"/>
                <a:gd name="connsiteY19" fmla="*/ 1241682 h 2124748"/>
                <a:gd name="connsiteX20" fmla="*/ 276149 w 1839610"/>
                <a:gd name="connsiteY20" fmla="*/ 1219275 h 2124748"/>
                <a:gd name="connsiteX21" fmla="*/ 278016 w 1839610"/>
                <a:gd name="connsiteY21" fmla="*/ 1224877 h 2124748"/>
                <a:gd name="connsiteX22" fmla="*/ 261834 w 1839610"/>
                <a:gd name="connsiteY22" fmla="*/ 1003926 h 2124748"/>
                <a:gd name="connsiteX23" fmla="*/ 255610 w 1839610"/>
                <a:gd name="connsiteY23" fmla="*/ 988989 h 2124748"/>
                <a:gd name="connsiteX24" fmla="*/ 279883 w 1839610"/>
                <a:gd name="connsiteY24" fmla="*/ 967205 h 2124748"/>
                <a:gd name="connsiteX25" fmla="*/ 253742 w 1839610"/>
                <a:gd name="connsiteY25" fmla="*/ 773639 h 2124748"/>
                <a:gd name="connsiteX26" fmla="*/ 223245 w 1839610"/>
                <a:gd name="connsiteY26" fmla="*/ 715134 h 2124748"/>
                <a:gd name="connsiteX27" fmla="*/ 248141 w 1839610"/>
                <a:gd name="connsiteY27" fmla="*/ 351654 h 2124748"/>
                <a:gd name="connsiteX28" fmla="*/ 304157 w 1839610"/>
                <a:gd name="connsiteY28" fmla="*/ 283813 h 2124748"/>
                <a:gd name="connsiteX29" fmla="*/ 1801021 w 1839610"/>
                <a:gd name="connsiteY29" fmla="*/ 48547 h 2124748"/>
                <a:gd name="connsiteX30" fmla="*/ 1839610 w 1839610"/>
                <a:gd name="connsiteY30" fmla="*/ 31120 h 2124748"/>
                <a:gd name="connsiteX31" fmla="*/ 1753097 w 1839610"/>
                <a:gd name="connsiteY31" fmla="*/ 0 h 2124748"/>
                <a:gd name="connsiteX0" fmla="*/ 1753097 w 1839610"/>
                <a:gd name="connsiteY0" fmla="*/ 0 h 2124748"/>
                <a:gd name="connsiteX1" fmla="*/ 320961 w 1839610"/>
                <a:gd name="connsiteY1" fmla="*/ 204769 h 2124748"/>
                <a:gd name="connsiteX2" fmla="*/ 169719 w 1839610"/>
                <a:gd name="connsiteY2" fmla="*/ 315555 h 2124748"/>
                <a:gd name="connsiteX3" fmla="*/ 134865 w 1839610"/>
                <a:gd name="connsiteY3" fmla="*/ 718868 h 2124748"/>
                <a:gd name="connsiteX4" fmla="*/ 102500 w 1839610"/>
                <a:gd name="connsiteY4" fmla="*/ 785465 h 2124748"/>
                <a:gd name="connsiteX5" fmla="*/ 51463 w 1839610"/>
                <a:gd name="connsiteY5" fmla="*/ 879447 h 2124748"/>
                <a:gd name="connsiteX6" fmla="*/ 84451 w 1839610"/>
                <a:gd name="connsiteY6" fmla="*/ 967205 h 2124748"/>
                <a:gd name="connsiteX7" fmla="*/ 116815 w 1839610"/>
                <a:gd name="connsiteY7" fmla="*/ 998325 h 2124748"/>
                <a:gd name="connsiteX8" fmla="*/ 107479 w 1839610"/>
                <a:gd name="connsiteY8" fmla="*/ 1013885 h 2124748"/>
                <a:gd name="connsiteX9" fmla="*/ 119305 w 1839610"/>
                <a:gd name="connsiteY9" fmla="*/ 1223632 h 2124748"/>
                <a:gd name="connsiteX10" fmla="*/ 117438 w 1839610"/>
                <a:gd name="connsiteY10" fmla="*/ 1235458 h 2124748"/>
                <a:gd name="connsiteX11" fmla="*/ 6029 w 1839610"/>
                <a:gd name="connsiteY11" fmla="*/ 1948102 h 2124748"/>
                <a:gd name="connsiteX12" fmla="*/ 12252 w 1839610"/>
                <a:gd name="connsiteY12" fmla="*/ 2054532 h 2124748"/>
                <a:gd name="connsiteX13" fmla="*/ 95031 w 1839610"/>
                <a:gd name="connsiteY13" fmla="*/ 2111793 h 2124748"/>
                <a:gd name="connsiteX14" fmla="*/ 202083 w 1839610"/>
                <a:gd name="connsiteY14" fmla="*/ 2124241 h 2124748"/>
                <a:gd name="connsiteX15" fmla="*/ 327185 w 1839610"/>
                <a:gd name="connsiteY15" fmla="*/ 2083785 h 2124748"/>
                <a:gd name="connsiteX16" fmla="*/ 369508 w 1839610"/>
                <a:gd name="connsiteY16" fmla="*/ 2055777 h 2124748"/>
                <a:gd name="connsiteX17" fmla="*/ 409342 w 1839610"/>
                <a:gd name="connsiteY17" fmla="*/ 1997894 h 2124748"/>
                <a:gd name="connsiteX18" fmla="*/ 412454 w 1839610"/>
                <a:gd name="connsiteY18" fmla="*/ 1945613 h 2124748"/>
                <a:gd name="connsiteX19" fmla="*/ 284240 w 1839610"/>
                <a:gd name="connsiteY19" fmla="*/ 1241682 h 2124748"/>
                <a:gd name="connsiteX20" fmla="*/ 276149 w 1839610"/>
                <a:gd name="connsiteY20" fmla="*/ 1219275 h 2124748"/>
                <a:gd name="connsiteX21" fmla="*/ 278016 w 1839610"/>
                <a:gd name="connsiteY21" fmla="*/ 1224877 h 2124748"/>
                <a:gd name="connsiteX22" fmla="*/ 261834 w 1839610"/>
                <a:gd name="connsiteY22" fmla="*/ 1003926 h 2124748"/>
                <a:gd name="connsiteX23" fmla="*/ 255610 w 1839610"/>
                <a:gd name="connsiteY23" fmla="*/ 988989 h 2124748"/>
                <a:gd name="connsiteX24" fmla="*/ 279883 w 1839610"/>
                <a:gd name="connsiteY24" fmla="*/ 967205 h 2124748"/>
                <a:gd name="connsiteX25" fmla="*/ 253742 w 1839610"/>
                <a:gd name="connsiteY25" fmla="*/ 773639 h 2124748"/>
                <a:gd name="connsiteX26" fmla="*/ 223245 w 1839610"/>
                <a:gd name="connsiteY26" fmla="*/ 715134 h 2124748"/>
                <a:gd name="connsiteX27" fmla="*/ 248141 w 1839610"/>
                <a:gd name="connsiteY27" fmla="*/ 351654 h 2124748"/>
                <a:gd name="connsiteX28" fmla="*/ 304157 w 1839610"/>
                <a:gd name="connsiteY28" fmla="*/ 283813 h 2124748"/>
                <a:gd name="connsiteX29" fmla="*/ 1801021 w 1839610"/>
                <a:gd name="connsiteY29" fmla="*/ 48547 h 2124748"/>
                <a:gd name="connsiteX30" fmla="*/ 1839610 w 1839610"/>
                <a:gd name="connsiteY30" fmla="*/ 31120 h 2124748"/>
                <a:gd name="connsiteX31" fmla="*/ 1753097 w 1839610"/>
                <a:gd name="connsiteY31" fmla="*/ 0 h 2124748"/>
                <a:gd name="connsiteX0" fmla="*/ 1753097 w 1839610"/>
                <a:gd name="connsiteY0" fmla="*/ 0 h 2124748"/>
                <a:gd name="connsiteX1" fmla="*/ 320961 w 1839610"/>
                <a:gd name="connsiteY1" fmla="*/ 204769 h 2124748"/>
                <a:gd name="connsiteX2" fmla="*/ 169719 w 1839610"/>
                <a:gd name="connsiteY2" fmla="*/ 315555 h 2124748"/>
                <a:gd name="connsiteX3" fmla="*/ 134865 w 1839610"/>
                <a:gd name="connsiteY3" fmla="*/ 718868 h 2124748"/>
                <a:gd name="connsiteX4" fmla="*/ 102500 w 1839610"/>
                <a:gd name="connsiteY4" fmla="*/ 785465 h 2124748"/>
                <a:gd name="connsiteX5" fmla="*/ 51463 w 1839610"/>
                <a:gd name="connsiteY5" fmla="*/ 879447 h 2124748"/>
                <a:gd name="connsiteX6" fmla="*/ 84451 w 1839610"/>
                <a:gd name="connsiteY6" fmla="*/ 967205 h 2124748"/>
                <a:gd name="connsiteX7" fmla="*/ 116815 w 1839610"/>
                <a:gd name="connsiteY7" fmla="*/ 998325 h 2124748"/>
                <a:gd name="connsiteX8" fmla="*/ 107479 w 1839610"/>
                <a:gd name="connsiteY8" fmla="*/ 1013885 h 2124748"/>
                <a:gd name="connsiteX9" fmla="*/ 119305 w 1839610"/>
                <a:gd name="connsiteY9" fmla="*/ 1223632 h 2124748"/>
                <a:gd name="connsiteX10" fmla="*/ 117438 w 1839610"/>
                <a:gd name="connsiteY10" fmla="*/ 1235458 h 2124748"/>
                <a:gd name="connsiteX11" fmla="*/ 6029 w 1839610"/>
                <a:gd name="connsiteY11" fmla="*/ 1948102 h 2124748"/>
                <a:gd name="connsiteX12" fmla="*/ 12252 w 1839610"/>
                <a:gd name="connsiteY12" fmla="*/ 2054532 h 2124748"/>
                <a:gd name="connsiteX13" fmla="*/ 95031 w 1839610"/>
                <a:gd name="connsiteY13" fmla="*/ 2111793 h 2124748"/>
                <a:gd name="connsiteX14" fmla="*/ 202083 w 1839610"/>
                <a:gd name="connsiteY14" fmla="*/ 2124241 h 2124748"/>
                <a:gd name="connsiteX15" fmla="*/ 327185 w 1839610"/>
                <a:gd name="connsiteY15" fmla="*/ 2083785 h 2124748"/>
                <a:gd name="connsiteX16" fmla="*/ 369508 w 1839610"/>
                <a:gd name="connsiteY16" fmla="*/ 2055777 h 2124748"/>
                <a:gd name="connsiteX17" fmla="*/ 409342 w 1839610"/>
                <a:gd name="connsiteY17" fmla="*/ 1997894 h 2124748"/>
                <a:gd name="connsiteX18" fmla="*/ 412454 w 1839610"/>
                <a:gd name="connsiteY18" fmla="*/ 1945613 h 2124748"/>
                <a:gd name="connsiteX19" fmla="*/ 284240 w 1839610"/>
                <a:gd name="connsiteY19" fmla="*/ 1241682 h 2124748"/>
                <a:gd name="connsiteX20" fmla="*/ 276149 w 1839610"/>
                <a:gd name="connsiteY20" fmla="*/ 1219275 h 2124748"/>
                <a:gd name="connsiteX21" fmla="*/ 278016 w 1839610"/>
                <a:gd name="connsiteY21" fmla="*/ 1224877 h 2124748"/>
                <a:gd name="connsiteX22" fmla="*/ 261834 w 1839610"/>
                <a:gd name="connsiteY22" fmla="*/ 1003926 h 2124748"/>
                <a:gd name="connsiteX23" fmla="*/ 255610 w 1839610"/>
                <a:gd name="connsiteY23" fmla="*/ 988989 h 2124748"/>
                <a:gd name="connsiteX24" fmla="*/ 279883 w 1839610"/>
                <a:gd name="connsiteY24" fmla="*/ 967205 h 2124748"/>
                <a:gd name="connsiteX25" fmla="*/ 253742 w 1839610"/>
                <a:gd name="connsiteY25" fmla="*/ 773639 h 2124748"/>
                <a:gd name="connsiteX26" fmla="*/ 223245 w 1839610"/>
                <a:gd name="connsiteY26" fmla="*/ 715134 h 2124748"/>
                <a:gd name="connsiteX27" fmla="*/ 248141 w 1839610"/>
                <a:gd name="connsiteY27" fmla="*/ 351654 h 2124748"/>
                <a:gd name="connsiteX28" fmla="*/ 304157 w 1839610"/>
                <a:gd name="connsiteY28" fmla="*/ 283813 h 2124748"/>
                <a:gd name="connsiteX29" fmla="*/ 1801021 w 1839610"/>
                <a:gd name="connsiteY29" fmla="*/ 48547 h 2124748"/>
                <a:gd name="connsiteX30" fmla="*/ 1839610 w 1839610"/>
                <a:gd name="connsiteY30" fmla="*/ 31120 h 2124748"/>
                <a:gd name="connsiteX31" fmla="*/ 1753097 w 1839610"/>
                <a:gd name="connsiteY31" fmla="*/ 0 h 2124748"/>
                <a:gd name="connsiteX0" fmla="*/ 1753097 w 1839610"/>
                <a:gd name="connsiteY0" fmla="*/ 0 h 2124748"/>
                <a:gd name="connsiteX1" fmla="*/ 320961 w 1839610"/>
                <a:gd name="connsiteY1" fmla="*/ 204769 h 2124748"/>
                <a:gd name="connsiteX2" fmla="*/ 169719 w 1839610"/>
                <a:gd name="connsiteY2" fmla="*/ 315555 h 2124748"/>
                <a:gd name="connsiteX3" fmla="*/ 134865 w 1839610"/>
                <a:gd name="connsiteY3" fmla="*/ 718868 h 2124748"/>
                <a:gd name="connsiteX4" fmla="*/ 102500 w 1839610"/>
                <a:gd name="connsiteY4" fmla="*/ 785465 h 2124748"/>
                <a:gd name="connsiteX5" fmla="*/ 51463 w 1839610"/>
                <a:gd name="connsiteY5" fmla="*/ 879447 h 2124748"/>
                <a:gd name="connsiteX6" fmla="*/ 84451 w 1839610"/>
                <a:gd name="connsiteY6" fmla="*/ 967205 h 2124748"/>
                <a:gd name="connsiteX7" fmla="*/ 116815 w 1839610"/>
                <a:gd name="connsiteY7" fmla="*/ 998325 h 2124748"/>
                <a:gd name="connsiteX8" fmla="*/ 107479 w 1839610"/>
                <a:gd name="connsiteY8" fmla="*/ 1013885 h 2124748"/>
                <a:gd name="connsiteX9" fmla="*/ 119305 w 1839610"/>
                <a:gd name="connsiteY9" fmla="*/ 1223632 h 2124748"/>
                <a:gd name="connsiteX10" fmla="*/ 117438 w 1839610"/>
                <a:gd name="connsiteY10" fmla="*/ 1235458 h 2124748"/>
                <a:gd name="connsiteX11" fmla="*/ 6029 w 1839610"/>
                <a:gd name="connsiteY11" fmla="*/ 1948102 h 2124748"/>
                <a:gd name="connsiteX12" fmla="*/ 12252 w 1839610"/>
                <a:gd name="connsiteY12" fmla="*/ 2054532 h 2124748"/>
                <a:gd name="connsiteX13" fmla="*/ 95031 w 1839610"/>
                <a:gd name="connsiteY13" fmla="*/ 2111793 h 2124748"/>
                <a:gd name="connsiteX14" fmla="*/ 202083 w 1839610"/>
                <a:gd name="connsiteY14" fmla="*/ 2124241 h 2124748"/>
                <a:gd name="connsiteX15" fmla="*/ 327185 w 1839610"/>
                <a:gd name="connsiteY15" fmla="*/ 2083785 h 2124748"/>
                <a:gd name="connsiteX16" fmla="*/ 369508 w 1839610"/>
                <a:gd name="connsiteY16" fmla="*/ 2055777 h 2124748"/>
                <a:gd name="connsiteX17" fmla="*/ 409342 w 1839610"/>
                <a:gd name="connsiteY17" fmla="*/ 1997894 h 2124748"/>
                <a:gd name="connsiteX18" fmla="*/ 412454 w 1839610"/>
                <a:gd name="connsiteY18" fmla="*/ 1945613 h 2124748"/>
                <a:gd name="connsiteX19" fmla="*/ 284240 w 1839610"/>
                <a:gd name="connsiteY19" fmla="*/ 1241682 h 2124748"/>
                <a:gd name="connsiteX20" fmla="*/ 276149 w 1839610"/>
                <a:gd name="connsiteY20" fmla="*/ 1219275 h 2124748"/>
                <a:gd name="connsiteX21" fmla="*/ 278016 w 1839610"/>
                <a:gd name="connsiteY21" fmla="*/ 1224877 h 2124748"/>
                <a:gd name="connsiteX22" fmla="*/ 261834 w 1839610"/>
                <a:gd name="connsiteY22" fmla="*/ 1003926 h 2124748"/>
                <a:gd name="connsiteX23" fmla="*/ 255610 w 1839610"/>
                <a:gd name="connsiteY23" fmla="*/ 988989 h 2124748"/>
                <a:gd name="connsiteX24" fmla="*/ 279883 w 1839610"/>
                <a:gd name="connsiteY24" fmla="*/ 967205 h 2124748"/>
                <a:gd name="connsiteX25" fmla="*/ 253742 w 1839610"/>
                <a:gd name="connsiteY25" fmla="*/ 773639 h 2124748"/>
                <a:gd name="connsiteX26" fmla="*/ 223245 w 1839610"/>
                <a:gd name="connsiteY26" fmla="*/ 715134 h 2124748"/>
                <a:gd name="connsiteX27" fmla="*/ 248141 w 1839610"/>
                <a:gd name="connsiteY27" fmla="*/ 351654 h 2124748"/>
                <a:gd name="connsiteX28" fmla="*/ 304157 w 1839610"/>
                <a:gd name="connsiteY28" fmla="*/ 283813 h 2124748"/>
                <a:gd name="connsiteX29" fmla="*/ 1801021 w 1839610"/>
                <a:gd name="connsiteY29" fmla="*/ 48547 h 2124748"/>
                <a:gd name="connsiteX30" fmla="*/ 1839610 w 1839610"/>
                <a:gd name="connsiteY30" fmla="*/ 31120 h 2124748"/>
                <a:gd name="connsiteX31" fmla="*/ 1753097 w 1839610"/>
                <a:gd name="connsiteY31" fmla="*/ 0 h 2124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39610" h="2124748">
                  <a:moveTo>
                    <a:pt x="1753097" y="0"/>
                  </a:moveTo>
                  <a:cubicBezTo>
                    <a:pt x="1428828" y="32987"/>
                    <a:pt x="594816" y="120123"/>
                    <a:pt x="320961" y="204769"/>
                  </a:cubicBezTo>
                  <a:cubicBezTo>
                    <a:pt x="257477" y="227797"/>
                    <a:pt x="194615" y="246469"/>
                    <a:pt x="169719" y="315555"/>
                  </a:cubicBezTo>
                  <a:cubicBezTo>
                    <a:pt x="162250" y="342941"/>
                    <a:pt x="132998" y="611194"/>
                    <a:pt x="134865" y="718868"/>
                  </a:cubicBezTo>
                  <a:cubicBezTo>
                    <a:pt x="135487" y="747499"/>
                    <a:pt x="131130" y="768660"/>
                    <a:pt x="102500" y="785465"/>
                  </a:cubicBezTo>
                  <a:cubicBezTo>
                    <a:pt x="68891" y="804759"/>
                    <a:pt x="53953" y="842725"/>
                    <a:pt x="51463" y="879447"/>
                  </a:cubicBezTo>
                  <a:cubicBezTo>
                    <a:pt x="48974" y="910567"/>
                    <a:pt x="65779" y="940442"/>
                    <a:pt x="84451" y="967205"/>
                  </a:cubicBezTo>
                  <a:cubicBezTo>
                    <a:pt x="94409" y="979653"/>
                    <a:pt x="104990" y="990233"/>
                    <a:pt x="116815" y="998325"/>
                  </a:cubicBezTo>
                  <a:cubicBezTo>
                    <a:pt x="108102" y="995213"/>
                    <a:pt x="107479" y="998947"/>
                    <a:pt x="107479" y="1013885"/>
                  </a:cubicBezTo>
                  <a:cubicBezTo>
                    <a:pt x="117042" y="1089930"/>
                    <a:pt x="126746" y="1142494"/>
                    <a:pt x="119305" y="1223632"/>
                  </a:cubicBezTo>
                  <a:cubicBezTo>
                    <a:pt x="118682" y="1227367"/>
                    <a:pt x="118060" y="1231101"/>
                    <a:pt x="117438" y="1235458"/>
                  </a:cubicBezTo>
                  <a:cubicBezTo>
                    <a:pt x="116815" y="1258487"/>
                    <a:pt x="11630" y="1916360"/>
                    <a:pt x="6029" y="1948102"/>
                  </a:cubicBezTo>
                  <a:cubicBezTo>
                    <a:pt x="-1440" y="1966774"/>
                    <a:pt x="-4552" y="2038972"/>
                    <a:pt x="12252" y="2054532"/>
                  </a:cubicBezTo>
                  <a:cubicBezTo>
                    <a:pt x="36526" y="2078805"/>
                    <a:pt x="53331" y="2091876"/>
                    <a:pt x="95031" y="2111793"/>
                  </a:cubicBezTo>
                  <a:cubicBezTo>
                    <a:pt x="129263" y="2128597"/>
                    <a:pt x="165985" y="2124241"/>
                    <a:pt x="202083" y="2124241"/>
                  </a:cubicBezTo>
                  <a:cubicBezTo>
                    <a:pt x="246896" y="2119261"/>
                    <a:pt x="287974" y="2104946"/>
                    <a:pt x="327185" y="2083785"/>
                  </a:cubicBezTo>
                  <a:cubicBezTo>
                    <a:pt x="340256" y="2073204"/>
                    <a:pt x="356438" y="2066980"/>
                    <a:pt x="369508" y="2055777"/>
                  </a:cubicBezTo>
                  <a:cubicBezTo>
                    <a:pt x="388180" y="2040217"/>
                    <a:pt x="399383" y="2019678"/>
                    <a:pt x="409342" y="1997894"/>
                  </a:cubicBezTo>
                  <a:cubicBezTo>
                    <a:pt x="413698" y="1980467"/>
                    <a:pt x="413076" y="1963040"/>
                    <a:pt x="412454" y="1945613"/>
                  </a:cubicBezTo>
                  <a:cubicBezTo>
                    <a:pt x="409964" y="1888352"/>
                    <a:pt x="301045" y="1310768"/>
                    <a:pt x="284240" y="1241682"/>
                  </a:cubicBezTo>
                  <a:cubicBezTo>
                    <a:pt x="281128" y="1234213"/>
                    <a:pt x="278016" y="1227367"/>
                    <a:pt x="276149" y="1219275"/>
                  </a:cubicBezTo>
                  <a:lnTo>
                    <a:pt x="278016" y="1224877"/>
                  </a:lnTo>
                  <a:cubicBezTo>
                    <a:pt x="269811" y="1147954"/>
                    <a:pt x="257137" y="1085941"/>
                    <a:pt x="261834" y="1003926"/>
                  </a:cubicBezTo>
                  <a:cubicBezTo>
                    <a:pt x="259966" y="993968"/>
                    <a:pt x="259344" y="988989"/>
                    <a:pt x="255610" y="988989"/>
                  </a:cubicBezTo>
                  <a:cubicBezTo>
                    <a:pt x="264323" y="982765"/>
                    <a:pt x="272414" y="975296"/>
                    <a:pt x="279883" y="967205"/>
                  </a:cubicBezTo>
                  <a:cubicBezTo>
                    <a:pt x="324696" y="911189"/>
                    <a:pt x="314115" y="824053"/>
                    <a:pt x="253742" y="773639"/>
                  </a:cubicBezTo>
                  <a:cubicBezTo>
                    <a:pt x="232581" y="756212"/>
                    <a:pt x="222623" y="740652"/>
                    <a:pt x="223245" y="715134"/>
                  </a:cubicBezTo>
                  <a:cubicBezTo>
                    <a:pt x="225735" y="653517"/>
                    <a:pt x="233203" y="385264"/>
                    <a:pt x="248141" y="351654"/>
                  </a:cubicBezTo>
                  <a:cubicBezTo>
                    <a:pt x="264946" y="316800"/>
                    <a:pt x="271170" y="299995"/>
                    <a:pt x="304157" y="283813"/>
                  </a:cubicBezTo>
                  <a:cubicBezTo>
                    <a:pt x="515772" y="192943"/>
                    <a:pt x="1464304" y="78422"/>
                    <a:pt x="1801021" y="48547"/>
                  </a:cubicBezTo>
                  <a:cubicBezTo>
                    <a:pt x="1812847" y="41078"/>
                    <a:pt x="1834008" y="52904"/>
                    <a:pt x="1839610" y="31120"/>
                  </a:cubicBezTo>
                  <a:cubicBezTo>
                    <a:pt x="1822805" y="26141"/>
                    <a:pt x="1790440" y="0"/>
                    <a:pt x="1753097" y="0"/>
                  </a:cubicBezTo>
                  <a:close/>
                </a:path>
              </a:pathLst>
            </a:custGeom>
            <a:solidFill>
              <a:schemeClr val="accent2"/>
            </a:solidFill>
            <a:ln w="6223" cap="flat">
              <a:noFill/>
              <a:prstDash val="solid"/>
              <a:miter/>
            </a:ln>
          </p:spPr>
          <p:txBody>
            <a:bodyPr rtlCol="0" anchor="ctr"/>
            <a:lstStyle/>
            <a:p>
              <a:pPr defTabSz="609630"/>
              <a:endParaRPr lang="en-US" sz="1801" dirty="0">
                <a:solidFill>
                  <a:prstClr val="black"/>
                </a:solidFill>
                <a:latin typeface="Cambria" panose="02040503050406030204" pitchFamily="18" charset="0"/>
                <a:ea typeface="Cambria" panose="02040503050406030204" pitchFamily="18" charset="0"/>
              </a:endParaRPr>
            </a:p>
          </p:txBody>
        </p:sp>
        <p:sp>
          <p:nvSpPr>
            <p:cNvPr id="22" name="Freeform: Shape 197">
              <a:extLst>
                <a:ext uri="{FF2B5EF4-FFF2-40B4-BE49-F238E27FC236}">
                  <a16:creationId xmlns:a16="http://schemas.microsoft.com/office/drawing/2014/main" id="{D4D959EC-10C4-4B98-9EB1-87A84BFC8B26}"/>
                </a:ext>
              </a:extLst>
            </p:cNvPr>
            <p:cNvSpPr/>
            <p:nvPr/>
          </p:nvSpPr>
          <p:spPr>
            <a:xfrm>
              <a:off x="7781245" y="1700724"/>
              <a:ext cx="170808" cy="251750"/>
            </a:xfrm>
            <a:custGeom>
              <a:avLst/>
              <a:gdLst>
                <a:gd name="connsiteX0" fmla="*/ 154004 w 170808"/>
                <a:gd name="connsiteY0" fmla="*/ 15240 h 251750"/>
                <a:gd name="connsiteX1" fmla="*/ 135332 w 170808"/>
                <a:gd name="connsiteY1" fmla="*/ 5282 h 251750"/>
                <a:gd name="connsiteX2" fmla="*/ 80561 w 170808"/>
                <a:gd name="connsiteY2" fmla="*/ 21464 h 251750"/>
                <a:gd name="connsiteX3" fmla="*/ 80561 w 170808"/>
                <a:gd name="connsiteY3" fmla="*/ 20219 h 251750"/>
                <a:gd name="connsiteX4" fmla="*/ 16454 w 170808"/>
                <a:gd name="connsiteY4" fmla="*/ 12128 h 251750"/>
                <a:gd name="connsiteX5" fmla="*/ 272 w 170808"/>
                <a:gd name="connsiteY5" fmla="*/ 25198 h 251750"/>
                <a:gd name="connsiteX6" fmla="*/ 13965 w 170808"/>
                <a:gd name="connsiteY6" fmla="*/ 251751 h 251750"/>
                <a:gd name="connsiteX7" fmla="*/ 66246 w 170808"/>
                <a:gd name="connsiteY7" fmla="*/ 214407 h 251750"/>
                <a:gd name="connsiteX8" fmla="*/ 111059 w 170808"/>
                <a:gd name="connsiteY8" fmla="*/ 207561 h 251750"/>
                <a:gd name="connsiteX9" fmla="*/ 170809 w 170808"/>
                <a:gd name="connsiteY9" fmla="*/ 235569 h 251750"/>
                <a:gd name="connsiteX10" fmla="*/ 154004 w 170808"/>
                <a:gd name="connsiteY10" fmla="*/ 15240 h 25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0808" h="251750">
                  <a:moveTo>
                    <a:pt x="154004" y="15240"/>
                  </a:moveTo>
                  <a:cubicBezTo>
                    <a:pt x="150892" y="-2187"/>
                    <a:pt x="150270" y="-3432"/>
                    <a:pt x="135332" y="5282"/>
                  </a:cubicBezTo>
                  <a:cubicBezTo>
                    <a:pt x="119772" y="13995"/>
                    <a:pt x="100478" y="18974"/>
                    <a:pt x="80561" y="21464"/>
                  </a:cubicBezTo>
                  <a:lnTo>
                    <a:pt x="80561" y="20219"/>
                  </a:lnTo>
                  <a:cubicBezTo>
                    <a:pt x="57533" y="21464"/>
                    <a:pt x="34504" y="20219"/>
                    <a:pt x="16454" y="12128"/>
                  </a:cubicBezTo>
                  <a:cubicBezTo>
                    <a:pt x="894" y="5282"/>
                    <a:pt x="894" y="7149"/>
                    <a:pt x="272" y="25198"/>
                  </a:cubicBezTo>
                  <a:cubicBezTo>
                    <a:pt x="-1595" y="101131"/>
                    <a:pt x="6496" y="176441"/>
                    <a:pt x="13965" y="251751"/>
                  </a:cubicBezTo>
                  <a:cubicBezTo>
                    <a:pt x="17699" y="219386"/>
                    <a:pt x="35126" y="212540"/>
                    <a:pt x="66246" y="214407"/>
                  </a:cubicBezTo>
                  <a:cubicBezTo>
                    <a:pt x="76204" y="215029"/>
                    <a:pt x="102968" y="209428"/>
                    <a:pt x="111059" y="207561"/>
                  </a:cubicBezTo>
                  <a:cubicBezTo>
                    <a:pt x="142801" y="200714"/>
                    <a:pt x="162718" y="205071"/>
                    <a:pt x="170809" y="235569"/>
                  </a:cubicBezTo>
                  <a:cubicBezTo>
                    <a:pt x="167074" y="162126"/>
                    <a:pt x="165830" y="88060"/>
                    <a:pt x="154004" y="15240"/>
                  </a:cubicBezTo>
                  <a:close/>
                </a:path>
              </a:pathLst>
            </a:custGeom>
            <a:solidFill>
              <a:schemeClr val="tx1">
                <a:lumMod val="50000"/>
                <a:lumOff val="50000"/>
              </a:schemeClr>
            </a:solidFill>
            <a:ln w="6223" cap="flat">
              <a:noFill/>
              <a:prstDash val="solid"/>
              <a:miter/>
            </a:ln>
          </p:spPr>
          <p:txBody>
            <a:bodyPr rtlCol="0" anchor="ctr"/>
            <a:lstStyle/>
            <a:p>
              <a:pPr defTabSz="609630"/>
              <a:endParaRPr lang="en-US" sz="1801" dirty="0">
                <a:solidFill>
                  <a:prstClr val="black"/>
                </a:solidFill>
                <a:latin typeface="Cambria" panose="02040503050406030204" pitchFamily="18" charset="0"/>
                <a:ea typeface="Cambria" panose="02040503050406030204" pitchFamily="18" charset="0"/>
              </a:endParaRPr>
            </a:p>
          </p:txBody>
        </p:sp>
        <p:sp>
          <p:nvSpPr>
            <p:cNvPr id="23" name="Freeform: Shape 198">
              <a:extLst>
                <a:ext uri="{FF2B5EF4-FFF2-40B4-BE49-F238E27FC236}">
                  <a16:creationId xmlns:a16="http://schemas.microsoft.com/office/drawing/2014/main" id="{5EE660E5-DECF-4D1C-AC2E-9B3D42578DB3}"/>
                </a:ext>
              </a:extLst>
            </p:cNvPr>
            <p:cNvSpPr/>
            <p:nvPr/>
          </p:nvSpPr>
          <p:spPr>
            <a:xfrm>
              <a:off x="9446273" y="702702"/>
              <a:ext cx="288947" cy="83376"/>
            </a:xfrm>
            <a:custGeom>
              <a:avLst/>
              <a:gdLst>
                <a:gd name="connsiteX0" fmla="*/ 247247 w 288947"/>
                <a:gd name="connsiteY0" fmla="*/ 70953 h 83376"/>
                <a:gd name="connsiteX1" fmla="*/ 42479 w 288947"/>
                <a:gd name="connsiteY1" fmla="*/ 70953 h 83376"/>
                <a:gd name="connsiteX2" fmla="*/ 7002 w 288947"/>
                <a:gd name="connsiteY2" fmla="*/ 51659 h 83376"/>
                <a:gd name="connsiteX3" fmla="*/ 1400 w 288947"/>
                <a:gd name="connsiteY3" fmla="*/ 0 h 83376"/>
                <a:gd name="connsiteX4" fmla="*/ 288948 w 288947"/>
                <a:gd name="connsiteY4" fmla="*/ 0 h 83376"/>
                <a:gd name="connsiteX5" fmla="*/ 288948 w 288947"/>
                <a:gd name="connsiteY5" fmla="*/ 29875 h 83376"/>
                <a:gd name="connsiteX6" fmla="*/ 247247 w 288947"/>
                <a:gd name="connsiteY6" fmla="*/ 70953 h 83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8947" h="83376">
                  <a:moveTo>
                    <a:pt x="247247" y="70953"/>
                  </a:moveTo>
                  <a:cubicBezTo>
                    <a:pt x="197455" y="85268"/>
                    <a:pt x="106585" y="89625"/>
                    <a:pt x="42479" y="70953"/>
                  </a:cubicBezTo>
                  <a:cubicBezTo>
                    <a:pt x="35632" y="69086"/>
                    <a:pt x="13848" y="64107"/>
                    <a:pt x="7002" y="51659"/>
                  </a:cubicBezTo>
                  <a:cubicBezTo>
                    <a:pt x="-4201" y="29875"/>
                    <a:pt x="1400" y="0"/>
                    <a:pt x="1400" y="0"/>
                  </a:cubicBezTo>
                  <a:lnTo>
                    <a:pt x="288948" y="0"/>
                  </a:lnTo>
                  <a:lnTo>
                    <a:pt x="288948" y="29875"/>
                  </a:lnTo>
                  <a:cubicBezTo>
                    <a:pt x="288948" y="52281"/>
                    <a:pt x="269653" y="64107"/>
                    <a:pt x="247247" y="70953"/>
                  </a:cubicBezTo>
                  <a:close/>
                </a:path>
              </a:pathLst>
            </a:custGeom>
            <a:solidFill>
              <a:schemeClr val="tx1">
                <a:lumMod val="50000"/>
                <a:lumOff val="50000"/>
              </a:schemeClr>
            </a:solidFill>
            <a:ln w="6223" cap="flat">
              <a:noFill/>
              <a:prstDash val="solid"/>
              <a:miter/>
            </a:ln>
          </p:spPr>
          <p:txBody>
            <a:bodyPr rtlCol="0" anchor="ctr"/>
            <a:lstStyle/>
            <a:p>
              <a:pPr defTabSz="609630"/>
              <a:endParaRPr lang="en-US" sz="1801" dirty="0">
                <a:solidFill>
                  <a:prstClr val="black"/>
                </a:solidFill>
                <a:latin typeface="Cambria" panose="02040503050406030204" pitchFamily="18" charset="0"/>
                <a:ea typeface="Cambria" panose="02040503050406030204" pitchFamily="18" charset="0"/>
              </a:endParaRPr>
            </a:p>
          </p:txBody>
        </p:sp>
        <p:sp>
          <p:nvSpPr>
            <p:cNvPr id="24" name="Freeform: Shape 199">
              <a:extLst>
                <a:ext uri="{FF2B5EF4-FFF2-40B4-BE49-F238E27FC236}">
                  <a16:creationId xmlns:a16="http://schemas.microsoft.com/office/drawing/2014/main" id="{8CA509B0-885C-4B54-8E60-92310875071C}"/>
                </a:ext>
              </a:extLst>
            </p:cNvPr>
            <p:cNvSpPr/>
            <p:nvPr/>
          </p:nvSpPr>
          <p:spPr>
            <a:xfrm>
              <a:off x="9447674" y="654778"/>
              <a:ext cx="287547" cy="94604"/>
            </a:xfrm>
            <a:custGeom>
              <a:avLst/>
              <a:gdLst>
                <a:gd name="connsiteX0" fmla="*/ 287547 w 287547"/>
                <a:gd name="connsiteY0" fmla="*/ 47302 h 94604"/>
                <a:gd name="connsiteX1" fmla="*/ 143774 w 287547"/>
                <a:gd name="connsiteY1" fmla="*/ 94604 h 94604"/>
                <a:gd name="connsiteX2" fmla="*/ 0 w 287547"/>
                <a:gd name="connsiteY2" fmla="*/ 47302 h 94604"/>
                <a:gd name="connsiteX3" fmla="*/ 143774 w 287547"/>
                <a:gd name="connsiteY3" fmla="*/ 0 h 94604"/>
                <a:gd name="connsiteX4" fmla="*/ 287547 w 287547"/>
                <a:gd name="connsiteY4" fmla="*/ 47302 h 94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7547" h="94604">
                  <a:moveTo>
                    <a:pt x="287547" y="47302"/>
                  </a:moveTo>
                  <a:cubicBezTo>
                    <a:pt x="287547" y="73426"/>
                    <a:pt x="223178" y="94604"/>
                    <a:pt x="143774" y="94604"/>
                  </a:cubicBezTo>
                  <a:cubicBezTo>
                    <a:pt x="64370" y="94604"/>
                    <a:pt x="0" y="73426"/>
                    <a:pt x="0" y="47302"/>
                  </a:cubicBezTo>
                  <a:cubicBezTo>
                    <a:pt x="0" y="21178"/>
                    <a:pt x="64370" y="0"/>
                    <a:pt x="143774" y="0"/>
                  </a:cubicBezTo>
                  <a:cubicBezTo>
                    <a:pt x="223178" y="0"/>
                    <a:pt x="287547" y="21178"/>
                    <a:pt x="287547" y="47302"/>
                  </a:cubicBezTo>
                  <a:close/>
                </a:path>
              </a:pathLst>
            </a:custGeom>
            <a:solidFill>
              <a:schemeClr val="tx1"/>
            </a:solidFill>
            <a:ln w="6223" cap="flat">
              <a:noFill/>
              <a:prstDash val="solid"/>
              <a:miter/>
            </a:ln>
          </p:spPr>
          <p:txBody>
            <a:bodyPr rtlCol="0" anchor="ctr"/>
            <a:lstStyle/>
            <a:p>
              <a:pPr defTabSz="609630"/>
              <a:endParaRPr lang="en-US" sz="1801" dirty="0">
                <a:solidFill>
                  <a:prstClr val="black"/>
                </a:solidFill>
                <a:latin typeface="Cambria" panose="02040503050406030204" pitchFamily="18" charset="0"/>
                <a:ea typeface="Cambria" panose="02040503050406030204" pitchFamily="18" charset="0"/>
              </a:endParaRPr>
            </a:p>
          </p:txBody>
        </p:sp>
      </p:grpSp>
      <p:sp>
        <p:nvSpPr>
          <p:cNvPr id="2" name="ZoneTexte 1">
            <a:extLst>
              <a:ext uri="{FF2B5EF4-FFF2-40B4-BE49-F238E27FC236}">
                <a16:creationId xmlns:a16="http://schemas.microsoft.com/office/drawing/2014/main" id="{1E4A1795-C284-8737-D9AA-039BC263DFF3}"/>
              </a:ext>
            </a:extLst>
          </p:cNvPr>
          <p:cNvSpPr txBox="1"/>
          <p:nvPr/>
        </p:nvSpPr>
        <p:spPr>
          <a:xfrm>
            <a:off x="8826960" y="5666083"/>
            <a:ext cx="3675722" cy="677108"/>
          </a:xfrm>
          <a:prstGeom prst="rect">
            <a:avLst/>
          </a:prstGeom>
          <a:noFill/>
        </p:spPr>
        <p:txBody>
          <a:bodyPr wrap="square" rtlCol="0">
            <a:spAutoFit/>
          </a:bodyPr>
          <a:lstStyle/>
          <a:p>
            <a:pPr algn="ctr" defTabSz="609630"/>
            <a:r>
              <a:rPr lang="fr-FR" sz="2000" b="1" u="sng" dirty="0">
                <a:solidFill>
                  <a:srgbClr val="0070C0"/>
                </a:solidFill>
                <a:latin typeface="Cambria" panose="02040503050406030204" pitchFamily="18" charset="0"/>
                <a:ea typeface="Cambria" panose="02040503050406030204" pitchFamily="18" charset="0"/>
              </a:rPr>
              <a:t>Réalisé par :</a:t>
            </a:r>
          </a:p>
          <a:p>
            <a:pPr algn="ctr" defTabSz="609630"/>
            <a:r>
              <a:rPr lang="fr-FR" b="1" dirty="0">
                <a:solidFill>
                  <a:prstClr val="black"/>
                </a:solidFill>
                <a:latin typeface="Cambria" panose="02040503050406030204" pitchFamily="18" charset="0"/>
                <a:ea typeface="Cambria" panose="02040503050406030204" pitchFamily="18" charset="0"/>
              </a:rPr>
              <a:t>M. Bakary KANTE</a:t>
            </a:r>
          </a:p>
        </p:txBody>
      </p:sp>
      <p:sp>
        <p:nvSpPr>
          <p:cNvPr id="4" name="ZoneTexte 3">
            <a:extLst>
              <a:ext uri="{FF2B5EF4-FFF2-40B4-BE49-F238E27FC236}">
                <a16:creationId xmlns:a16="http://schemas.microsoft.com/office/drawing/2014/main" id="{F42B181B-3D38-B677-2218-5F2B5E8B3552}"/>
              </a:ext>
            </a:extLst>
          </p:cNvPr>
          <p:cNvSpPr txBox="1"/>
          <p:nvPr/>
        </p:nvSpPr>
        <p:spPr>
          <a:xfrm>
            <a:off x="4903334" y="2884234"/>
            <a:ext cx="2215853" cy="830997"/>
          </a:xfrm>
          <a:prstGeom prst="rect">
            <a:avLst/>
          </a:prstGeom>
          <a:noFill/>
        </p:spPr>
        <p:txBody>
          <a:bodyPr wrap="square" rtlCol="0">
            <a:spAutoFit/>
          </a:bodyPr>
          <a:lstStyle/>
          <a:p>
            <a:pPr algn="ctr" defTabSz="541907"/>
            <a:r>
              <a:rPr lang="fr-FR" sz="4800" b="1" u="sng" dirty="0">
                <a:solidFill>
                  <a:prstClr val="black"/>
                </a:solidFill>
                <a:latin typeface="Edwardian Script ITC" panose="030303020407070D0804" pitchFamily="66" charset="0"/>
              </a:rPr>
              <a:t>Thème</a:t>
            </a:r>
          </a:p>
        </p:txBody>
      </p:sp>
    </p:spTree>
    <p:extLst>
      <p:ext uri="{BB962C8B-B14F-4D97-AF65-F5344CB8AC3E}">
        <p14:creationId xmlns:p14="http://schemas.microsoft.com/office/powerpoint/2010/main" val="15634909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anim calcmode="lin" valueType="num">
                                      <p:cBhvr>
                                        <p:cTn id="8" dur="500" fill="hold"/>
                                        <p:tgtEl>
                                          <p:spTgt spid="25"/>
                                        </p:tgtEl>
                                        <p:attrNameLst>
                                          <p:attrName>ppt_x</p:attrName>
                                        </p:attrNameLst>
                                      </p:cBhvr>
                                      <p:tavLst>
                                        <p:tav tm="0">
                                          <p:val>
                                            <p:strVal val="#ppt_x"/>
                                          </p:val>
                                        </p:tav>
                                        <p:tav tm="100000">
                                          <p:val>
                                            <p:strVal val="#ppt_x"/>
                                          </p:val>
                                        </p:tav>
                                      </p:tavLst>
                                    </p:anim>
                                    <p:anim calcmode="lin" valueType="num">
                                      <p:cBhvr>
                                        <p:cTn id="9" dur="500" fill="hold"/>
                                        <p:tgtEl>
                                          <p:spTgt spid="25"/>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1000"/>
                                        <p:tgtEl>
                                          <p:spTgt spid="14"/>
                                        </p:tgtEl>
                                      </p:cBhvr>
                                    </p:animEffect>
                                    <p:anim calcmode="lin" valueType="num">
                                      <p:cBhvr>
                                        <p:cTn id="14" dur="1000" fill="hold"/>
                                        <p:tgtEl>
                                          <p:spTgt spid="14"/>
                                        </p:tgtEl>
                                        <p:attrNameLst>
                                          <p:attrName>ppt_x</p:attrName>
                                        </p:attrNameLst>
                                      </p:cBhvr>
                                      <p:tavLst>
                                        <p:tav tm="0">
                                          <p:val>
                                            <p:strVal val="#ppt_x"/>
                                          </p:val>
                                        </p:tav>
                                        <p:tav tm="100000">
                                          <p:val>
                                            <p:strVal val="#ppt_x"/>
                                          </p:val>
                                        </p:tav>
                                      </p:tavLst>
                                    </p:anim>
                                    <p:anim calcmode="lin" valueType="num">
                                      <p:cBhvr>
                                        <p:cTn id="15" dur="1000" fill="hold"/>
                                        <p:tgtEl>
                                          <p:spTgt spid="14"/>
                                        </p:tgtEl>
                                        <p:attrNameLst>
                                          <p:attrName>ppt_y</p:attrName>
                                        </p:attrNameLst>
                                      </p:cBhvr>
                                      <p:tavLst>
                                        <p:tav tm="0">
                                          <p:val>
                                            <p:strVal val="#ppt_y+.1"/>
                                          </p:val>
                                        </p:tav>
                                        <p:tav tm="100000">
                                          <p:val>
                                            <p:strVal val="#ppt_y"/>
                                          </p:val>
                                        </p:tav>
                                      </p:tavLst>
                                    </p:anim>
                                  </p:childTnLst>
                                </p:cTn>
                              </p:par>
                            </p:childTnLst>
                          </p:cTn>
                        </p:par>
                        <p:par>
                          <p:cTn id="16" fill="hold">
                            <p:stCondLst>
                              <p:cond delay="1500"/>
                            </p:stCondLst>
                            <p:childTnLst>
                              <p:par>
                                <p:cTn id="17" presetID="42" presetClass="entr" presetSubtype="0" fill="hold" grpId="0" nodeType="after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fade">
                                      <p:cBhvr>
                                        <p:cTn id="19" dur="750"/>
                                        <p:tgtEl>
                                          <p:spTgt spid="37"/>
                                        </p:tgtEl>
                                      </p:cBhvr>
                                    </p:animEffect>
                                    <p:anim calcmode="lin" valueType="num">
                                      <p:cBhvr>
                                        <p:cTn id="20" dur="750" fill="hold"/>
                                        <p:tgtEl>
                                          <p:spTgt spid="37"/>
                                        </p:tgtEl>
                                        <p:attrNameLst>
                                          <p:attrName>ppt_x</p:attrName>
                                        </p:attrNameLst>
                                      </p:cBhvr>
                                      <p:tavLst>
                                        <p:tav tm="0">
                                          <p:val>
                                            <p:strVal val="#ppt_x"/>
                                          </p:val>
                                        </p:tav>
                                        <p:tav tm="100000">
                                          <p:val>
                                            <p:strVal val="#ppt_x"/>
                                          </p:val>
                                        </p:tav>
                                      </p:tavLst>
                                    </p:anim>
                                    <p:anim calcmode="lin" valueType="num">
                                      <p:cBhvr>
                                        <p:cTn id="21" dur="750" fill="hold"/>
                                        <p:tgtEl>
                                          <p:spTgt spid="37"/>
                                        </p:tgtEl>
                                        <p:attrNameLst>
                                          <p:attrName>ppt_y</p:attrName>
                                        </p:attrNameLst>
                                      </p:cBhvr>
                                      <p:tavLst>
                                        <p:tav tm="0">
                                          <p:val>
                                            <p:strVal val="#ppt_y+.1"/>
                                          </p:val>
                                        </p:tav>
                                        <p:tav tm="100000">
                                          <p:val>
                                            <p:strVal val="#ppt_y"/>
                                          </p:val>
                                        </p:tav>
                                      </p:tavLst>
                                    </p:anim>
                                  </p:childTnLst>
                                </p:cTn>
                              </p:par>
                            </p:childTnLst>
                          </p:cTn>
                        </p:par>
                        <p:par>
                          <p:cTn id="22" fill="hold">
                            <p:stCondLst>
                              <p:cond delay="2250"/>
                            </p:stCondLst>
                            <p:childTnLst>
                              <p:par>
                                <p:cTn id="23" presetID="42" presetClass="entr" presetSubtype="0" fill="hold" grpId="0" nodeType="afterEffect">
                                  <p:stCondLst>
                                    <p:cond delay="0"/>
                                  </p:stCondLst>
                                  <p:childTnLst>
                                    <p:set>
                                      <p:cBhvr>
                                        <p:cTn id="24" dur="1" fill="hold">
                                          <p:stCondLst>
                                            <p:cond delay="0"/>
                                          </p:stCondLst>
                                        </p:cTn>
                                        <p:tgtEl>
                                          <p:spTgt spid="38"/>
                                        </p:tgtEl>
                                        <p:attrNameLst>
                                          <p:attrName>style.visibility</p:attrName>
                                        </p:attrNameLst>
                                      </p:cBhvr>
                                      <p:to>
                                        <p:strVal val="visible"/>
                                      </p:to>
                                    </p:set>
                                    <p:animEffect transition="in" filter="fade">
                                      <p:cBhvr>
                                        <p:cTn id="25" dur="500"/>
                                        <p:tgtEl>
                                          <p:spTgt spid="38"/>
                                        </p:tgtEl>
                                      </p:cBhvr>
                                    </p:animEffect>
                                    <p:anim calcmode="lin" valueType="num">
                                      <p:cBhvr>
                                        <p:cTn id="26" dur="500" fill="hold"/>
                                        <p:tgtEl>
                                          <p:spTgt spid="38"/>
                                        </p:tgtEl>
                                        <p:attrNameLst>
                                          <p:attrName>ppt_x</p:attrName>
                                        </p:attrNameLst>
                                      </p:cBhvr>
                                      <p:tavLst>
                                        <p:tav tm="0">
                                          <p:val>
                                            <p:strVal val="#ppt_x"/>
                                          </p:val>
                                        </p:tav>
                                        <p:tav tm="100000">
                                          <p:val>
                                            <p:strVal val="#ppt_x"/>
                                          </p:val>
                                        </p:tav>
                                      </p:tavLst>
                                    </p:anim>
                                    <p:anim calcmode="lin" valueType="num">
                                      <p:cBhvr>
                                        <p:cTn id="27" dur="500" fill="hold"/>
                                        <p:tgtEl>
                                          <p:spTgt spid="38"/>
                                        </p:tgtEl>
                                        <p:attrNameLst>
                                          <p:attrName>ppt_y</p:attrName>
                                        </p:attrNameLst>
                                      </p:cBhvr>
                                      <p:tavLst>
                                        <p:tav tm="0">
                                          <p:val>
                                            <p:strVal val="#ppt_y+.1"/>
                                          </p:val>
                                        </p:tav>
                                        <p:tav tm="100000">
                                          <p:val>
                                            <p:strVal val="#ppt_y"/>
                                          </p:val>
                                        </p:tav>
                                      </p:tavLst>
                                    </p:anim>
                                  </p:childTnLst>
                                </p:cTn>
                              </p:par>
                            </p:childTnLst>
                          </p:cTn>
                        </p:par>
                        <p:par>
                          <p:cTn id="28" fill="hold">
                            <p:stCondLst>
                              <p:cond delay="2750"/>
                            </p:stCondLst>
                            <p:childTnLst>
                              <p:par>
                                <p:cTn id="29" presetID="42" presetClass="entr" presetSubtype="0" fill="hold" grpId="0" nodeType="afterEffect">
                                  <p:stCondLst>
                                    <p:cond delay="0"/>
                                  </p:stCondLst>
                                  <p:childTnLst>
                                    <p:set>
                                      <p:cBhvr>
                                        <p:cTn id="30" dur="1" fill="hold">
                                          <p:stCondLst>
                                            <p:cond delay="0"/>
                                          </p:stCondLst>
                                        </p:cTn>
                                        <p:tgtEl>
                                          <p:spTgt spid="40"/>
                                        </p:tgtEl>
                                        <p:attrNameLst>
                                          <p:attrName>style.visibility</p:attrName>
                                        </p:attrNameLst>
                                      </p:cBhvr>
                                      <p:to>
                                        <p:strVal val="visible"/>
                                      </p:to>
                                    </p:set>
                                    <p:animEffect transition="in" filter="fade">
                                      <p:cBhvr>
                                        <p:cTn id="31" dur="500"/>
                                        <p:tgtEl>
                                          <p:spTgt spid="40"/>
                                        </p:tgtEl>
                                      </p:cBhvr>
                                    </p:animEffect>
                                    <p:anim calcmode="lin" valueType="num">
                                      <p:cBhvr>
                                        <p:cTn id="32" dur="500" fill="hold"/>
                                        <p:tgtEl>
                                          <p:spTgt spid="40"/>
                                        </p:tgtEl>
                                        <p:attrNameLst>
                                          <p:attrName>ppt_x</p:attrName>
                                        </p:attrNameLst>
                                      </p:cBhvr>
                                      <p:tavLst>
                                        <p:tav tm="0">
                                          <p:val>
                                            <p:strVal val="#ppt_x"/>
                                          </p:val>
                                        </p:tav>
                                        <p:tav tm="100000">
                                          <p:val>
                                            <p:strVal val="#ppt_x"/>
                                          </p:val>
                                        </p:tav>
                                      </p:tavLst>
                                    </p:anim>
                                    <p:anim calcmode="lin" valueType="num">
                                      <p:cBhvr>
                                        <p:cTn id="33" dur="500" fill="hold"/>
                                        <p:tgtEl>
                                          <p:spTgt spid="40"/>
                                        </p:tgtEl>
                                        <p:attrNameLst>
                                          <p:attrName>ppt_y</p:attrName>
                                        </p:attrNameLst>
                                      </p:cBhvr>
                                      <p:tavLst>
                                        <p:tav tm="0">
                                          <p:val>
                                            <p:strVal val="#ppt_y+.1"/>
                                          </p:val>
                                        </p:tav>
                                        <p:tav tm="100000">
                                          <p:val>
                                            <p:strVal val="#ppt_y"/>
                                          </p:val>
                                        </p:tav>
                                      </p:tavLst>
                                    </p:anim>
                                  </p:childTnLst>
                                </p:cTn>
                              </p:par>
                            </p:childTnLst>
                          </p:cTn>
                        </p:par>
                        <p:par>
                          <p:cTn id="34" fill="hold">
                            <p:stCondLst>
                              <p:cond delay="3250"/>
                            </p:stCondLst>
                            <p:childTnLst>
                              <p:par>
                                <p:cTn id="35" presetID="47" presetClass="entr" presetSubtype="0" fill="hold" grpId="0" nodeType="after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fade">
                                      <p:cBhvr>
                                        <p:cTn id="37" dur="1000"/>
                                        <p:tgtEl>
                                          <p:spTgt spid="36"/>
                                        </p:tgtEl>
                                      </p:cBhvr>
                                    </p:animEffect>
                                    <p:anim calcmode="lin" valueType="num">
                                      <p:cBhvr>
                                        <p:cTn id="38" dur="1000" fill="hold"/>
                                        <p:tgtEl>
                                          <p:spTgt spid="36"/>
                                        </p:tgtEl>
                                        <p:attrNameLst>
                                          <p:attrName>ppt_x</p:attrName>
                                        </p:attrNameLst>
                                      </p:cBhvr>
                                      <p:tavLst>
                                        <p:tav tm="0">
                                          <p:val>
                                            <p:strVal val="#ppt_x"/>
                                          </p:val>
                                        </p:tav>
                                        <p:tav tm="100000">
                                          <p:val>
                                            <p:strVal val="#ppt_x"/>
                                          </p:val>
                                        </p:tav>
                                      </p:tavLst>
                                    </p:anim>
                                    <p:anim calcmode="lin" valueType="num">
                                      <p:cBhvr>
                                        <p:cTn id="39" dur="1000" fill="hold"/>
                                        <p:tgtEl>
                                          <p:spTgt spid="36"/>
                                        </p:tgtEl>
                                        <p:attrNameLst>
                                          <p:attrName>ppt_y</p:attrName>
                                        </p:attrNameLst>
                                      </p:cBhvr>
                                      <p:tavLst>
                                        <p:tav tm="0">
                                          <p:val>
                                            <p:strVal val="#ppt_y-.1"/>
                                          </p:val>
                                        </p:tav>
                                        <p:tav tm="100000">
                                          <p:val>
                                            <p:strVal val="#ppt_y"/>
                                          </p:val>
                                        </p:tav>
                                      </p:tavLst>
                                    </p:anim>
                                  </p:childTnLst>
                                </p:cTn>
                              </p:par>
                            </p:childTnLst>
                          </p:cTn>
                        </p:par>
                        <p:par>
                          <p:cTn id="40" fill="hold">
                            <p:stCondLst>
                              <p:cond delay="4250"/>
                            </p:stCondLst>
                            <p:childTnLst>
                              <p:par>
                                <p:cTn id="41" presetID="47" presetClass="entr" presetSubtype="0" fill="hold" grpId="0" nodeType="afterEffect">
                                  <p:stCondLst>
                                    <p:cond delay="0"/>
                                  </p:stCondLst>
                                  <p:childTnLst>
                                    <p:set>
                                      <p:cBhvr>
                                        <p:cTn id="42" dur="1" fill="hold">
                                          <p:stCondLst>
                                            <p:cond delay="0"/>
                                          </p:stCondLst>
                                        </p:cTn>
                                        <p:tgtEl>
                                          <p:spTgt spid="2"/>
                                        </p:tgtEl>
                                        <p:attrNameLst>
                                          <p:attrName>style.visibility</p:attrName>
                                        </p:attrNameLst>
                                      </p:cBhvr>
                                      <p:to>
                                        <p:strVal val="visible"/>
                                      </p:to>
                                    </p:set>
                                    <p:animEffect transition="in" filter="fade">
                                      <p:cBhvr>
                                        <p:cTn id="43" dur="1000"/>
                                        <p:tgtEl>
                                          <p:spTgt spid="2"/>
                                        </p:tgtEl>
                                      </p:cBhvr>
                                    </p:animEffect>
                                    <p:anim calcmode="lin" valueType="num">
                                      <p:cBhvr>
                                        <p:cTn id="44" dur="1000" fill="hold"/>
                                        <p:tgtEl>
                                          <p:spTgt spid="2"/>
                                        </p:tgtEl>
                                        <p:attrNameLst>
                                          <p:attrName>ppt_x</p:attrName>
                                        </p:attrNameLst>
                                      </p:cBhvr>
                                      <p:tavLst>
                                        <p:tav tm="0">
                                          <p:val>
                                            <p:strVal val="#ppt_x"/>
                                          </p:val>
                                        </p:tav>
                                        <p:tav tm="100000">
                                          <p:val>
                                            <p:strVal val="#ppt_x"/>
                                          </p:val>
                                        </p:tav>
                                      </p:tavLst>
                                    </p:anim>
                                    <p:anim calcmode="lin" valueType="num">
                                      <p:cBhvr>
                                        <p:cTn id="45"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p:bldP spid="38" grpId="0"/>
      <p:bldP spid="40" grpId="0"/>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a:off x="0" y="0"/>
            <a:ext cx="12191997" cy="231350"/>
          </a:xfrm>
          <a:custGeom>
            <a:avLst/>
            <a:gdLst/>
            <a:ahLst/>
            <a:cxnLst/>
            <a:rect l="l" t="t" r="r" b="b"/>
            <a:pathLst>
              <a:path w="4816592" h="91397">
                <a:moveTo>
                  <a:pt x="0" y="0"/>
                </a:moveTo>
                <a:lnTo>
                  <a:pt x="4816592" y="0"/>
                </a:lnTo>
                <a:lnTo>
                  <a:pt x="4816592" y="91397"/>
                </a:lnTo>
                <a:lnTo>
                  <a:pt x="0" y="91397"/>
                </a:lnTo>
                <a:close/>
              </a:path>
            </a:pathLst>
          </a:custGeom>
          <a:solidFill>
            <a:srgbClr val="3B41C9"/>
          </a:solidFill>
        </p:spPr>
        <p:txBody>
          <a:bodyPr/>
          <a:lstStyle/>
          <a:p>
            <a:endParaRPr lang="fr-FR"/>
          </a:p>
        </p:txBody>
      </p:sp>
      <p:sp>
        <p:nvSpPr>
          <p:cNvPr id="7" name="Freeform 7"/>
          <p:cNvSpPr/>
          <p:nvPr/>
        </p:nvSpPr>
        <p:spPr>
          <a:xfrm>
            <a:off x="0" y="6626650"/>
            <a:ext cx="12191997" cy="231350"/>
          </a:xfrm>
          <a:custGeom>
            <a:avLst/>
            <a:gdLst/>
            <a:ahLst/>
            <a:cxnLst/>
            <a:rect l="l" t="t" r="r" b="b"/>
            <a:pathLst>
              <a:path w="4816592" h="91397">
                <a:moveTo>
                  <a:pt x="0" y="0"/>
                </a:moveTo>
                <a:lnTo>
                  <a:pt x="4816592" y="0"/>
                </a:lnTo>
                <a:lnTo>
                  <a:pt x="4816592" y="91397"/>
                </a:lnTo>
                <a:lnTo>
                  <a:pt x="0" y="91397"/>
                </a:lnTo>
                <a:close/>
              </a:path>
            </a:pathLst>
          </a:custGeom>
          <a:solidFill>
            <a:srgbClr val="3B41C9"/>
          </a:solidFill>
        </p:spPr>
        <p:txBody>
          <a:bodyPr/>
          <a:lstStyle/>
          <a:p>
            <a:endParaRPr lang="fr-FR"/>
          </a:p>
        </p:txBody>
      </p:sp>
      <p:sp>
        <p:nvSpPr>
          <p:cNvPr id="9" name="Freeform 9"/>
          <p:cNvSpPr/>
          <p:nvPr/>
        </p:nvSpPr>
        <p:spPr>
          <a:xfrm>
            <a:off x="1112030" y="2327538"/>
            <a:ext cx="1604757" cy="1604757"/>
          </a:xfrm>
          <a:custGeom>
            <a:avLst/>
            <a:gdLst/>
            <a:ahLst/>
            <a:cxnLst/>
            <a:rect l="l" t="t" r="r" b="b"/>
            <a:pathLst>
              <a:path w="2407135" h="2407135">
                <a:moveTo>
                  <a:pt x="0" y="0"/>
                </a:moveTo>
                <a:lnTo>
                  <a:pt x="2407135" y="0"/>
                </a:lnTo>
                <a:lnTo>
                  <a:pt x="2407135" y="2407135"/>
                </a:lnTo>
                <a:lnTo>
                  <a:pt x="0" y="2407135"/>
                </a:lnTo>
                <a:lnTo>
                  <a:pt x="0" y="0"/>
                </a:lnTo>
                <a:close/>
              </a:path>
            </a:pathLst>
          </a:custGeom>
          <a:blipFill>
            <a:blip r:embed="rId3"/>
            <a:stretch>
              <a:fillRect/>
            </a:stretch>
          </a:blipFill>
          <a:ln>
            <a:noFill/>
          </a:ln>
        </p:spPr>
        <p:txBody>
          <a:bodyPr/>
          <a:lstStyle/>
          <a:p>
            <a:endParaRPr lang="fr-FR"/>
          </a:p>
        </p:txBody>
      </p:sp>
      <p:sp>
        <p:nvSpPr>
          <p:cNvPr id="10" name="Freeform 10"/>
          <p:cNvSpPr/>
          <p:nvPr/>
        </p:nvSpPr>
        <p:spPr>
          <a:xfrm>
            <a:off x="685800" y="3119755"/>
            <a:ext cx="2457217" cy="1228608"/>
          </a:xfrm>
          <a:custGeom>
            <a:avLst/>
            <a:gdLst/>
            <a:ahLst/>
            <a:cxnLst/>
            <a:rect l="l" t="t" r="r" b="b"/>
            <a:pathLst>
              <a:path w="3685825" h="1842912">
                <a:moveTo>
                  <a:pt x="0" y="0"/>
                </a:moveTo>
                <a:lnTo>
                  <a:pt x="3685825" y="0"/>
                </a:lnTo>
                <a:lnTo>
                  <a:pt x="3685825" y="1842913"/>
                </a:lnTo>
                <a:lnTo>
                  <a:pt x="0" y="184291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fr-FR" dirty="0"/>
          </a:p>
        </p:txBody>
      </p:sp>
      <p:sp>
        <p:nvSpPr>
          <p:cNvPr id="11" name="Freeform 11"/>
          <p:cNvSpPr/>
          <p:nvPr/>
        </p:nvSpPr>
        <p:spPr>
          <a:xfrm>
            <a:off x="3201758" y="2317378"/>
            <a:ext cx="1604757" cy="1604757"/>
          </a:xfrm>
          <a:custGeom>
            <a:avLst/>
            <a:gdLst/>
            <a:ahLst/>
            <a:cxnLst/>
            <a:rect l="l" t="t" r="r" b="b"/>
            <a:pathLst>
              <a:path w="2407135" h="2407135">
                <a:moveTo>
                  <a:pt x="0" y="0"/>
                </a:moveTo>
                <a:lnTo>
                  <a:pt x="2407135" y="0"/>
                </a:lnTo>
                <a:lnTo>
                  <a:pt x="2407135" y="2407135"/>
                </a:lnTo>
                <a:lnTo>
                  <a:pt x="0" y="2407135"/>
                </a:lnTo>
                <a:lnTo>
                  <a:pt x="0" y="0"/>
                </a:lnTo>
                <a:close/>
              </a:path>
            </a:pathLst>
          </a:custGeom>
          <a:blipFill>
            <a:blip r:embed="rId3"/>
            <a:stretch>
              <a:fillRect/>
            </a:stretch>
          </a:blipFill>
        </p:spPr>
        <p:txBody>
          <a:bodyPr/>
          <a:lstStyle/>
          <a:p>
            <a:endParaRPr lang="fr-FR"/>
          </a:p>
        </p:txBody>
      </p:sp>
      <p:sp>
        <p:nvSpPr>
          <p:cNvPr id="12" name="Freeform 12"/>
          <p:cNvSpPr/>
          <p:nvPr/>
        </p:nvSpPr>
        <p:spPr>
          <a:xfrm flipV="1">
            <a:off x="2775528" y="1907751"/>
            <a:ext cx="2457217" cy="1228608"/>
          </a:xfrm>
          <a:custGeom>
            <a:avLst/>
            <a:gdLst/>
            <a:ahLst/>
            <a:cxnLst/>
            <a:rect l="l" t="t" r="r" b="b"/>
            <a:pathLst>
              <a:path w="3685825" h="1842912">
                <a:moveTo>
                  <a:pt x="0" y="1842912"/>
                </a:moveTo>
                <a:lnTo>
                  <a:pt x="3685825" y="1842912"/>
                </a:lnTo>
                <a:lnTo>
                  <a:pt x="3685825" y="0"/>
                </a:lnTo>
                <a:lnTo>
                  <a:pt x="0" y="0"/>
                </a:lnTo>
                <a:lnTo>
                  <a:pt x="0" y="1842912"/>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fr-FR"/>
          </a:p>
        </p:txBody>
      </p:sp>
      <p:sp>
        <p:nvSpPr>
          <p:cNvPr id="13" name="Freeform 13"/>
          <p:cNvSpPr/>
          <p:nvPr/>
        </p:nvSpPr>
        <p:spPr>
          <a:xfrm>
            <a:off x="5293622" y="2325679"/>
            <a:ext cx="1604757" cy="1604757"/>
          </a:xfrm>
          <a:custGeom>
            <a:avLst/>
            <a:gdLst/>
            <a:ahLst/>
            <a:cxnLst/>
            <a:rect l="l" t="t" r="r" b="b"/>
            <a:pathLst>
              <a:path w="2407135" h="2407135">
                <a:moveTo>
                  <a:pt x="0" y="0"/>
                </a:moveTo>
                <a:lnTo>
                  <a:pt x="2407136" y="0"/>
                </a:lnTo>
                <a:lnTo>
                  <a:pt x="2407136" y="2407135"/>
                </a:lnTo>
                <a:lnTo>
                  <a:pt x="0" y="2407135"/>
                </a:lnTo>
                <a:lnTo>
                  <a:pt x="0" y="0"/>
                </a:lnTo>
                <a:close/>
              </a:path>
            </a:pathLst>
          </a:custGeom>
          <a:blipFill>
            <a:blip r:embed="rId3"/>
            <a:stretch>
              <a:fillRect/>
            </a:stretch>
          </a:blipFill>
        </p:spPr>
        <p:txBody>
          <a:bodyPr/>
          <a:lstStyle/>
          <a:p>
            <a:endParaRPr lang="fr-FR"/>
          </a:p>
        </p:txBody>
      </p:sp>
      <p:sp>
        <p:nvSpPr>
          <p:cNvPr id="14" name="Freeform 14"/>
          <p:cNvSpPr/>
          <p:nvPr/>
        </p:nvSpPr>
        <p:spPr>
          <a:xfrm>
            <a:off x="4867392" y="3128057"/>
            <a:ext cx="2457217" cy="1228608"/>
          </a:xfrm>
          <a:custGeom>
            <a:avLst/>
            <a:gdLst/>
            <a:ahLst/>
            <a:cxnLst/>
            <a:rect l="l" t="t" r="r" b="b"/>
            <a:pathLst>
              <a:path w="3685825" h="1842912">
                <a:moveTo>
                  <a:pt x="0" y="0"/>
                </a:moveTo>
                <a:lnTo>
                  <a:pt x="3685824" y="0"/>
                </a:lnTo>
                <a:lnTo>
                  <a:pt x="3685824" y="1842912"/>
                </a:lnTo>
                <a:lnTo>
                  <a:pt x="0" y="184291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fr-FR"/>
          </a:p>
        </p:txBody>
      </p:sp>
      <p:sp>
        <p:nvSpPr>
          <p:cNvPr id="15" name="Freeform 15"/>
          <p:cNvSpPr/>
          <p:nvPr/>
        </p:nvSpPr>
        <p:spPr>
          <a:xfrm>
            <a:off x="7383349" y="2325679"/>
            <a:ext cx="1604757" cy="1604757"/>
          </a:xfrm>
          <a:custGeom>
            <a:avLst/>
            <a:gdLst/>
            <a:ahLst/>
            <a:cxnLst/>
            <a:rect l="l" t="t" r="r" b="b"/>
            <a:pathLst>
              <a:path w="2407135" h="2407135">
                <a:moveTo>
                  <a:pt x="0" y="0"/>
                </a:moveTo>
                <a:lnTo>
                  <a:pt x="2407136" y="0"/>
                </a:lnTo>
                <a:lnTo>
                  <a:pt x="2407136" y="2407135"/>
                </a:lnTo>
                <a:lnTo>
                  <a:pt x="0" y="2407135"/>
                </a:lnTo>
                <a:lnTo>
                  <a:pt x="0" y="0"/>
                </a:lnTo>
                <a:close/>
              </a:path>
            </a:pathLst>
          </a:custGeom>
          <a:blipFill>
            <a:blip r:embed="rId3"/>
            <a:stretch>
              <a:fillRect/>
            </a:stretch>
          </a:blipFill>
        </p:spPr>
        <p:txBody>
          <a:bodyPr/>
          <a:lstStyle/>
          <a:p>
            <a:endParaRPr lang="fr-FR"/>
          </a:p>
        </p:txBody>
      </p:sp>
      <p:sp>
        <p:nvSpPr>
          <p:cNvPr id="16" name="Freeform 16"/>
          <p:cNvSpPr/>
          <p:nvPr/>
        </p:nvSpPr>
        <p:spPr>
          <a:xfrm flipV="1">
            <a:off x="6957120" y="1916052"/>
            <a:ext cx="2457217" cy="1228608"/>
          </a:xfrm>
          <a:custGeom>
            <a:avLst/>
            <a:gdLst/>
            <a:ahLst/>
            <a:cxnLst/>
            <a:rect l="l" t="t" r="r" b="b"/>
            <a:pathLst>
              <a:path w="3685825" h="1842912">
                <a:moveTo>
                  <a:pt x="0" y="1842912"/>
                </a:moveTo>
                <a:lnTo>
                  <a:pt x="3685824" y="1842912"/>
                </a:lnTo>
                <a:lnTo>
                  <a:pt x="3685824" y="0"/>
                </a:lnTo>
                <a:lnTo>
                  <a:pt x="0" y="0"/>
                </a:lnTo>
                <a:lnTo>
                  <a:pt x="0" y="1842912"/>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fr-FR"/>
          </a:p>
        </p:txBody>
      </p:sp>
      <p:sp>
        <p:nvSpPr>
          <p:cNvPr id="17" name="Freeform 17"/>
          <p:cNvSpPr/>
          <p:nvPr/>
        </p:nvSpPr>
        <p:spPr>
          <a:xfrm>
            <a:off x="9475214" y="2317378"/>
            <a:ext cx="1604757" cy="1604757"/>
          </a:xfrm>
          <a:custGeom>
            <a:avLst/>
            <a:gdLst/>
            <a:ahLst/>
            <a:cxnLst/>
            <a:rect l="l" t="t" r="r" b="b"/>
            <a:pathLst>
              <a:path w="2407135" h="2407135">
                <a:moveTo>
                  <a:pt x="0" y="0"/>
                </a:moveTo>
                <a:lnTo>
                  <a:pt x="2407135" y="0"/>
                </a:lnTo>
                <a:lnTo>
                  <a:pt x="2407135" y="2407135"/>
                </a:lnTo>
                <a:lnTo>
                  <a:pt x="0" y="2407135"/>
                </a:lnTo>
                <a:lnTo>
                  <a:pt x="0" y="0"/>
                </a:lnTo>
                <a:close/>
              </a:path>
            </a:pathLst>
          </a:custGeom>
          <a:blipFill>
            <a:blip r:embed="rId3"/>
            <a:stretch>
              <a:fillRect/>
            </a:stretch>
          </a:blipFill>
        </p:spPr>
        <p:txBody>
          <a:bodyPr/>
          <a:lstStyle/>
          <a:p>
            <a:endParaRPr lang="fr-FR"/>
          </a:p>
        </p:txBody>
      </p:sp>
      <p:sp>
        <p:nvSpPr>
          <p:cNvPr id="18" name="Freeform 18"/>
          <p:cNvSpPr/>
          <p:nvPr/>
        </p:nvSpPr>
        <p:spPr>
          <a:xfrm>
            <a:off x="9048984" y="3119755"/>
            <a:ext cx="2457217" cy="1228608"/>
          </a:xfrm>
          <a:custGeom>
            <a:avLst/>
            <a:gdLst/>
            <a:ahLst/>
            <a:cxnLst/>
            <a:rect l="l" t="t" r="r" b="b"/>
            <a:pathLst>
              <a:path w="3685825" h="1842912">
                <a:moveTo>
                  <a:pt x="0" y="0"/>
                </a:moveTo>
                <a:lnTo>
                  <a:pt x="3685825" y="0"/>
                </a:lnTo>
                <a:lnTo>
                  <a:pt x="3685825" y="1842913"/>
                </a:lnTo>
                <a:lnTo>
                  <a:pt x="0" y="184291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fr-FR"/>
          </a:p>
        </p:txBody>
      </p:sp>
      <p:sp>
        <p:nvSpPr>
          <p:cNvPr id="19" name="Freeform 19"/>
          <p:cNvSpPr/>
          <p:nvPr/>
        </p:nvSpPr>
        <p:spPr>
          <a:xfrm>
            <a:off x="1507349" y="2713714"/>
            <a:ext cx="814119" cy="812084"/>
          </a:xfrm>
          <a:custGeom>
            <a:avLst/>
            <a:gdLst/>
            <a:ahLst/>
            <a:cxnLst/>
            <a:rect l="l" t="t" r="r" b="b"/>
            <a:pathLst>
              <a:path w="1221179" h="1218126">
                <a:moveTo>
                  <a:pt x="0" y="0"/>
                </a:moveTo>
                <a:lnTo>
                  <a:pt x="1221179" y="0"/>
                </a:lnTo>
                <a:lnTo>
                  <a:pt x="1221179" y="1218125"/>
                </a:lnTo>
                <a:lnTo>
                  <a:pt x="0" y="1218125"/>
                </a:lnTo>
                <a:lnTo>
                  <a:pt x="0" y="0"/>
                </a:lnTo>
                <a:close/>
              </a:path>
            </a:pathLst>
          </a:custGeom>
          <a:blipFill>
            <a:blip r:embed="rId6"/>
            <a:stretch>
              <a:fillRect/>
            </a:stretch>
          </a:blipFill>
        </p:spPr>
        <p:txBody>
          <a:bodyPr/>
          <a:lstStyle/>
          <a:p>
            <a:endParaRPr lang="fr-FR"/>
          </a:p>
        </p:txBody>
      </p:sp>
      <p:sp>
        <p:nvSpPr>
          <p:cNvPr id="20" name="Freeform 20"/>
          <p:cNvSpPr/>
          <p:nvPr/>
        </p:nvSpPr>
        <p:spPr>
          <a:xfrm>
            <a:off x="3735641" y="2713714"/>
            <a:ext cx="536991" cy="812084"/>
          </a:xfrm>
          <a:custGeom>
            <a:avLst/>
            <a:gdLst/>
            <a:ahLst/>
            <a:cxnLst/>
            <a:rect l="l" t="t" r="r" b="b"/>
            <a:pathLst>
              <a:path w="805486" h="1218126">
                <a:moveTo>
                  <a:pt x="0" y="0"/>
                </a:moveTo>
                <a:lnTo>
                  <a:pt x="805485" y="0"/>
                </a:lnTo>
                <a:lnTo>
                  <a:pt x="805485" y="1218125"/>
                </a:lnTo>
                <a:lnTo>
                  <a:pt x="0" y="1218125"/>
                </a:lnTo>
                <a:lnTo>
                  <a:pt x="0" y="0"/>
                </a:lnTo>
                <a:close/>
              </a:path>
            </a:pathLst>
          </a:custGeom>
          <a:blipFill>
            <a:blip r:embed="rId7"/>
            <a:stretch>
              <a:fillRect/>
            </a:stretch>
          </a:blipFill>
        </p:spPr>
        <p:txBody>
          <a:bodyPr/>
          <a:lstStyle/>
          <a:p>
            <a:endParaRPr lang="fr-FR"/>
          </a:p>
        </p:txBody>
      </p:sp>
      <p:sp>
        <p:nvSpPr>
          <p:cNvPr id="21" name="Freeform 21"/>
          <p:cNvSpPr/>
          <p:nvPr/>
        </p:nvSpPr>
        <p:spPr>
          <a:xfrm>
            <a:off x="5622757" y="2780795"/>
            <a:ext cx="946487" cy="677921"/>
          </a:xfrm>
          <a:custGeom>
            <a:avLst/>
            <a:gdLst/>
            <a:ahLst/>
            <a:cxnLst/>
            <a:rect l="l" t="t" r="r" b="b"/>
            <a:pathLst>
              <a:path w="1419731" h="1016882">
                <a:moveTo>
                  <a:pt x="0" y="0"/>
                </a:moveTo>
                <a:lnTo>
                  <a:pt x="1419730" y="0"/>
                </a:lnTo>
                <a:lnTo>
                  <a:pt x="1419730" y="1016883"/>
                </a:lnTo>
                <a:lnTo>
                  <a:pt x="0" y="1016883"/>
                </a:lnTo>
                <a:lnTo>
                  <a:pt x="0" y="0"/>
                </a:lnTo>
                <a:close/>
              </a:path>
            </a:pathLst>
          </a:custGeom>
          <a:blipFill>
            <a:blip r:embed="rId8"/>
            <a:stretch>
              <a:fillRect/>
            </a:stretch>
          </a:blipFill>
        </p:spPr>
        <p:txBody>
          <a:bodyPr/>
          <a:lstStyle/>
          <a:p>
            <a:endParaRPr lang="fr-FR"/>
          </a:p>
        </p:txBody>
      </p:sp>
      <p:sp>
        <p:nvSpPr>
          <p:cNvPr id="22" name="Freeform 22"/>
          <p:cNvSpPr/>
          <p:nvPr/>
        </p:nvSpPr>
        <p:spPr>
          <a:xfrm>
            <a:off x="7905178" y="2629713"/>
            <a:ext cx="561099" cy="980085"/>
          </a:xfrm>
          <a:custGeom>
            <a:avLst/>
            <a:gdLst/>
            <a:ahLst/>
            <a:cxnLst/>
            <a:rect l="l" t="t" r="r" b="b"/>
            <a:pathLst>
              <a:path w="841648" h="1470128">
                <a:moveTo>
                  <a:pt x="0" y="0"/>
                </a:moveTo>
                <a:lnTo>
                  <a:pt x="841648" y="0"/>
                </a:lnTo>
                <a:lnTo>
                  <a:pt x="841648" y="1470128"/>
                </a:lnTo>
                <a:lnTo>
                  <a:pt x="0" y="1470128"/>
                </a:lnTo>
                <a:lnTo>
                  <a:pt x="0" y="0"/>
                </a:lnTo>
                <a:close/>
              </a:path>
            </a:pathLst>
          </a:custGeom>
          <a:blipFill>
            <a:blip r:embed="rId9"/>
            <a:stretch>
              <a:fillRect/>
            </a:stretch>
          </a:blipFill>
        </p:spPr>
        <p:txBody>
          <a:bodyPr/>
          <a:lstStyle/>
          <a:p>
            <a:endParaRPr lang="fr-FR"/>
          </a:p>
        </p:txBody>
      </p:sp>
      <p:sp>
        <p:nvSpPr>
          <p:cNvPr id="23" name="Freeform 23"/>
          <p:cNvSpPr/>
          <p:nvPr/>
        </p:nvSpPr>
        <p:spPr>
          <a:xfrm>
            <a:off x="9896936" y="2772159"/>
            <a:ext cx="833569" cy="745003"/>
          </a:xfrm>
          <a:custGeom>
            <a:avLst/>
            <a:gdLst/>
            <a:ahLst/>
            <a:cxnLst/>
            <a:rect l="l" t="t" r="r" b="b"/>
            <a:pathLst>
              <a:path w="1250354" h="1117504">
                <a:moveTo>
                  <a:pt x="0" y="0"/>
                </a:moveTo>
                <a:lnTo>
                  <a:pt x="1250354" y="0"/>
                </a:lnTo>
                <a:lnTo>
                  <a:pt x="1250354" y="1117504"/>
                </a:lnTo>
                <a:lnTo>
                  <a:pt x="0" y="1117504"/>
                </a:lnTo>
                <a:lnTo>
                  <a:pt x="0" y="0"/>
                </a:lnTo>
                <a:close/>
              </a:path>
            </a:pathLst>
          </a:custGeom>
          <a:blipFill>
            <a:blip r:embed="rId10"/>
            <a:stretch>
              <a:fillRect/>
            </a:stretch>
          </a:blipFill>
        </p:spPr>
        <p:txBody>
          <a:bodyPr/>
          <a:lstStyle/>
          <a:p>
            <a:endParaRPr lang="fr-FR"/>
          </a:p>
        </p:txBody>
      </p:sp>
      <p:sp>
        <p:nvSpPr>
          <p:cNvPr id="24" name="TextBox 24"/>
          <p:cNvSpPr txBox="1"/>
          <p:nvPr/>
        </p:nvSpPr>
        <p:spPr>
          <a:xfrm>
            <a:off x="2383585" y="755650"/>
            <a:ext cx="7424831" cy="833562"/>
          </a:xfrm>
          <a:prstGeom prst="rect">
            <a:avLst/>
          </a:prstGeom>
        </p:spPr>
        <p:txBody>
          <a:bodyPr lIns="0" tIns="0" rIns="0" bIns="0" rtlCol="0" anchor="t">
            <a:spAutoFit/>
          </a:bodyPr>
          <a:lstStyle/>
          <a:p>
            <a:pPr algn="ctr" defTabSz="609630">
              <a:lnSpc>
                <a:spcPts val="6506"/>
              </a:lnSpc>
            </a:pPr>
            <a:r>
              <a:rPr lang="en-US" sz="6081" dirty="0">
                <a:solidFill>
                  <a:srgbClr val="3B41C9"/>
                </a:solidFill>
                <a:latin typeface="ADLaM Display" panose="02010000000000000000" pitchFamily="2" charset="0"/>
                <a:ea typeface="ADLaM Display" panose="02010000000000000000" pitchFamily="2" charset="0"/>
                <a:cs typeface="ADLaM Display" panose="02010000000000000000" pitchFamily="2" charset="0"/>
              </a:rPr>
              <a:t>PLAN</a:t>
            </a:r>
          </a:p>
        </p:txBody>
      </p:sp>
      <p:sp>
        <p:nvSpPr>
          <p:cNvPr id="25" name="TextBox 25"/>
          <p:cNvSpPr txBox="1"/>
          <p:nvPr/>
        </p:nvSpPr>
        <p:spPr>
          <a:xfrm>
            <a:off x="685801" y="4492122"/>
            <a:ext cx="2236346" cy="283924"/>
          </a:xfrm>
          <a:prstGeom prst="rect">
            <a:avLst/>
          </a:prstGeom>
        </p:spPr>
        <p:txBody>
          <a:bodyPr wrap="square" lIns="0" tIns="0" rIns="0" bIns="0" rtlCol="0" anchor="t">
            <a:spAutoFit/>
          </a:bodyPr>
          <a:lstStyle/>
          <a:p>
            <a:pPr algn="ctr" defTabSz="609630">
              <a:lnSpc>
                <a:spcPts val="2427"/>
              </a:lnSpc>
            </a:pPr>
            <a:r>
              <a:rPr lang="en-US" sz="1733" dirty="0">
                <a:solidFill>
                  <a:srgbClr val="000000"/>
                </a:solidFill>
                <a:latin typeface="ADLaM Display" panose="02010000000000000000" pitchFamily="2" charset="0"/>
                <a:ea typeface="ADLaM Display" panose="02010000000000000000" pitchFamily="2" charset="0"/>
                <a:cs typeface="ADLaM Display" panose="02010000000000000000" pitchFamily="2" charset="0"/>
              </a:rPr>
              <a:t>Presentation BIM sa</a:t>
            </a:r>
          </a:p>
        </p:txBody>
      </p:sp>
      <p:sp>
        <p:nvSpPr>
          <p:cNvPr id="27" name="TextBox 27"/>
          <p:cNvSpPr txBox="1"/>
          <p:nvPr/>
        </p:nvSpPr>
        <p:spPr>
          <a:xfrm>
            <a:off x="2995725" y="4477617"/>
            <a:ext cx="1871667" cy="281424"/>
          </a:xfrm>
          <a:prstGeom prst="rect">
            <a:avLst/>
          </a:prstGeom>
        </p:spPr>
        <p:txBody>
          <a:bodyPr lIns="0" tIns="0" rIns="0" bIns="0" rtlCol="0" anchor="t">
            <a:spAutoFit/>
          </a:bodyPr>
          <a:lstStyle/>
          <a:p>
            <a:pPr algn="ctr" defTabSz="609630">
              <a:lnSpc>
                <a:spcPts val="2427"/>
              </a:lnSpc>
            </a:pPr>
            <a:r>
              <a:rPr lang="en-US" sz="1733" dirty="0">
                <a:solidFill>
                  <a:srgbClr val="000000"/>
                </a:solidFill>
                <a:latin typeface="ADLaM Display" panose="02010000000000000000" pitchFamily="2" charset="0"/>
                <a:ea typeface="ADLaM Display" panose="02010000000000000000" pitchFamily="2" charset="0"/>
                <a:cs typeface="ADLaM Display" panose="02010000000000000000" pitchFamily="2" charset="0"/>
              </a:rPr>
              <a:t>Introduction</a:t>
            </a:r>
          </a:p>
        </p:txBody>
      </p:sp>
      <p:sp>
        <p:nvSpPr>
          <p:cNvPr id="29" name="TextBox 29"/>
          <p:cNvSpPr txBox="1"/>
          <p:nvPr/>
        </p:nvSpPr>
        <p:spPr>
          <a:xfrm>
            <a:off x="5232070" y="4492122"/>
            <a:ext cx="1871667" cy="281424"/>
          </a:xfrm>
          <a:prstGeom prst="rect">
            <a:avLst/>
          </a:prstGeom>
        </p:spPr>
        <p:txBody>
          <a:bodyPr lIns="0" tIns="0" rIns="0" bIns="0" rtlCol="0" anchor="t">
            <a:spAutoFit/>
          </a:bodyPr>
          <a:lstStyle/>
          <a:p>
            <a:pPr algn="ctr" defTabSz="609630">
              <a:lnSpc>
                <a:spcPts val="2427"/>
              </a:lnSpc>
            </a:pPr>
            <a:r>
              <a:rPr lang="en-US" sz="1733" dirty="0">
                <a:solidFill>
                  <a:srgbClr val="000000"/>
                </a:solidFill>
                <a:latin typeface="ADLaM Display" panose="02010000000000000000" pitchFamily="2" charset="0"/>
                <a:ea typeface="ADLaM Display" panose="02010000000000000000" pitchFamily="2" charset="0"/>
                <a:cs typeface="ADLaM Display" panose="02010000000000000000" pitchFamily="2" charset="0"/>
              </a:rPr>
              <a:t>Problématique</a:t>
            </a:r>
          </a:p>
        </p:txBody>
      </p:sp>
      <p:sp>
        <p:nvSpPr>
          <p:cNvPr id="31" name="TextBox 31"/>
          <p:cNvSpPr txBox="1"/>
          <p:nvPr/>
        </p:nvSpPr>
        <p:spPr>
          <a:xfrm>
            <a:off x="7249893" y="4451389"/>
            <a:ext cx="1871667" cy="281424"/>
          </a:xfrm>
          <a:prstGeom prst="rect">
            <a:avLst/>
          </a:prstGeom>
        </p:spPr>
        <p:txBody>
          <a:bodyPr lIns="0" tIns="0" rIns="0" bIns="0" rtlCol="0" anchor="t">
            <a:spAutoFit/>
          </a:bodyPr>
          <a:lstStyle/>
          <a:p>
            <a:pPr algn="ctr" defTabSz="609630">
              <a:lnSpc>
                <a:spcPts val="2427"/>
              </a:lnSpc>
            </a:pPr>
            <a:r>
              <a:rPr lang="en-US" sz="1733" dirty="0">
                <a:solidFill>
                  <a:srgbClr val="000000"/>
                </a:solidFill>
                <a:latin typeface="ADLaM Display" panose="02010000000000000000" pitchFamily="2" charset="0"/>
                <a:ea typeface="ADLaM Display" panose="02010000000000000000" pitchFamily="2" charset="0"/>
                <a:cs typeface="ADLaM Display" panose="02010000000000000000" pitchFamily="2" charset="0"/>
              </a:rPr>
              <a:t>Démarche</a:t>
            </a:r>
          </a:p>
        </p:txBody>
      </p:sp>
      <p:sp>
        <p:nvSpPr>
          <p:cNvPr id="33" name="TextBox 33"/>
          <p:cNvSpPr txBox="1"/>
          <p:nvPr/>
        </p:nvSpPr>
        <p:spPr>
          <a:xfrm>
            <a:off x="9413661" y="4492122"/>
            <a:ext cx="1871667" cy="281424"/>
          </a:xfrm>
          <a:prstGeom prst="rect">
            <a:avLst/>
          </a:prstGeom>
        </p:spPr>
        <p:txBody>
          <a:bodyPr lIns="0" tIns="0" rIns="0" bIns="0" rtlCol="0" anchor="t">
            <a:spAutoFit/>
          </a:bodyPr>
          <a:lstStyle/>
          <a:p>
            <a:pPr algn="ctr" defTabSz="609630">
              <a:lnSpc>
                <a:spcPts val="2427"/>
              </a:lnSpc>
            </a:pPr>
            <a:r>
              <a:rPr lang="en-US" sz="1733" dirty="0">
                <a:solidFill>
                  <a:srgbClr val="000000"/>
                </a:solidFill>
                <a:latin typeface="ADLaM Display" panose="02010000000000000000" pitchFamily="2" charset="0"/>
                <a:ea typeface="ADLaM Display" panose="02010000000000000000" pitchFamily="2" charset="0"/>
                <a:cs typeface="ADLaM Display" panose="02010000000000000000" pitchFamily="2" charset="0"/>
              </a:rPr>
              <a:t>Conclusion</a:t>
            </a:r>
          </a:p>
        </p:txBody>
      </p:sp>
      <p:sp>
        <p:nvSpPr>
          <p:cNvPr id="2" name="Espace réservé du numéro de diapositive 4">
            <a:extLst>
              <a:ext uri="{FF2B5EF4-FFF2-40B4-BE49-F238E27FC236}">
                <a16:creationId xmlns:a16="http://schemas.microsoft.com/office/drawing/2014/main" id="{89506C4F-E371-D92D-02D2-BD1505AFE1C6}"/>
              </a:ext>
            </a:extLst>
          </p:cNvPr>
          <p:cNvSpPr>
            <a:spLocks noGrp="1"/>
          </p:cNvSpPr>
          <p:nvPr>
            <p:ph type="sldNum" sz="quarter" idx="12"/>
          </p:nvPr>
        </p:nvSpPr>
        <p:spPr>
          <a:xfrm>
            <a:off x="5834104" y="5895510"/>
            <a:ext cx="523788" cy="500106"/>
          </a:xfrm>
          <a:prstGeom prst="ellipse">
            <a:avLst/>
          </a:prstGeom>
          <a:ln>
            <a:solidFill>
              <a:srgbClr val="0070C0"/>
            </a:solidFill>
          </a:ln>
        </p:spPr>
        <p:style>
          <a:lnRef idx="2">
            <a:schemeClr val="accent2"/>
          </a:lnRef>
          <a:fillRef idx="1">
            <a:schemeClr val="lt1"/>
          </a:fillRef>
          <a:effectRef idx="0">
            <a:schemeClr val="accent2"/>
          </a:effectRef>
          <a:fontRef idx="minor">
            <a:schemeClr val="dk1"/>
          </a:fontRef>
        </p:style>
        <p:txBody>
          <a:bodyPr/>
          <a:lstStyle/>
          <a:p>
            <a:r>
              <a:rPr lang="fr-ML" sz="2000" b="1" dirty="0">
                <a:solidFill>
                  <a:srgbClr val="002060"/>
                </a:solidFill>
                <a:latin typeface="Nunito Sans Black" pitchFamily="2" charset="0"/>
              </a:rPr>
              <a:t>1</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1000"/>
                                        <p:tgtEl>
                                          <p:spTgt spid="19"/>
                                        </p:tgtEl>
                                      </p:cBhvr>
                                    </p:animEffect>
                                    <p:anim calcmode="lin" valueType="num">
                                      <p:cBhvr>
                                        <p:cTn id="13" dur="1000" fill="hold"/>
                                        <p:tgtEl>
                                          <p:spTgt spid="19"/>
                                        </p:tgtEl>
                                        <p:attrNameLst>
                                          <p:attrName>ppt_x</p:attrName>
                                        </p:attrNameLst>
                                      </p:cBhvr>
                                      <p:tavLst>
                                        <p:tav tm="0">
                                          <p:val>
                                            <p:strVal val="#ppt_x"/>
                                          </p:val>
                                        </p:tav>
                                        <p:tav tm="100000">
                                          <p:val>
                                            <p:strVal val="#ppt_x"/>
                                          </p:val>
                                        </p:tav>
                                      </p:tavLst>
                                    </p:anim>
                                    <p:anim calcmode="lin" valueType="num">
                                      <p:cBhvr>
                                        <p:cTn id="14" dur="1000" fill="hold"/>
                                        <p:tgtEl>
                                          <p:spTgt spid="19"/>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1000"/>
                                        <p:tgtEl>
                                          <p:spTgt spid="10"/>
                                        </p:tgtEl>
                                      </p:cBhvr>
                                    </p:animEffect>
                                    <p:anim calcmode="lin" valueType="num">
                                      <p:cBhvr>
                                        <p:cTn id="18" dur="1000" fill="hold"/>
                                        <p:tgtEl>
                                          <p:spTgt spid="10"/>
                                        </p:tgtEl>
                                        <p:attrNameLst>
                                          <p:attrName>ppt_x</p:attrName>
                                        </p:attrNameLst>
                                      </p:cBhvr>
                                      <p:tavLst>
                                        <p:tav tm="0">
                                          <p:val>
                                            <p:strVal val="#ppt_x"/>
                                          </p:val>
                                        </p:tav>
                                        <p:tav tm="100000">
                                          <p:val>
                                            <p:strVal val="#ppt_x"/>
                                          </p:val>
                                        </p:tav>
                                      </p:tavLst>
                                    </p:anim>
                                    <p:anim calcmode="lin" valueType="num">
                                      <p:cBhvr>
                                        <p:cTn id="19" dur="1000" fill="hold"/>
                                        <p:tgtEl>
                                          <p:spTgt spid="10"/>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1000"/>
                                        <p:tgtEl>
                                          <p:spTgt spid="25"/>
                                        </p:tgtEl>
                                      </p:cBhvr>
                                    </p:animEffect>
                                    <p:anim calcmode="lin" valueType="num">
                                      <p:cBhvr>
                                        <p:cTn id="23" dur="1000" fill="hold"/>
                                        <p:tgtEl>
                                          <p:spTgt spid="25"/>
                                        </p:tgtEl>
                                        <p:attrNameLst>
                                          <p:attrName>ppt_x</p:attrName>
                                        </p:attrNameLst>
                                      </p:cBhvr>
                                      <p:tavLst>
                                        <p:tav tm="0">
                                          <p:val>
                                            <p:strVal val="#ppt_x"/>
                                          </p:val>
                                        </p:tav>
                                        <p:tav tm="100000">
                                          <p:val>
                                            <p:strVal val="#ppt_x"/>
                                          </p:val>
                                        </p:tav>
                                      </p:tavLst>
                                    </p:anim>
                                    <p:anim calcmode="lin" valueType="num">
                                      <p:cBhvr>
                                        <p:cTn id="24"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1000"/>
                                        <p:tgtEl>
                                          <p:spTgt spid="12"/>
                                        </p:tgtEl>
                                      </p:cBhvr>
                                    </p:animEffect>
                                    <p:anim calcmode="lin" valueType="num">
                                      <p:cBhvr>
                                        <p:cTn id="30" dur="1000" fill="hold"/>
                                        <p:tgtEl>
                                          <p:spTgt spid="12"/>
                                        </p:tgtEl>
                                        <p:attrNameLst>
                                          <p:attrName>ppt_x</p:attrName>
                                        </p:attrNameLst>
                                      </p:cBhvr>
                                      <p:tavLst>
                                        <p:tav tm="0">
                                          <p:val>
                                            <p:strVal val="#ppt_x"/>
                                          </p:val>
                                        </p:tav>
                                        <p:tav tm="100000">
                                          <p:val>
                                            <p:strVal val="#ppt_x"/>
                                          </p:val>
                                        </p:tav>
                                      </p:tavLst>
                                    </p:anim>
                                    <p:anim calcmode="lin" valueType="num">
                                      <p:cBhvr>
                                        <p:cTn id="31" dur="1000" fill="hold"/>
                                        <p:tgtEl>
                                          <p:spTgt spid="12"/>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1000"/>
                                        <p:tgtEl>
                                          <p:spTgt spid="11"/>
                                        </p:tgtEl>
                                      </p:cBhvr>
                                    </p:animEffect>
                                    <p:anim calcmode="lin" valueType="num">
                                      <p:cBhvr>
                                        <p:cTn id="35" dur="1000" fill="hold"/>
                                        <p:tgtEl>
                                          <p:spTgt spid="11"/>
                                        </p:tgtEl>
                                        <p:attrNameLst>
                                          <p:attrName>ppt_x</p:attrName>
                                        </p:attrNameLst>
                                      </p:cBhvr>
                                      <p:tavLst>
                                        <p:tav tm="0">
                                          <p:val>
                                            <p:strVal val="#ppt_x"/>
                                          </p:val>
                                        </p:tav>
                                        <p:tav tm="100000">
                                          <p:val>
                                            <p:strVal val="#ppt_x"/>
                                          </p:val>
                                        </p:tav>
                                      </p:tavLst>
                                    </p:anim>
                                    <p:anim calcmode="lin" valueType="num">
                                      <p:cBhvr>
                                        <p:cTn id="36" dur="1000" fill="hold"/>
                                        <p:tgtEl>
                                          <p:spTgt spid="11"/>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1000"/>
                                        <p:tgtEl>
                                          <p:spTgt spid="20"/>
                                        </p:tgtEl>
                                      </p:cBhvr>
                                    </p:animEffect>
                                    <p:anim calcmode="lin" valueType="num">
                                      <p:cBhvr>
                                        <p:cTn id="40" dur="1000" fill="hold"/>
                                        <p:tgtEl>
                                          <p:spTgt spid="20"/>
                                        </p:tgtEl>
                                        <p:attrNameLst>
                                          <p:attrName>ppt_x</p:attrName>
                                        </p:attrNameLst>
                                      </p:cBhvr>
                                      <p:tavLst>
                                        <p:tav tm="0">
                                          <p:val>
                                            <p:strVal val="#ppt_x"/>
                                          </p:val>
                                        </p:tav>
                                        <p:tav tm="100000">
                                          <p:val>
                                            <p:strVal val="#ppt_x"/>
                                          </p:val>
                                        </p:tav>
                                      </p:tavLst>
                                    </p:anim>
                                    <p:anim calcmode="lin" valueType="num">
                                      <p:cBhvr>
                                        <p:cTn id="41" dur="1000" fill="hold"/>
                                        <p:tgtEl>
                                          <p:spTgt spid="20"/>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27"/>
                                        </p:tgtEl>
                                        <p:attrNameLst>
                                          <p:attrName>style.visibility</p:attrName>
                                        </p:attrNameLst>
                                      </p:cBhvr>
                                      <p:to>
                                        <p:strVal val="visible"/>
                                      </p:to>
                                    </p:set>
                                    <p:animEffect transition="in" filter="fade">
                                      <p:cBhvr>
                                        <p:cTn id="44" dur="1000"/>
                                        <p:tgtEl>
                                          <p:spTgt spid="27"/>
                                        </p:tgtEl>
                                      </p:cBhvr>
                                    </p:animEffect>
                                    <p:anim calcmode="lin" valueType="num">
                                      <p:cBhvr>
                                        <p:cTn id="45" dur="1000" fill="hold"/>
                                        <p:tgtEl>
                                          <p:spTgt spid="27"/>
                                        </p:tgtEl>
                                        <p:attrNameLst>
                                          <p:attrName>ppt_x</p:attrName>
                                        </p:attrNameLst>
                                      </p:cBhvr>
                                      <p:tavLst>
                                        <p:tav tm="0">
                                          <p:val>
                                            <p:strVal val="#ppt_x"/>
                                          </p:val>
                                        </p:tav>
                                        <p:tav tm="100000">
                                          <p:val>
                                            <p:strVal val="#ppt_x"/>
                                          </p:val>
                                        </p:tav>
                                      </p:tavLst>
                                    </p:anim>
                                    <p:anim calcmode="lin" valueType="num">
                                      <p:cBhvr>
                                        <p:cTn id="46"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nodeType="click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1000"/>
                                        <p:tgtEl>
                                          <p:spTgt spid="13"/>
                                        </p:tgtEl>
                                      </p:cBhvr>
                                    </p:animEffect>
                                    <p:anim calcmode="lin" valueType="num">
                                      <p:cBhvr>
                                        <p:cTn id="52" dur="1000" fill="hold"/>
                                        <p:tgtEl>
                                          <p:spTgt spid="13"/>
                                        </p:tgtEl>
                                        <p:attrNameLst>
                                          <p:attrName>ppt_x</p:attrName>
                                        </p:attrNameLst>
                                      </p:cBhvr>
                                      <p:tavLst>
                                        <p:tav tm="0">
                                          <p:val>
                                            <p:strVal val="#ppt_x"/>
                                          </p:val>
                                        </p:tav>
                                        <p:tav tm="100000">
                                          <p:val>
                                            <p:strVal val="#ppt_x"/>
                                          </p:val>
                                        </p:tav>
                                      </p:tavLst>
                                    </p:anim>
                                    <p:anim calcmode="lin" valueType="num">
                                      <p:cBhvr>
                                        <p:cTn id="53" dur="1000" fill="hold"/>
                                        <p:tgtEl>
                                          <p:spTgt spid="13"/>
                                        </p:tgtEl>
                                        <p:attrNameLst>
                                          <p:attrName>ppt_y</p:attrName>
                                        </p:attrNameLst>
                                      </p:cBhvr>
                                      <p:tavLst>
                                        <p:tav tm="0">
                                          <p:val>
                                            <p:strVal val="#ppt_y+.1"/>
                                          </p:val>
                                        </p:tav>
                                        <p:tav tm="100000">
                                          <p:val>
                                            <p:strVal val="#ppt_y"/>
                                          </p:val>
                                        </p:tav>
                                      </p:tavLst>
                                    </p:anim>
                                  </p:childTnLst>
                                </p:cTn>
                              </p:par>
                              <p:par>
                                <p:cTn id="54" presetID="42" presetClass="entr" presetSubtype="0" fill="hold"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1000"/>
                                        <p:tgtEl>
                                          <p:spTgt spid="21"/>
                                        </p:tgtEl>
                                      </p:cBhvr>
                                    </p:animEffect>
                                    <p:anim calcmode="lin" valueType="num">
                                      <p:cBhvr>
                                        <p:cTn id="57" dur="1000" fill="hold"/>
                                        <p:tgtEl>
                                          <p:spTgt spid="21"/>
                                        </p:tgtEl>
                                        <p:attrNameLst>
                                          <p:attrName>ppt_x</p:attrName>
                                        </p:attrNameLst>
                                      </p:cBhvr>
                                      <p:tavLst>
                                        <p:tav tm="0">
                                          <p:val>
                                            <p:strVal val="#ppt_x"/>
                                          </p:val>
                                        </p:tav>
                                        <p:tav tm="100000">
                                          <p:val>
                                            <p:strVal val="#ppt_x"/>
                                          </p:val>
                                        </p:tav>
                                      </p:tavLst>
                                    </p:anim>
                                    <p:anim calcmode="lin" valueType="num">
                                      <p:cBhvr>
                                        <p:cTn id="58" dur="1000" fill="hold"/>
                                        <p:tgtEl>
                                          <p:spTgt spid="21"/>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1000"/>
                                        <p:tgtEl>
                                          <p:spTgt spid="14"/>
                                        </p:tgtEl>
                                      </p:cBhvr>
                                    </p:animEffect>
                                    <p:anim calcmode="lin" valueType="num">
                                      <p:cBhvr>
                                        <p:cTn id="62" dur="1000" fill="hold"/>
                                        <p:tgtEl>
                                          <p:spTgt spid="14"/>
                                        </p:tgtEl>
                                        <p:attrNameLst>
                                          <p:attrName>ppt_x</p:attrName>
                                        </p:attrNameLst>
                                      </p:cBhvr>
                                      <p:tavLst>
                                        <p:tav tm="0">
                                          <p:val>
                                            <p:strVal val="#ppt_x"/>
                                          </p:val>
                                        </p:tav>
                                        <p:tav tm="100000">
                                          <p:val>
                                            <p:strVal val="#ppt_x"/>
                                          </p:val>
                                        </p:tav>
                                      </p:tavLst>
                                    </p:anim>
                                    <p:anim calcmode="lin" valueType="num">
                                      <p:cBhvr>
                                        <p:cTn id="63" dur="1000" fill="hold"/>
                                        <p:tgtEl>
                                          <p:spTgt spid="14"/>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29"/>
                                        </p:tgtEl>
                                        <p:attrNameLst>
                                          <p:attrName>style.visibility</p:attrName>
                                        </p:attrNameLst>
                                      </p:cBhvr>
                                      <p:to>
                                        <p:strVal val="visible"/>
                                      </p:to>
                                    </p:set>
                                    <p:animEffect transition="in" filter="fade">
                                      <p:cBhvr>
                                        <p:cTn id="66" dur="1000"/>
                                        <p:tgtEl>
                                          <p:spTgt spid="29"/>
                                        </p:tgtEl>
                                      </p:cBhvr>
                                    </p:animEffect>
                                    <p:anim calcmode="lin" valueType="num">
                                      <p:cBhvr>
                                        <p:cTn id="67" dur="1000" fill="hold"/>
                                        <p:tgtEl>
                                          <p:spTgt spid="29"/>
                                        </p:tgtEl>
                                        <p:attrNameLst>
                                          <p:attrName>ppt_x</p:attrName>
                                        </p:attrNameLst>
                                      </p:cBhvr>
                                      <p:tavLst>
                                        <p:tav tm="0">
                                          <p:val>
                                            <p:strVal val="#ppt_x"/>
                                          </p:val>
                                        </p:tav>
                                        <p:tav tm="100000">
                                          <p:val>
                                            <p:strVal val="#ppt_x"/>
                                          </p:val>
                                        </p:tav>
                                      </p:tavLst>
                                    </p:anim>
                                    <p:anim calcmode="lin" valueType="num">
                                      <p:cBhvr>
                                        <p:cTn id="68"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42" presetClass="entr" presetSubtype="0" fill="hold" nodeType="clickEffect">
                                  <p:stCondLst>
                                    <p:cond delay="0"/>
                                  </p:stCondLst>
                                  <p:childTnLst>
                                    <p:set>
                                      <p:cBhvr>
                                        <p:cTn id="72" dur="1" fill="hold">
                                          <p:stCondLst>
                                            <p:cond delay="0"/>
                                          </p:stCondLst>
                                        </p:cTn>
                                        <p:tgtEl>
                                          <p:spTgt spid="15"/>
                                        </p:tgtEl>
                                        <p:attrNameLst>
                                          <p:attrName>style.visibility</p:attrName>
                                        </p:attrNameLst>
                                      </p:cBhvr>
                                      <p:to>
                                        <p:strVal val="visible"/>
                                      </p:to>
                                    </p:set>
                                    <p:animEffect transition="in" filter="fade">
                                      <p:cBhvr>
                                        <p:cTn id="73" dur="1000"/>
                                        <p:tgtEl>
                                          <p:spTgt spid="15"/>
                                        </p:tgtEl>
                                      </p:cBhvr>
                                    </p:animEffect>
                                    <p:anim calcmode="lin" valueType="num">
                                      <p:cBhvr>
                                        <p:cTn id="74" dur="1000" fill="hold"/>
                                        <p:tgtEl>
                                          <p:spTgt spid="15"/>
                                        </p:tgtEl>
                                        <p:attrNameLst>
                                          <p:attrName>ppt_x</p:attrName>
                                        </p:attrNameLst>
                                      </p:cBhvr>
                                      <p:tavLst>
                                        <p:tav tm="0">
                                          <p:val>
                                            <p:strVal val="#ppt_x"/>
                                          </p:val>
                                        </p:tav>
                                        <p:tav tm="100000">
                                          <p:val>
                                            <p:strVal val="#ppt_x"/>
                                          </p:val>
                                        </p:tav>
                                      </p:tavLst>
                                    </p:anim>
                                    <p:anim calcmode="lin" valueType="num">
                                      <p:cBhvr>
                                        <p:cTn id="75" dur="1000" fill="hold"/>
                                        <p:tgtEl>
                                          <p:spTgt spid="15"/>
                                        </p:tgtEl>
                                        <p:attrNameLst>
                                          <p:attrName>ppt_y</p:attrName>
                                        </p:attrNameLst>
                                      </p:cBhvr>
                                      <p:tavLst>
                                        <p:tav tm="0">
                                          <p:val>
                                            <p:strVal val="#ppt_y+.1"/>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16"/>
                                        </p:tgtEl>
                                        <p:attrNameLst>
                                          <p:attrName>style.visibility</p:attrName>
                                        </p:attrNameLst>
                                      </p:cBhvr>
                                      <p:to>
                                        <p:strVal val="visible"/>
                                      </p:to>
                                    </p:set>
                                    <p:animEffect transition="in" filter="fade">
                                      <p:cBhvr>
                                        <p:cTn id="78" dur="1000"/>
                                        <p:tgtEl>
                                          <p:spTgt spid="16"/>
                                        </p:tgtEl>
                                      </p:cBhvr>
                                    </p:animEffect>
                                    <p:anim calcmode="lin" valueType="num">
                                      <p:cBhvr>
                                        <p:cTn id="79" dur="1000" fill="hold"/>
                                        <p:tgtEl>
                                          <p:spTgt spid="16"/>
                                        </p:tgtEl>
                                        <p:attrNameLst>
                                          <p:attrName>ppt_x</p:attrName>
                                        </p:attrNameLst>
                                      </p:cBhvr>
                                      <p:tavLst>
                                        <p:tav tm="0">
                                          <p:val>
                                            <p:strVal val="#ppt_x"/>
                                          </p:val>
                                        </p:tav>
                                        <p:tav tm="100000">
                                          <p:val>
                                            <p:strVal val="#ppt_x"/>
                                          </p:val>
                                        </p:tav>
                                      </p:tavLst>
                                    </p:anim>
                                    <p:anim calcmode="lin" valueType="num">
                                      <p:cBhvr>
                                        <p:cTn id="80" dur="1000" fill="hold"/>
                                        <p:tgtEl>
                                          <p:spTgt spid="16"/>
                                        </p:tgtEl>
                                        <p:attrNameLst>
                                          <p:attrName>ppt_y</p:attrName>
                                        </p:attrNameLst>
                                      </p:cBhvr>
                                      <p:tavLst>
                                        <p:tav tm="0">
                                          <p:val>
                                            <p:strVal val="#ppt_y+.1"/>
                                          </p:val>
                                        </p:tav>
                                        <p:tav tm="100000">
                                          <p:val>
                                            <p:strVal val="#ppt_y"/>
                                          </p:val>
                                        </p:tav>
                                      </p:tavLst>
                                    </p:anim>
                                  </p:childTnLst>
                                </p:cTn>
                              </p:par>
                              <p:par>
                                <p:cTn id="81" presetID="42" presetClass="entr" presetSubtype="0" fill="hold" nodeType="withEffect">
                                  <p:stCondLst>
                                    <p:cond delay="0"/>
                                  </p:stCondLst>
                                  <p:childTnLst>
                                    <p:set>
                                      <p:cBhvr>
                                        <p:cTn id="82" dur="1" fill="hold">
                                          <p:stCondLst>
                                            <p:cond delay="0"/>
                                          </p:stCondLst>
                                        </p:cTn>
                                        <p:tgtEl>
                                          <p:spTgt spid="22"/>
                                        </p:tgtEl>
                                        <p:attrNameLst>
                                          <p:attrName>style.visibility</p:attrName>
                                        </p:attrNameLst>
                                      </p:cBhvr>
                                      <p:to>
                                        <p:strVal val="visible"/>
                                      </p:to>
                                    </p:set>
                                    <p:animEffect transition="in" filter="fade">
                                      <p:cBhvr>
                                        <p:cTn id="83" dur="1000"/>
                                        <p:tgtEl>
                                          <p:spTgt spid="22"/>
                                        </p:tgtEl>
                                      </p:cBhvr>
                                    </p:animEffect>
                                    <p:anim calcmode="lin" valueType="num">
                                      <p:cBhvr>
                                        <p:cTn id="84" dur="1000" fill="hold"/>
                                        <p:tgtEl>
                                          <p:spTgt spid="22"/>
                                        </p:tgtEl>
                                        <p:attrNameLst>
                                          <p:attrName>ppt_x</p:attrName>
                                        </p:attrNameLst>
                                      </p:cBhvr>
                                      <p:tavLst>
                                        <p:tav tm="0">
                                          <p:val>
                                            <p:strVal val="#ppt_x"/>
                                          </p:val>
                                        </p:tav>
                                        <p:tav tm="100000">
                                          <p:val>
                                            <p:strVal val="#ppt_x"/>
                                          </p:val>
                                        </p:tav>
                                      </p:tavLst>
                                    </p:anim>
                                    <p:anim calcmode="lin" valueType="num">
                                      <p:cBhvr>
                                        <p:cTn id="85" dur="1000" fill="hold"/>
                                        <p:tgtEl>
                                          <p:spTgt spid="22"/>
                                        </p:tgtEl>
                                        <p:attrNameLst>
                                          <p:attrName>ppt_y</p:attrName>
                                        </p:attrNameLst>
                                      </p:cBhvr>
                                      <p:tavLst>
                                        <p:tav tm="0">
                                          <p:val>
                                            <p:strVal val="#ppt_y+.1"/>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1000"/>
                                        <p:tgtEl>
                                          <p:spTgt spid="31"/>
                                        </p:tgtEl>
                                      </p:cBhvr>
                                    </p:animEffect>
                                    <p:anim calcmode="lin" valueType="num">
                                      <p:cBhvr>
                                        <p:cTn id="89" dur="1000" fill="hold"/>
                                        <p:tgtEl>
                                          <p:spTgt spid="31"/>
                                        </p:tgtEl>
                                        <p:attrNameLst>
                                          <p:attrName>ppt_x</p:attrName>
                                        </p:attrNameLst>
                                      </p:cBhvr>
                                      <p:tavLst>
                                        <p:tav tm="0">
                                          <p:val>
                                            <p:strVal val="#ppt_x"/>
                                          </p:val>
                                        </p:tav>
                                        <p:tav tm="100000">
                                          <p:val>
                                            <p:strVal val="#ppt_x"/>
                                          </p:val>
                                        </p:tav>
                                      </p:tavLst>
                                    </p:anim>
                                    <p:anim calcmode="lin" valueType="num">
                                      <p:cBhvr>
                                        <p:cTn id="90"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42" presetClass="entr" presetSubtype="0" fill="hold" nodeType="clickEffect">
                                  <p:stCondLst>
                                    <p:cond delay="0"/>
                                  </p:stCondLst>
                                  <p:childTnLst>
                                    <p:set>
                                      <p:cBhvr>
                                        <p:cTn id="94" dur="1" fill="hold">
                                          <p:stCondLst>
                                            <p:cond delay="0"/>
                                          </p:stCondLst>
                                        </p:cTn>
                                        <p:tgtEl>
                                          <p:spTgt spid="17"/>
                                        </p:tgtEl>
                                        <p:attrNameLst>
                                          <p:attrName>style.visibility</p:attrName>
                                        </p:attrNameLst>
                                      </p:cBhvr>
                                      <p:to>
                                        <p:strVal val="visible"/>
                                      </p:to>
                                    </p:set>
                                    <p:animEffect transition="in" filter="fade">
                                      <p:cBhvr>
                                        <p:cTn id="95" dur="1000"/>
                                        <p:tgtEl>
                                          <p:spTgt spid="17"/>
                                        </p:tgtEl>
                                      </p:cBhvr>
                                    </p:animEffect>
                                    <p:anim calcmode="lin" valueType="num">
                                      <p:cBhvr>
                                        <p:cTn id="96" dur="1000" fill="hold"/>
                                        <p:tgtEl>
                                          <p:spTgt spid="17"/>
                                        </p:tgtEl>
                                        <p:attrNameLst>
                                          <p:attrName>ppt_x</p:attrName>
                                        </p:attrNameLst>
                                      </p:cBhvr>
                                      <p:tavLst>
                                        <p:tav tm="0">
                                          <p:val>
                                            <p:strVal val="#ppt_x"/>
                                          </p:val>
                                        </p:tav>
                                        <p:tav tm="100000">
                                          <p:val>
                                            <p:strVal val="#ppt_x"/>
                                          </p:val>
                                        </p:tav>
                                      </p:tavLst>
                                    </p:anim>
                                    <p:anim calcmode="lin" valueType="num">
                                      <p:cBhvr>
                                        <p:cTn id="97" dur="1000" fill="hold"/>
                                        <p:tgtEl>
                                          <p:spTgt spid="17"/>
                                        </p:tgtEl>
                                        <p:attrNameLst>
                                          <p:attrName>ppt_y</p:attrName>
                                        </p:attrNameLst>
                                      </p:cBhvr>
                                      <p:tavLst>
                                        <p:tav tm="0">
                                          <p:val>
                                            <p:strVal val="#ppt_y+.1"/>
                                          </p:val>
                                        </p:tav>
                                        <p:tav tm="100000">
                                          <p:val>
                                            <p:strVal val="#ppt_y"/>
                                          </p:val>
                                        </p:tav>
                                      </p:tavLst>
                                    </p:anim>
                                  </p:childTnLst>
                                </p:cTn>
                              </p:par>
                              <p:par>
                                <p:cTn id="98" presetID="42" presetClass="entr" presetSubtype="0" fill="hold" nodeType="withEffect">
                                  <p:stCondLst>
                                    <p:cond delay="0"/>
                                  </p:stCondLst>
                                  <p:childTnLst>
                                    <p:set>
                                      <p:cBhvr>
                                        <p:cTn id="99" dur="1" fill="hold">
                                          <p:stCondLst>
                                            <p:cond delay="0"/>
                                          </p:stCondLst>
                                        </p:cTn>
                                        <p:tgtEl>
                                          <p:spTgt spid="23"/>
                                        </p:tgtEl>
                                        <p:attrNameLst>
                                          <p:attrName>style.visibility</p:attrName>
                                        </p:attrNameLst>
                                      </p:cBhvr>
                                      <p:to>
                                        <p:strVal val="visible"/>
                                      </p:to>
                                    </p:set>
                                    <p:animEffect transition="in" filter="fade">
                                      <p:cBhvr>
                                        <p:cTn id="100" dur="1000"/>
                                        <p:tgtEl>
                                          <p:spTgt spid="23"/>
                                        </p:tgtEl>
                                      </p:cBhvr>
                                    </p:animEffect>
                                    <p:anim calcmode="lin" valueType="num">
                                      <p:cBhvr>
                                        <p:cTn id="101" dur="1000" fill="hold"/>
                                        <p:tgtEl>
                                          <p:spTgt spid="23"/>
                                        </p:tgtEl>
                                        <p:attrNameLst>
                                          <p:attrName>ppt_x</p:attrName>
                                        </p:attrNameLst>
                                      </p:cBhvr>
                                      <p:tavLst>
                                        <p:tav tm="0">
                                          <p:val>
                                            <p:strVal val="#ppt_x"/>
                                          </p:val>
                                        </p:tav>
                                        <p:tav tm="100000">
                                          <p:val>
                                            <p:strVal val="#ppt_x"/>
                                          </p:val>
                                        </p:tav>
                                      </p:tavLst>
                                    </p:anim>
                                    <p:anim calcmode="lin" valueType="num">
                                      <p:cBhvr>
                                        <p:cTn id="102" dur="1000" fill="hold"/>
                                        <p:tgtEl>
                                          <p:spTgt spid="23"/>
                                        </p:tgtEl>
                                        <p:attrNameLst>
                                          <p:attrName>ppt_y</p:attrName>
                                        </p:attrNameLst>
                                      </p:cBhvr>
                                      <p:tavLst>
                                        <p:tav tm="0">
                                          <p:val>
                                            <p:strVal val="#ppt_y+.1"/>
                                          </p:val>
                                        </p:tav>
                                        <p:tav tm="100000">
                                          <p:val>
                                            <p:strVal val="#ppt_y"/>
                                          </p:val>
                                        </p:tav>
                                      </p:tavLst>
                                    </p:anim>
                                  </p:childTnLst>
                                </p:cTn>
                              </p:par>
                              <p:par>
                                <p:cTn id="103" presetID="42" presetClass="entr" presetSubtype="0" fill="hold" nodeType="withEffect">
                                  <p:stCondLst>
                                    <p:cond delay="0"/>
                                  </p:stCondLst>
                                  <p:childTnLst>
                                    <p:set>
                                      <p:cBhvr>
                                        <p:cTn id="104" dur="1" fill="hold">
                                          <p:stCondLst>
                                            <p:cond delay="0"/>
                                          </p:stCondLst>
                                        </p:cTn>
                                        <p:tgtEl>
                                          <p:spTgt spid="18"/>
                                        </p:tgtEl>
                                        <p:attrNameLst>
                                          <p:attrName>style.visibility</p:attrName>
                                        </p:attrNameLst>
                                      </p:cBhvr>
                                      <p:to>
                                        <p:strVal val="visible"/>
                                      </p:to>
                                    </p:set>
                                    <p:animEffect transition="in" filter="fade">
                                      <p:cBhvr>
                                        <p:cTn id="105" dur="1000"/>
                                        <p:tgtEl>
                                          <p:spTgt spid="18"/>
                                        </p:tgtEl>
                                      </p:cBhvr>
                                    </p:animEffect>
                                    <p:anim calcmode="lin" valueType="num">
                                      <p:cBhvr>
                                        <p:cTn id="106" dur="1000" fill="hold"/>
                                        <p:tgtEl>
                                          <p:spTgt spid="18"/>
                                        </p:tgtEl>
                                        <p:attrNameLst>
                                          <p:attrName>ppt_x</p:attrName>
                                        </p:attrNameLst>
                                      </p:cBhvr>
                                      <p:tavLst>
                                        <p:tav tm="0">
                                          <p:val>
                                            <p:strVal val="#ppt_x"/>
                                          </p:val>
                                        </p:tav>
                                        <p:tav tm="100000">
                                          <p:val>
                                            <p:strVal val="#ppt_x"/>
                                          </p:val>
                                        </p:tav>
                                      </p:tavLst>
                                    </p:anim>
                                    <p:anim calcmode="lin" valueType="num">
                                      <p:cBhvr>
                                        <p:cTn id="107" dur="1000" fill="hold"/>
                                        <p:tgtEl>
                                          <p:spTgt spid="18"/>
                                        </p:tgtEl>
                                        <p:attrNameLst>
                                          <p:attrName>ppt_y</p:attrName>
                                        </p:attrNameLst>
                                      </p:cBhvr>
                                      <p:tavLst>
                                        <p:tav tm="0">
                                          <p:val>
                                            <p:strVal val="#ppt_y+.1"/>
                                          </p:val>
                                        </p:tav>
                                        <p:tav tm="100000">
                                          <p:val>
                                            <p:strVal val="#ppt_y"/>
                                          </p:val>
                                        </p:tav>
                                      </p:tavLst>
                                    </p:anim>
                                  </p:childTnLst>
                                </p:cTn>
                              </p:par>
                              <p:par>
                                <p:cTn id="108" presetID="42" presetClass="entr" presetSubtype="0" fill="hold" grpId="0" nodeType="withEffect">
                                  <p:stCondLst>
                                    <p:cond delay="0"/>
                                  </p:stCondLst>
                                  <p:childTnLst>
                                    <p:set>
                                      <p:cBhvr>
                                        <p:cTn id="109" dur="1" fill="hold">
                                          <p:stCondLst>
                                            <p:cond delay="0"/>
                                          </p:stCondLst>
                                        </p:cTn>
                                        <p:tgtEl>
                                          <p:spTgt spid="33"/>
                                        </p:tgtEl>
                                        <p:attrNameLst>
                                          <p:attrName>style.visibility</p:attrName>
                                        </p:attrNameLst>
                                      </p:cBhvr>
                                      <p:to>
                                        <p:strVal val="visible"/>
                                      </p:to>
                                    </p:set>
                                    <p:animEffect transition="in" filter="fade">
                                      <p:cBhvr>
                                        <p:cTn id="110" dur="1000"/>
                                        <p:tgtEl>
                                          <p:spTgt spid="33"/>
                                        </p:tgtEl>
                                      </p:cBhvr>
                                    </p:animEffect>
                                    <p:anim calcmode="lin" valueType="num">
                                      <p:cBhvr>
                                        <p:cTn id="111" dur="1000" fill="hold"/>
                                        <p:tgtEl>
                                          <p:spTgt spid="33"/>
                                        </p:tgtEl>
                                        <p:attrNameLst>
                                          <p:attrName>ppt_x</p:attrName>
                                        </p:attrNameLst>
                                      </p:cBhvr>
                                      <p:tavLst>
                                        <p:tav tm="0">
                                          <p:val>
                                            <p:strVal val="#ppt_x"/>
                                          </p:val>
                                        </p:tav>
                                        <p:tav tm="100000">
                                          <p:val>
                                            <p:strVal val="#ppt_x"/>
                                          </p:val>
                                        </p:tav>
                                      </p:tavLst>
                                    </p:anim>
                                    <p:anim calcmode="lin" valueType="num">
                                      <p:cBhvr>
                                        <p:cTn id="112"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6" grpId="0" animBg="1"/>
      <p:bldP spid="25" grpId="0"/>
      <p:bldP spid="27" grpId="0"/>
      <p:bldP spid="29" grpId="0"/>
      <p:bldP spid="31" grpId="0"/>
      <p:bldP spid="3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820400" y="-1371600"/>
            <a:ext cx="2743200" cy="27432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fr-FR"/>
          </a:p>
        </p:txBody>
      </p:sp>
      <p:sp>
        <p:nvSpPr>
          <p:cNvPr id="6" name="Freeform 6"/>
          <p:cNvSpPr/>
          <p:nvPr/>
        </p:nvSpPr>
        <p:spPr>
          <a:xfrm>
            <a:off x="7031758" y="3633703"/>
            <a:ext cx="6770271" cy="6770271"/>
          </a:xfrm>
          <a:custGeom>
            <a:avLst/>
            <a:gdLst/>
            <a:ahLst/>
            <a:cxnLst/>
            <a:rect l="l" t="t" r="r" b="b"/>
            <a:pathLst>
              <a:path w="10155406" h="10155406">
                <a:moveTo>
                  <a:pt x="0" y="0"/>
                </a:moveTo>
                <a:lnTo>
                  <a:pt x="10155406" y="0"/>
                </a:lnTo>
                <a:lnTo>
                  <a:pt x="10155406" y="10155406"/>
                </a:lnTo>
                <a:lnTo>
                  <a:pt x="0" y="101554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fr-FR"/>
          </a:p>
        </p:txBody>
      </p:sp>
      <p:grpSp>
        <p:nvGrpSpPr>
          <p:cNvPr id="7" name="Group 7"/>
          <p:cNvGrpSpPr/>
          <p:nvPr/>
        </p:nvGrpSpPr>
        <p:grpSpPr>
          <a:xfrm>
            <a:off x="6991732" y="1776082"/>
            <a:ext cx="3962505" cy="3972043"/>
            <a:chOff x="0" y="0"/>
            <a:chExt cx="6350000" cy="6350000"/>
          </a:xfrm>
        </p:grpSpPr>
        <p:sp>
          <p:nvSpPr>
            <p:cNvPr id="8" name="Freeform 8"/>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5BE4A"/>
            </a:solidFill>
          </p:spPr>
          <p:txBody>
            <a:bodyPr/>
            <a:lstStyle/>
            <a:p>
              <a:endParaRPr lang="fr-FR"/>
            </a:p>
          </p:txBody>
        </p:sp>
      </p:grpSp>
      <p:sp>
        <p:nvSpPr>
          <p:cNvPr id="11" name="Freeform 11"/>
          <p:cNvSpPr/>
          <p:nvPr/>
        </p:nvSpPr>
        <p:spPr>
          <a:xfrm>
            <a:off x="11287125" y="6016533"/>
            <a:ext cx="311335" cy="311335"/>
          </a:xfrm>
          <a:custGeom>
            <a:avLst/>
            <a:gdLst/>
            <a:ahLst/>
            <a:cxnLst/>
            <a:rect l="l" t="t" r="r" b="b"/>
            <a:pathLst>
              <a:path w="467003" h="467003">
                <a:moveTo>
                  <a:pt x="0" y="0"/>
                </a:moveTo>
                <a:lnTo>
                  <a:pt x="467003" y="0"/>
                </a:lnTo>
                <a:lnTo>
                  <a:pt x="467003" y="467002"/>
                </a:lnTo>
                <a:lnTo>
                  <a:pt x="0" y="46700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fr-FR"/>
          </a:p>
        </p:txBody>
      </p:sp>
      <p:sp>
        <p:nvSpPr>
          <p:cNvPr id="12" name="Freeform 12"/>
          <p:cNvSpPr/>
          <p:nvPr/>
        </p:nvSpPr>
        <p:spPr>
          <a:xfrm>
            <a:off x="10869079" y="6016533"/>
            <a:ext cx="311335" cy="311335"/>
          </a:xfrm>
          <a:custGeom>
            <a:avLst/>
            <a:gdLst/>
            <a:ahLst/>
            <a:cxnLst/>
            <a:rect l="l" t="t" r="r" b="b"/>
            <a:pathLst>
              <a:path w="467003" h="467003">
                <a:moveTo>
                  <a:pt x="0" y="0"/>
                </a:moveTo>
                <a:lnTo>
                  <a:pt x="467002" y="0"/>
                </a:lnTo>
                <a:lnTo>
                  <a:pt x="467002" y="467002"/>
                </a:lnTo>
                <a:lnTo>
                  <a:pt x="0" y="46700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fr-FR"/>
          </a:p>
        </p:txBody>
      </p:sp>
      <p:sp>
        <p:nvSpPr>
          <p:cNvPr id="13" name="Freeform 13"/>
          <p:cNvSpPr/>
          <p:nvPr/>
        </p:nvSpPr>
        <p:spPr>
          <a:xfrm>
            <a:off x="11407306" y="6105234"/>
            <a:ext cx="81364" cy="133933"/>
          </a:xfrm>
          <a:custGeom>
            <a:avLst/>
            <a:gdLst/>
            <a:ahLst/>
            <a:cxnLst/>
            <a:rect l="l" t="t" r="r" b="b"/>
            <a:pathLst>
              <a:path w="122046" h="200900">
                <a:moveTo>
                  <a:pt x="0" y="0"/>
                </a:moveTo>
                <a:lnTo>
                  <a:pt x="122047" y="0"/>
                </a:lnTo>
                <a:lnTo>
                  <a:pt x="122047" y="200900"/>
                </a:lnTo>
                <a:lnTo>
                  <a:pt x="0" y="20090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fr-FR"/>
          </a:p>
        </p:txBody>
      </p:sp>
      <p:sp>
        <p:nvSpPr>
          <p:cNvPr id="14" name="Freeform 14"/>
          <p:cNvSpPr/>
          <p:nvPr/>
        </p:nvSpPr>
        <p:spPr>
          <a:xfrm rot="-10800000">
            <a:off x="10984063" y="6105234"/>
            <a:ext cx="81364" cy="133933"/>
          </a:xfrm>
          <a:custGeom>
            <a:avLst/>
            <a:gdLst/>
            <a:ahLst/>
            <a:cxnLst/>
            <a:rect l="l" t="t" r="r" b="b"/>
            <a:pathLst>
              <a:path w="122046" h="200900">
                <a:moveTo>
                  <a:pt x="0" y="0"/>
                </a:moveTo>
                <a:lnTo>
                  <a:pt x="122046" y="0"/>
                </a:lnTo>
                <a:lnTo>
                  <a:pt x="122046" y="200900"/>
                </a:lnTo>
                <a:lnTo>
                  <a:pt x="0" y="20090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fr-FR"/>
          </a:p>
        </p:txBody>
      </p:sp>
      <p:sp>
        <p:nvSpPr>
          <p:cNvPr id="16" name="TextBox 16"/>
          <p:cNvSpPr txBox="1"/>
          <p:nvPr/>
        </p:nvSpPr>
        <p:spPr>
          <a:xfrm>
            <a:off x="9991616" y="787582"/>
            <a:ext cx="850557" cy="179536"/>
          </a:xfrm>
          <a:prstGeom prst="rect">
            <a:avLst/>
          </a:prstGeom>
        </p:spPr>
        <p:txBody>
          <a:bodyPr lIns="0" tIns="0" rIns="0" bIns="0" rtlCol="0" anchor="t">
            <a:spAutoFit/>
          </a:bodyPr>
          <a:lstStyle/>
          <a:p>
            <a:pPr defTabSz="609630">
              <a:lnSpc>
                <a:spcPts val="1440"/>
              </a:lnSpc>
            </a:pPr>
            <a:r>
              <a:rPr lang="en-US" sz="1200">
                <a:solidFill>
                  <a:srgbClr val="FFFFFF"/>
                </a:solidFill>
                <a:latin typeface="Montserrat"/>
              </a:rPr>
              <a:t>Search . . .</a:t>
            </a:r>
          </a:p>
        </p:txBody>
      </p:sp>
      <p:sp>
        <p:nvSpPr>
          <p:cNvPr id="17" name="TextBox 17"/>
          <p:cNvSpPr txBox="1"/>
          <p:nvPr/>
        </p:nvSpPr>
        <p:spPr>
          <a:xfrm>
            <a:off x="535904" y="728278"/>
            <a:ext cx="978920" cy="246734"/>
          </a:xfrm>
          <a:prstGeom prst="rect">
            <a:avLst/>
          </a:prstGeom>
        </p:spPr>
        <p:txBody>
          <a:bodyPr lIns="0" tIns="0" rIns="0" bIns="0" rtlCol="0" anchor="t">
            <a:spAutoFit/>
          </a:bodyPr>
          <a:lstStyle/>
          <a:p>
            <a:pPr algn="r" defTabSz="609630">
              <a:lnSpc>
                <a:spcPts val="2147"/>
              </a:lnSpc>
            </a:pPr>
            <a:r>
              <a:rPr lang="en-US" sz="1533" dirty="0">
                <a:solidFill>
                  <a:srgbClr val="3B41C9"/>
                </a:solidFill>
                <a:latin typeface="Montserrat Classic Bold"/>
              </a:rPr>
              <a:t>OPTIRH</a:t>
            </a:r>
          </a:p>
        </p:txBody>
      </p:sp>
      <p:sp>
        <p:nvSpPr>
          <p:cNvPr id="21" name="TextBox 21"/>
          <p:cNvSpPr txBox="1"/>
          <p:nvPr/>
        </p:nvSpPr>
        <p:spPr>
          <a:xfrm>
            <a:off x="618552" y="3197846"/>
            <a:ext cx="6232319" cy="564257"/>
          </a:xfrm>
          <a:prstGeom prst="rect">
            <a:avLst/>
          </a:prstGeom>
        </p:spPr>
        <p:txBody>
          <a:bodyPr wrap="square" lIns="0" tIns="0" rIns="0" bIns="0" rtlCol="0" anchor="t">
            <a:spAutoFit/>
          </a:bodyPr>
          <a:lstStyle/>
          <a:p>
            <a:pPr algn="ctr" defTabSz="609630">
              <a:lnSpc>
                <a:spcPts val="4400"/>
              </a:lnSpc>
            </a:pPr>
            <a:r>
              <a:rPr lang="fr-FR" sz="4000" dirty="0">
                <a:solidFill>
                  <a:srgbClr val="3B41C9"/>
                </a:solidFill>
                <a:latin typeface="ADLaM Display" panose="02010000000000000000" pitchFamily="2" charset="0"/>
                <a:ea typeface="ADLaM Display" panose="02010000000000000000" pitchFamily="2" charset="0"/>
                <a:cs typeface="ADLaM Display" panose="02010000000000000000" pitchFamily="2" charset="0"/>
              </a:rPr>
              <a:t>Présentation de la BIM sa</a:t>
            </a:r>
          </a:p>
        </p:txBody>
      </p:sp>
      <p:sp>
        <p:nvSpPr>
          <p:cNvPr id="22" name="Freeform 22"/>
          <p:cNvSpPr/>
          <p:nvPr/>
        </p:nvSpPr>
        <p:spPr>
          <a:xfrm>
            <a:off x="7176301" y="873905"/>
            <a:ext cx="281243" cy="281243"/>
          </a:xfrm>
          <a:custGeom>
            <a:avLst/>
            <a:gdLst/>
            <a:ahLst/>
            <a:cxnLst/>
            <a:rect l="l" t="t" r="r" b="b"/>
            <a:pathLst>
              <a:path w="421865" h="421865">
                <a:moveTo>
                  <a:pt x="0" y="0"/>
                </a:moveTo>
                <a:lnTo>
                  <a:pt x="421865" y="0"/>
                </a:lnTo>
                <a:lnTo>
                  <a:pt x="421865" y="421865"/>
                </a:lnTo>
                <a:lnTo>
                  <a:pt x="0" y="421865"/>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fr-FR"/>
          </a:p>
        </p:txBody>
      </p:sp>
      <p:sp>
        <p:nvSpPr>
          <p:cNvPr id="23" name="Freeform 23"/>
          <p:cNvSpPr/>
          <p:nvPr/>
        </p:nvSpPr>
        <p:spPr>
          <a:xfrm>
            <a:off x="477931" y="4542116"/>
            <a:ext cx="281243" cy="281243"/>
          </a:xfrm>
          <a:custGeom>
            <a:avLst/>
            <a:gdLst/>
            <a:ahLst/>
            <a:cxnLst/>
            <a:rect l="l" t="t" r="r" b="b"/>
            <a:pathLst>
              <a:path w="421865" h="421865">
                <a:moveTo>
                  <a:pt x="0" y="0"/>
                </a:moveTo>
                <a:lnTo>
                  <a:pt x="421865" y="0"/>
                </a:lnTo>
                <a:lnTo>
                  <a:pt x="421865" y="421865"/>
                </a:lnTo>
                <a:lnTo>
                  <a:pt x="0" y="421865"/>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fr-FR"/>
          </a:p>
        </p:txBody>
      </p:sp>
      <p:sp>
        <p:nvSpPr>
          <p:cNvPr id="24" name="Freeform 24"/>
          <p:cNvSpPr/>
          <p:nvPr/>
        </p:nvSpPr>
        <p:spPr>
          <a:xfrm>
            <a:off x="3197819" y="-53968"/>
            <a:ext cx="1577732" cy="788866"/>
          </a:xfrm>
          <a:custGeom>
            <a:avLst/>
            <a:gdLst/>
            <a:ahLst/>
            <a:cxnLst/>
            <a:rect l="l" t="t" r="r" b="b"/>
            <a:pathLst>
              <a:path w="2366598" h="1183299">
                <a:moveTo>
                  <a:pt x="0" y="0"/>
                </a:moveTo>
                <a:lnTo>
                  <a:pt x="2366598" y="0"/>
                </a:lnTo>
                <a:lnTo>
                  <a:pt x="2366598" y="1183299"/>
                </a:lnTo>
                <a:lnTo>
                  <a:pt x="0" y="1183299"/>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fr-FR"/>
          </a:p>
        </p:txBody>
      </p:sp>
      <p:sp>
        <p:nvSpPr>
          <p:cNvPr id="25" name="Freeform 25"/>
          <p:cNvSpPr/>
          <p:nvPr/>
        </p:nvSpPr>
        <p:spPr>
          <a:xfrm flipH="1">
            <a:off x="0" y="5716316"/>
            <a:ext cx="1141685" cy="1141685"/>
          </a:xfrm>
          <a:custGeom>
            <a:avLst/>
            <a:gdLst/>
            <a:ahLst/>
            <a:cxnLst/>
            <a:rect l="l" t="t" r="r" b="b"/>
            <a:pathLst>
              <a:path w="1712527" h="1712527">
                <a:moveTo>
                  <a:pt x="1712527" y="0"/>
                </a:moveTo>
                <a:lnTo>
                  <a:pt x="0" y="0"/>
                </a:lnTo>
                <a:lnTo>
                  <a:pt x="0" y="1712527"/>
                </a:lnTo>
                <a:lnTo>
                  <a:pt x="1712527" y="1712527"/>
                </a:lnTo>
                <a:lnTo>
                  <a:pt x="1712527"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fr-FR"/>
          </a:p>
        </p:txBody>
      </p:sp>
      <p:sp>
        <p:nvSpPr>
          <p:cNvPr id="26" name="Freeform 26"/>
          <p:cNvSpPr/>
          <p:nvPr/>
        </p:nvSpPr>
        <p:spPr>
          <a:xfrm flipH="1">
            <a:off x="373140" y="5400352"/>
            <a:ext cx="1141685" cy="1141685"/>
          </a:xfrm>
          <a:custGeom>
            <a:avLst/>
            <a:gdLst/>
            <a:ahLst/>
            <a:cxnLst/>
            <a:rect l="l" t="t" r="r" b="b"/>
            <a:pathLst>
              <a:path w="1712527" h="1712527">
                <a:moveTo>
                  <a:pt x="1712527" y="0"/>
                </a:moveTo>
                <a:lnTo>
                  <a:pt x="0" y="0"/>
                </a:lnTo>
                <a:lnTo>
                  <a:pt x="0" y="1712528"/>
                </a:lnTo>
                <a:lnTo>
                  <a:pt x="1712527" y="1712528"/>
                </a:lnTo>
                <a:lnTo>
                  <a:pt x="1712527"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fr-FR"/>
          </a:p>
        </p:txBody>
      </p:sp>
      <p:pic>
        <p:nvPicPr>
          <p:cNvPr id="15" name="Image 14">
            <a:extLst>
              <a:ext uri="{FF2B5EF4-FFF2-40B4-BE49-F238E27FC236}">
                <a16:creationId xmlns:a16="http://schemas.microsoft.com/office/drawing/2014/main" id="{B2F0E551-330B-4BB3-86DB-F07BF05A2369}"/>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5118816" y="1780166"/>
            <a:ext cx="7708334" cy="3931907"/>
          </a:xfrm>
          <a:prstGeom prst="rect">
            <a:avLst/>
          </a:prstGeom>
        </p:spPr>
      </p:pic>
      <p:sp>
        <p:nvSpPr>
          <p:cNvPr id="3" name="Espace réservé du numéro de diapositive 4">
            <a:extLst>
              <a:ext uri="{FF2B5EF4-FFF2-40B4-BE49-F238E27FC236}">
                <a16:creationId xmlns:a16="http://schemas.microsoft.com/office/drawing/2014/main" id="{7B8BACE9-304B-533C-17CB-3FA43697B217}"/>
              </a:ext>
            </a:extLst>
          </p:cNvPr>
          <p:cNvSpPr>
            <a:spLocks noGrp="1"/>
          </p:cNvSpPr>
          <p:nvPr>
            <p:ph type="sldNum" sz="quarter" idx="12"/>
          </p:nvPr>
        </p:nvSpPr>
        <p:spPr>
          <a:xfrm>
            <a:off x="5729859" y="6248666"/>
            <a:ext cx="523788" cy="500106"/>
          </a:xfrm>
          <a:prstGeom prst="ellipse">
            <a:avLst/>
          </a:prstGeom>
          <a:ln>
            <a:solidFill>
              <a:srgbClr val="0070C0"/>
            </a:solidFill>
          </a:ln>
        </p:spPr>
        <p:style>
          <a:lnRef idx="2">
            <a:schemeClr val="accent2"/>
          </a:lnRef>
          <a:fillRef idx="1">
            <a:schemeClr val="lt1"/>
          </a:fillRef>
          <a:effectRef idx="0">
            <a:schemeClr val="accent2"/>
          </a:effectRef>
          <a:fontRef idx="minor">
            <a:schemeClr val="dk1"/>
          </a:fontRef>
        </p:style>
        <p:txBody>
          <a:bodyPr/>
          <a:lstStyle/>
          <a:p>
            <a:r>
              <a:rPr lang="en-US" sz="2000" b="1" dirty="0">
                <a:solidFill>
                  <a:srgbClr val="002060"/>
                </a:solidFill>
                <a:latin typeface="Nunito Sans Black" pitchFamily="2" charset="0"/>
              </a:rPr>
              <a:t>2</a:t>
            </a:r>
            <a:endParaRPr lang="fr-ML" sz="2000" b="1" dirty="0">
              <a:solidFill>
                <a:srgbClr val="002060"/>
              </a:solidFill>
              <a:latin typeface="Nunito Sans Black" pitchFamily="2"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1000"/>
                                        <p:tgtEl>
                                          <p:spTgt spid="21"/>
                                        </p:tgtEl>
                                      </p:cBhvr>
                                    </p:animEffect>
                                    <p:anim calcmode="lin" valueType="num">
                                      <p:cBhvr>
                                        <p:cTn id="14" dur="1000" fill="hold"/>
                                        <p:tgtEl>
                                          <p:spTgt spid="21"/>
                                        </p:tgtEl>
                                        <p:attrNameLst>
                                          <p:attrName>ppt_x</p:attrName>
                                        </p:attrNameLst>
                                      </p:cBhvr>
                                      <p:tavLst>
                                        <p:tav tm="0">
                                          <p:val>
                                            <p:strVal val="#ppt_x"/>
                                          </p:val>
                                        </p:tav>
                                        <p:tav tm="100000">
                                          <p:val>
                                            <p:strVal val="#ppt_x"/>
                                          </p:val>
                                        </p:tav>
                                      </p:tavLst>
                                    </p:anim>
                                    <p:anim calcmode="lin" valueType="num">
                                      <p:cBhvr>
                                        <p:cTn id="15"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842171" y="-1270282"/>
            <a:ext cx="2743200" cy="27432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fr-FR"/>
          </a:p>
        </p:txBody>
      </p:sp>
      <p:sp>
        <p:nvSpPr>
          <p:cNvPr id="5" name="Freeform 5"/>
          <p:cNvSpPr/>
          <p:nvPr/>
        </p:nvSpPr>
        <p:spPr>
          <a:xfrm>
            <a:off x="11235787" y="802738"/>
            <a:ext cx="153475" cy="153475"/>
          </a:xfrm>
          <a:custGeom>
            <a:avLst/>
            <a:gdLst/>
            <a:ahLst/>
            <a:cxnLst/>
            <a:rect l="l" t="t" r="r" b="b"/>
            <a:pathLst>
              <a:path w="230213" h="230213">
                <a:moveTo>
                  <a:pt x="0" y="0"/>
                </a:moveTo>
                <a:lnTo>
                  <a:pt x="230213" y="0"/>
                </a:lnTo>
                <a:lnTo>
                  <a:pt x="230213" y="230213"/>
                </a:lnTo>
                <a:lnTo>
                  <a:pt x="0" y="23021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fr-FR"/>
          </a:p>
        </p:txBody>
      </p:sp>
      <p:sp>
        <p:nvSpPr>
          <p:cNvPr id="6" name="Freeform 6"/>
          <p:cNvSpPr/>
          <p:nvPr/>
        </p:nvSpPr>
        <p:spPr>
          <a:xfrm>
            <a:off x="-2907205" y="-3223073"/>
            <a:ext cx="6770271" cy="6770271"/>
          </a:xfrm>
          <a:custGeom>
            <a:avLst/>
            <a:gdLst/>
            <a:ahLst/>
            <a:cxnLst/>
            <a:rect l="l" t="t" r="r" b="b"/>
            <a:pathLst>
              <a:path w="10155406" h="10155406">
                <a:moveTo>
                  <a:pt x="0" y="0"/>
                </a:moveTo>
                <a:lnTo>
                  <a:pt x="10155406" y="0"/>
                </a:lnTo>
                <a:lnTo>
                  <a:pt x="10155406" y="10155406"/>
                </a:lnTo>
                <a:lnTo>
                  <a:pt x="0" y="1015540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fr-FR"/>
          </a:p>
        </p:txBody>
      </p:sp>
      <p:grpSp>
        <p:nvGrpSpPr>
          <p:cNvPr id="7" name="Group 7"/>
          <p:cNvGrpSpPr>
            <a:grpSpLocks noChangeAspect="1"/>
          </p:cNvGrpSpPr>
          <p:nvPr/>
        </p:nvGrpSpPr>
        <p:grpSpPr>
          <a:xfrm>
            <a:off x="1335919" y="1472918"/>
            <a:ext cx="3647257" cy="6024542"/>
            <a:chOff x="0" y="0"/>
            <a:chExt cx="3844290" cy="6350000"/>
          </a:xfrm>
        </p:grpSpPr>
        <p:sp>
          <p:nvSpPr>
            <p:cNvPr id="8" name="Freeform 8"/>
            <p:cNvSpPr/>
            <p:nvPr/>
          </p:nvSpPr>
          <p:spPr>
            <a:xfrm>
              <a:off x="0" y="0"/>
              <a:ext cx="3843020" cy="6350000"/>
            </a:xfrm>
            <a:custGeom>
              <a:avLst/>
              <a:gdLst/>
              <a:ahLst/>
              <a:cxnLst/>
              <a:rect l="l" t="t" r="r" b="b"/>
              <a:pathLst>
                <a:path w="3843020" h="6350000">
                  <a:moveTo>
                    <a:pt x="1205230" y="0"/>
                  </a:moveTo>
                  <a:lnTo>
                    <a:pt x="2637790" y="0"/>
                  </a:lnTo>
                  <a:cubicBezTo>
                    <a:pt x="3303270" y="0"/>
                    <a:pt x="3843020" y="539750"/>
                    <a:pt x="3843020" y="1205230"/>
                  </a:cubicBezTo>
                  <a:lnTo>
                    <a:pt x="3843020" y="6350000"/>
                  </a:lnTo>
                  <a:lnTo>
                    <a:pt x="3843020" y="6350000"/>
                  </a:lnTo>
                  <a:lnTo>
                    <a:pt x="0" y="6350000"/>
                  </a:lnTo>
                  <a:lnTo>
                    <a:pt x="0" y="6350000"/>
                  </a:lnTo>
                  <a:lnTo>
                    <a:pt x="0" y="1205230"/>
                  </a:lnTo>
                  <a:cubicBezTo>
                    <a:pt x="0" y="539750"/>
                    <a:pt x="539750" y="0"/>
                    <a:pt x="1205230" y="0"/>
                  </a:cubicBezTo>
                  <a:close/>
                </a:path>
              </a:pathLst>
            </a:custGeom>
            <a:blipFill>
              <a:blip r:embed="rId9">
                <a:extLst>
                  <a:ext uri="{28A0092B-C50C-407E-A947-70E740481C1C}">
                    <a14:useLocalDpi xmlns:a14="http://schemas.microsoft.com/office/drawing/2010/main" val="0"/>
                  </a:ext>
                </a:extLst>
              </a:blip>
              <a:stretch>
                <a:fillRect/>
              </a:stretch>
            </a:blipFill>
          </p:spPr>
          <p:txBody>
            <a:bodyPr/>
            <a:lstStyle/>
            <a:p>
              <a:endParaRPr lang="fr-FR" dirty="0"/>
            </a:p>
          </p:txBody>
        </p:sp>
      </p:grpSp>
      <p:sp>
        <p:nvSpPr>
          <p:cNvPr id="9" name="TextBox 9"/>
          <p:cNvSpPr txBox="1"/>
          <p:nvPr/>
        </p:nvSpPr>
        <p:spPr>
          <a:xfrm>
            <a:off x="9991616" y="787582"/>
            <a:ext cx="850557" cy="179536"/>
          </a:xfrm>
          <a:prstGeom prst="rect">
            <a:avLst/>
          </a:prstGeom>
        </p:spPr>
        <p:txBody>
          <a:bodyPr lIns="0" tIns="0" rIns="0" bIns="0" rtlCol="0" anchor="t">
            <a:spAutoFit/>
          </a:bodyPr>
          <a:lstStyle/>
          <a:p>
            <a:pPr defTabSz="609630">
              <a:lnSpc>
                <a:spcPts val="1440"/>
              </a:lnSpc>
            </a:pPr>
            <a:r>
              <a:rPr lang="en-US" sz="1200">
                <a:solidFill>
                  <a:srgbClr val="FFFFFF"/>
                </a:solidFill>
                <a:latin typeface="Montserrat"/>
              </a:rPr>
              <a:t>Search . . .</a:t>
            </a:r>
          </a:p>
        </p:txBody>
      </p:sp>
      <p:sp>
        <p:nvSpPr>
          <p:cNvPr id="10" name="TextBox 10"/>
          <p:cNvSpPr txBox="1"/>
          <p:nvPr/>
        </p:nvSpPr>
        <p:spPr>
          <a:xfrm>
            <a:off x="535904" y="728278"/>
            <a:ext cx="978920" cy="246734"/>
          </a:xfrm>
          <a:prstGeom prst="rect">
            <a:avLst/>
          </a:prstGeom>
        </p:spPr>
        <p:txBody>
          <a:bodyPr lIns="0" tIns="0" rIns="0" bIns="0" rtlCol="0" anchor="t">
            <a:spAutoFit/>
          </a:bodyPr>
          <a:lstStyle/>
          <a:p>
            <a:pPr algn="r" defTabSz="609630">
              <a:lnSpc>
                <a:spcPts val="2147"/>
              </a:lnSpc>
            </a:pPr>
            <a:r>
              <a:rPr lang="en-US" sz="1533" dirty="0">
                <a:solidFill>
                  <a:srgbClr val="F2BE40"/>
                </a:solidFill>
                <a:latin typeface="Montserrat Classic Bold"/>
              </a:rPr>
              <a:t>OPTIRH</a:t>
            </a:r>
          </a:p>
        </p:txBody>
      </p:sp>
      <p:sp>
        <p:nvSpPr>
          <p:cNvPr id="15" name="TextBox 15"/>
          <p:cNvSpPr txBox="1"/>
          <p:nvPr/>
        </p:nvSpPr>
        <p:spPr>
          <a:xfrm>
            <a:off x="5688899" y="1751283"/>
            <a:ext cx="4943723" cy="567463"/>
          </a:xfrm>
          <a:prstGeom prst="rect">
            <a:avLst/>
          </a:prstGeom>
        </p:spPr>
        <p:txBody>
          <a:bodyPr lIns="0" tIns="0" rIns="0" bIns="0" rtlCol="0" anchor="t">
            <a:spAutoFit/>
          </a:bodyPr>
          <a:lstStyle/>
          <a:p>
            <a:pPr algn="ctr" defTabSz="609630">
              <a:lnSpc>
                <a:spcPts val="4400"/>
              </a:lnSpc>
            </a:pPr>
            <a:r>
              <a:rPr lang="en-US" sz="4800" dirty="0">
                <a:solidFill>
                  <a:srgbClr val="3B41C9"/>
                </a:solidFill>
                <a:latin typeface="ADLaM Display" panose="02010000000000000000" pitchFamily="2" charset="0"/>
                <a:ea typeface="ADLaM Display" panose="02010000000000000000" pitchFamily="2" charset="0"/>
                <a:cs typeface="ADLaM Display" panose="02010000000000000000" pitchFamily="2" charset="0"/>
              </a:rPr>
              <a:t>INTRODUCTION</a:t>
            </a:r>
          </a:p>
        </p:txBody>
      </p:sp>
      <p:sp>
        <p:nvSpPr>
          <p:cNvPr id="16" name="Freeform 16"/>
          <p:cNvSpPr/>
          <p:nvPr/>
        </p:nvSpPr>
        <p:spPr>
          <a:xfrm>
            <a:off x="7176301" y="873905"/>
            <a:ext cx="281243" cy="281243"/>
          </a:xfrm>
          <a:custGeom>
            <a:avLst/>
            <a:gdLst/>
            <a:ahLst/>
            <a:cxnLst/>
            <a:rect l="l" t="t" r="r" b="b"/>
            <a:pathLst>
              <a:path w="421865" h="421865">
                <a:moveTo>
                  <a:pt x="0" y="0"/>
                </a:moveTo>
                <a:lnTo>
                  <a:pt x="421865" y="0"/>
                </a:lnTo>
                <a:lnTo>
                  <a:pt x="421865" y="421865"/>
                </a:lnTo>
                <a:lnTo>
                  <a:pt x="0" y="42186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fr-FR"/>
          </a:p>
        </p:txBody>
      </p:sp>
      <p:sp>
        <p:nvSpPr>
          <p:cNvPr id="17" name="Freeform 17"/>
          <p:cNvSpPr/>
          <p:nvPr/>
        </p:nvSpPr>
        <p:spPr>
          <a:xfrm>
            <a:off x="483176" y="5267969"/>
            <a:ext cx="281243" cy="281243"/>
          </a:xfrm>
          <a:custGeom>
            <a:avLst/>
            <a:gdLst/>
            <a:ahLst/>
            <a:cxnLst/>
            <a:rect l="l" t="t" r="r" b="b"/>
            <a:pathLst>
              <a:path w="421865" h="421865">
                <a:moveTo>
                  <a:pt x="0" y="0"/>
                </a:moveTo>
                <a:lnTo>
                  <a:pt x="421865" y="0"/>
                </a:lnTo>
                <a:lnTo>
                  <a:pt x="421865" y="421865"/>
                </a:lnTo>
                <a:lnTo>
                  <a:pt x="0" y="42186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fr-FR"/>
          </a:p>
        </p:txBody>
      </p:sp>
      <p:sp>
        <p:nvSpPr>
          <p:cNvPr id="18" name="Freeform 18"/>
          <p:cNvSpPr/>
          <p:nvPr/>
        </p:nvSpPr>
        <p:spPr>
          <a:xfrm>
            <a:off x="11287125" y="6016533"/>
            <a:ext cx="311335" cy="311335"/>
          </a:xfrm>
          <a:custGeom>
            <a:avLst/>
            <a:gdLst/>
            <a:ahLst/>
            <a:cxnLst/>
            <a:rect l="l" t="t" r="r" b="b"/>
            <a:pathLst>
              <a:path w="467003" h="467003">
                <a:moveTo>
                  <a:pt x="0" y="0"/>
                </a:moveTo>
                <a:lnTo>
                  <a:pt x="467003" y="0"/>
                </a:lnTo>
                <a:lnTo>
                  <a:pt x="467003" y="467002"/>
                </a:lnTo>
                <a:lnTo>
                  <a:pt x="0" y="46700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fr-FR"/>
          </a:p>
        </p:txBody>
      </p:sp>
      <p:sp>
        <p:nvSpPr>
          <p:cNvPr id="19" name="Freeform 19"/>
          <p:cNvSpPr/>
          <p:nvPr/>
        </p:nvSpPr>
        <p:spPr>
          <a:xfrm>
            <a:off x="10869079" y="6016533"/>
            <a:ext cx="311335" cy="311335"/>
          </a:xfrm>
          <a:custGeom>
            <a:avLst/>
            <a:gdLst/>
            <a:ahLst/>
            <a:cxnLst/>
            <a:rect l="l" t="t" r="r" b="b"/>
            <a:pathLst>
              <a:path w="467003" h="467003">
                <a:moveTo>
                  <a:pt x="0" y="0"/>
                </a:moveTo>
                <a:lnTo>
                  <a:pt x="467002" y="0"/>
                </a:lnTo>
                <a:lnTo>
                  <a:pt x="467002" y="467002"/>
                </a:lnTo>
                <a:lnTo>
                  <a:pt x="0" y="46700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fr-FR"/>
          </a:p>
        </p:txBody>
      </p:sp>
      <p:sp>
        <p:nvSpPr>
          <p:cNvPr id="20" name="Freeform 20"/>
          <p:cNvSpPr/>
          <p:nvPr/>
        </p:nvSpPr>
        <p:spPr>
          <a:xfrm>
            <a:off x="11407306" y="6105234"/>
            <a:ext cx="81364" cy="133933"/>
          </a:xfrm>
          <a:custGeom>
            <a:avLst/>
            <a:gdLst/>
            <a:ahLst/>
            <a:cxnLst/>
            <a:rect l="l" t="t" r="r" b="b"/>
            <a:pathLst>
              <a:path w="122046" h="200900">
                <a:moveTo>
                  <a:pt x="0" y="0"/>
                </a:moveTo>
                <a:lnTo>
                  <a:pt x="122047" y="0"/>
                </a:lnTo>
                <a:lnTo>
                  <a:pt x="122047" y="200900"/>
                </a:lnTo>
                <a:lnTo>
                  <a:pt x="0" y="20090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fr-FR"/>
          </a:p>
        </p:txBody>
      </p:sp>
      <p:sp>
        <p:nvSpPr>
          <p:cNvPr id="21" name="Freeform 21"/>
          <p:cNvSpPr/>
          <p:nvPr/>
        </p:nvSpPr>
        <p:spPr>
          <a:xfrm rot="-10800000">
            <a:off x="10984063" y="6105234"/>
            <a:ext cx="81364" cy="133933"/>
          </a:xfrm>
          <a:custGeom>
            <a:avLst/>
            <a:gdLst/>
            <a:ahLst/>
            <a:cxnLst/>
            <a:rect l="l" t="t" r="r" b="b"/>
            <a:pathLst>
              <a:path w="122046" h="200900">
                <a:moveTo>
                  <a:pt x="0" y="0"/>
                </a:moveTo>
                <a:lnTo>
                  <a:pt x="122046" y="0"/>
                </a:lnTo>
                <a:lnTo>
                  <a:pt x="122046" y="200900"/>
                </a:lnTo>
                <a:lnTo>
                  <a:pt x="0" y="20090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fr-FR"/>
          </a:p>
        </p:txBody>
      </p:sp>
      <p:sp>
        <p:nvSpPr>
          <p:cNvPr id="24" name="Freeform 24"/>
          <p:cNvSpPr/>
          <p:nvPr/>
        </p:nvSpPr>
        <p:spPr>
          <a:xfrm>
            <a:off x="6656855" y="5011563"/>
            <a:ext cx="717575" cy="717575"/>
          </a:xfrm>
          <a:custGeom>
            <a:avLst/>
            <a:gdLst/>
            <a:ahLst/>
            <a:cxnLst/>
            <a:rect l="l" t="t" r="r" b="b"/>
            <a:pathLst>
              <a:path w="1076362" h="1076362">
                <a:moveTo>
                  <a:pt x="0" y="0"/>
                </a:moveTo>
                <a:lnTo>
                  <a:pt x="1076362" y="0"/>
                </a:lnTo>
                <a:lnTo>
                  <a:pt x="1076362" y="1076362"/>
                </a:lnTo>
                <a:lnTo>
                  <a:pt x="0" y="107636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fr-FR"/>
          </a:p>
        </p:txBody>
      </p:sp>
      <p:sp>
        <p:nvSpPr>
          <p:cNvPr id="25" name="TextBox 25"/>
          <p:cNvSpPr txBox="1"/>
          <p:nvPr/>
        </p:nvSpPr>
        <p:spPr>
          <a:xfrm>
            <a:off x="6759014" y="5230067"/>
            <a:ext cx="513257" cy="253852"/>
          </a:xfrm>
          <a:prstGeom prst="rect">
            <a:avLst/>
          </a:prstGeom>
        </p:spPr>
        <p:txBody>
          <a:bodyPr lIns="0" tIns="0" rIns="0" bIns="0" rtlCol="0" anchor="t">
            <a:spAutoFit/>
          </a:bodyPr>
          <a:lstStyle/>
          <a:p>
            <a:pPr algn="ctr" defTabSz="609630">
              <a:lnSpc>
                <a:spcPts val="2146"/>
              </a:lnSpc>
            </a:pPr>
            <a:r>
              <a:rPr lang="en-US" sz="1533" dirty="0">
                <a:solidFill>
                  <a:srgbClr val="3B41C9"/>
                </a:solidFill>
                <a:latin typeface="ADLaM Display" panose="02010000000000000000" pitchFamily="2" charset="0"/>
                <a:ea typeface="ADLaM Display" panose="02010000000000000000" pitchFamily="2" charset="0"/>
                <a:cs typeface="ADLaM Display" panose="02010000000000000000" pitchFamily="2" charset="0"/>
              </a:rPr>
              <a:t>03</a:t>
            </a:r>
          </a:p>
        </p:txBody>
      </p:sp>
      <p:sp>
        <p:nvSpPr>
          <p:cNvPr id="27" name="TextBox 27"/>
          <p:cNvSpPr txBox="1"/>
          <p:nvPr/>
        </p:nvSpPr>
        <p:spPr>
          <a:xfrm>
            <a:off x="7457544" y="5336791"/>
            <a:ext cx="2181015" cy="295466"/>
          </a:xfrm>
          <a:prstGeom prst="rect">
            <a:avLst/>
          </a:prstGeom>
        </p:spPr>
        <p:txBody>
          <a:bodyPr lIns="0" tIns="0" rIns="0" bIns="0" rtlCol="0" anchor="t">
            <a:spAutoFit/>
          </a:bodyPr>
          <a:lstStyle/>
          <a:p>
            <a:pPr defTabSz="609630">
              <a:lnSpc>
                <a:spcPts val="2146"/>
              </a:lnSpc>
            </a:pPr>
            <a:r>
              <a:rPr lang="en-US" sz="2800" dirty="0">
                <a:solidFill>
                  <a:srgbClr val="3B41C9"/>
                </a:solidFill>
                <a:latin typeface="ADLaM Display" panose="02010000000000000000" pitchFamily="2" charset="0"/>
                <a:ea typeface="ADLaM Display" panose="02010000000000000000" pitchFamily="2" charset="0"/>
                <a:cs typeface="ADLaM Display" panose="02010000000000000000" pitchFamily="2" charset="0"/>
              </a:rPr>
              <a:t>INTERET</a:t>
            </a:r>
            <a:endParaRPr lang="en-US" sz="1533" dirty="0">
              <a:solidFill>
                <a:srgbClr val="3B41C9"/>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28" name="Freeform 28"/>
          <p:cNvSpPr/>
          <p:nvPr/>
        </p:nvSpPr>
        <p:spPr>
          <a:xfrm rot="-5400000">
            <a:off x="-424125" y="3034568"/>
            <a:ext cx="1577732" cy="788866"/>
          </a:xfrm>
          <a:custGeom>
            <a:avLst/>
            <a:gdLst/>
            <a:ahLst/>
            <a:cxnLst/>
            <a:rect l="l" t="t" r="r" b="b"/>
            <a:pathLst>
              <a:path w="2366598" h="1183299">
                <a:moveTo>
                  <a:pt x="0" y="0"/>
                </a:moveTo>
                <a:lnTo>
                  <a:pt x="2366597" y="0"/>
                </a:lnTo>
                <a:lnTo>
                  <a:pt x="2366597" y="1183298"/>
                </a:lnTo>
                <a:lnTo>
                  <a:pt x="0" y="1183298"/>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fr-FR"/>
          </a:p>
        </p:txBody>
      </p:sp>
      <p:sp>
        <p:nvSpPr>
          <p:cNvPr id="29" name="Freeform 29"/>
          <p:cNvSpPr/>
          <p:nvPr/>
        </p:nvSpPr>
        <p:spPr>
          <a:xfrm>
            <a:off x="4101220" y="1155149"/>
            <a:ext cx="1116071" cy="1116071"/>
          </a:xfrm>
          <a:custGeom>
            <a:avLst/>
            <a:gdLst/>
            <a:ahLst/>
            <a:cxnLst/>
            <a:rect l="l" t="t" r="r" b="b"/>
            <a:pathLst>
              <a:path w="1674107" h="1674107">
                <a:moveTo>
                  <a:pt x="0" y="0"/>
                </a:moveTo>
                <a:lnTo>
                  <a:pt x="1674107" y="0"/>
                </a:lnTo>
                <a:lnTo>
                  <a:pt x="1674107" y="1674107"/>
                </a:lnTo>
                <a:lnTo>
                  <a:pt x="0" y="1674107"/>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fr-FR"/>
          </a:p>
        </p:txBody>
      </p:sp>
      <p:sp>
        <p:nvSpPr>
          <p:cNvPr id="3" name="TextBox 26"/>
          <p:cNvSpPr txBox="1"/>
          <p:nvPr/>
        </p:nvSpPr>
        <p:spPr>
          <a:xfrm>
            <a:off x="7457544" y="2855880"/>
            <a:ext cx="2743200" cy="295466"/>
          </a:xfrm>
          <a:prstGeom prst="rect">
            <a:avLst/>
          </a:prstGeom>
        </p:spPr>
        <p:txBody>
          <a:bodyPr wrap="square" lIns="0" tIns="0" rIns="0" bIns="0" rtlCol="0" anchor="t">
            <a:spAutoFit/>
          </a:bodyPr>
          <a:lstStyle/>
          <a:p>
            <a:pPr defTabSz="609630">
              <a:lnSpc>
                <a:spcPts val="2146"/>
              </a:lnSpc>
            </a:pPr>
            <a:r>
              <a:rPr lang="en-US" sz="2800" dirty="0">
                <a:solidFill>
                  <a:srgbClr val="3B41C9"/>
                </a:solidFill>
                <a:latin typeface="ADLaM Display" panose="02010000000000000000" pitchFamily="2" charset="0"/>
                <a:ea typeface="ADLaM Display" panose="02010000000000000000" pitchFamily="2" charset="0"/>
                <a:cs typeface="ADLaM Display" panose="02010000000000000000" pitchFamily="2" charset="0"/>
              </a:rPr>
              <a:t>CONTEXTE</a:t>
            </a:r>
          </a:p>
        </p:txBody>
      </p:sp>
      <p:sp>
        <p:nvSpPr>
          <p:cNvPr id="4" name="Freeform 22">
            <a:extLst>
              <a:ext uri="{FF2B5EF4-FFF2-40B4-BE49-F238E27FC236}">
                <a16:creationId xmlns:a16="http://schemas.microsoft.com/office/drawing/2014/main" id="{CC687945-1BC7-42E9-9C91-43CDB09461E3}"/>
              </a:ext>
            </a:extLst>
          </p:cNvPr>
          <p:cNvSpPr/>
          <p:nvPr/>
        </p:nvSpPr>
        <p:spPr>
          <a:xfrm>
            <a:off x="6656855" y="2528615"/>
            <a:ext cx="717575" cy="717575"/>
          </a:xfrm>
          <a:custGeom>
            <a:avLst/>
            <a:gdLst/>
            <a:ahLst/>
            <a:cxnLst/>
            <a:rect l="l" t="t" r="r" b="b"/>
            <a:pathLst>
              <a:path w="1076362" h="1076362">
                <a:moveTo>
                  <a:pt x="0" y="0"/>
                </a:moveTo>
                <a:lnTo>
                  <a:pt x="1076362" y="0"/>
                </a:lnTo>
                <a:lnTo>
                  <a:pt x="1076362" y="1076362"/>
                </a:lnTo>
                <a:lnTo>
                  <a:pt x="0" y="107636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fr-FR"/>
          </a:p>
        </p:txBody>
      </p:sp>
      <p:sp>
        <p:nvSpPr>
          <p:cNvPr id="11" name="TextBox 23">
            <a:extLst>
              <a:ext uri="{FF2B5EF4-FFF2-40B4-BE49-F238E27FC236}">
                <a16:creationId xmlns:a16="http://schemas.microsoft.com/office/drawing/2014/main" id="{3A394C49-409E-478A-AA26-62311244FAD3}"/>
              </a:ext>
            </a:extLst>
          </p:cNvPr>
          <p:cNvSpPr txBox="1"/>
          <p:nvPr/>
        </p:nvSpPr>
        <p:spPr>
          <a:xfrm>
            <a:off x="6759014" y="2732513"/>
            <a:ext cx="513257" cy="246734"/>
          </a:xfrm>
          <a:prstGeom prst="rect">
            <a:avLst/>
          </a:prstGeom>
        </p:spPr>
        <p:txBody>
          <a:bodyPr lIns="0" tIns="0" rIns="0" bIns="0" rtlCol="0" anchor="t">
            <a:spAutoFit/>
          </a:bodyPr>
          <a:lstStyle/>
          <a:p>
            <a:pPr algn="ctr" defTabSz="609630">
              <a:lnSpc>
                <a:spcPts val="2146"/>
              </a:lnSpc>
            </a:pPr>
            <a:r>
              <a:rPr lang="en-US" sz="1533" dirty="0">
                <a:solidFill>
                  <a:srgbClr val="3B41C9"/>
                </a:solidFill>
                <a:latin typeface="ADLaM Display" panose="02010000000000000000" pitchFamily="2" charset="0"/>
                <a:ea typeface="ADLaM Display" panose="02010000000000000000" pitchFamily="2" charset="0"/>
                <a:cs typeface="ADLaM Display" panose="02010000000000000000" pitchFamily="2" charset="0"/>
              </a:rPr>
              <a:t>01</a:t>
            </a:r>
          </a:p>
        </p:txBody>
      </p:sp>
      <p:sp>
        <p:nvSpPr>
          <p:cNvPr id="12" name="TextBox 26">
            <a:extLst>
              <a:ext uri="{FF2B5EF4-FFF2-40B4-BE49-F238E27FC236}">
                <a16:creationId xmlns:a16="http://schemas.microsoft.com/office/drawing/2014/main" id="{D54CE8DF-D164-217A-86C9-502FA28BEDD8}"/>
              </a:ext>
            </a:extLst>
          </p:cNvPr>
          <p:cNvSpPr txBox="1"/>
          <p:nvPr/>
        </p:nvSpPr>
        <p:spPr>
          <a:xfrm>
            <a:off x="7523889" y="4096335"/>
            <a:ext cx="4279228" cy="287771"/>
          </a:xfrm>
          <a:prstGeom prst="rect">
            <a:avLst/>
          </a:prstGeom>
        </p:spPr>
        <p:txBody>
          <a:bodyPr wrap="square" lIns="0" tIns="0" rIns="0" bIns="0" rtlCol="0" anchor="t">
            <a:spAutoFit/>
          </a:bodyPr>
          <a:lstStyle/>
          <a:p>
            <a:pPr defTabSz="609630">
              <a:lnSpc>
                <a:spcPts val="2146"/>
              </a:lnSpc>
            </a:pPr>
            <a:r>
              <a:rPr lang="en-US" sz="2800" dirty="0">
                <a:solidFill>
                  <a:srgbClr val="3B41C9"/>
                </a:solidFill>
                <a:latin typeface="ADLaM Display" panose="02010000000000000000" pitchFamily="2" charset="0"/>
                <a:ea typeface="ADLaM Display" panose="02010000000000000000" pitchFamily="2" charset="0"/>
                <a:cs typeface="ADLaM Display" panose="02010000000000000000" pitchFamily="2" charset="0"/>
              </a:rPr>
              <a:t>DEFIS ACTUELS</a:t>
            </a:r>
          </a:p>
        </p:txBody>
      </p:sp>
      <p:sp>
        <p:nvSpPr>
          <p:cNvPr id="13" name="Freeform 22">
            <a:extLst>
              <a:ext uri="{FF2B5EF4-FFF2-40B4-BE49-F238E27FC236}">
                <a16:creationId xmlns:a16="http://schemas.microsoft.com/office/drawing/2014/main" id="{BF9E95CB-6539-070C-8874-4D9D1568E8FA}"/>
              </a:ext>
            </a:extLst>
          </p:cNvPr>
          <p:cNvSpPr/>
          <p:nvPr/>
        </p:nvSpPr>
        <p:spPr>
          <a:xfrm>
            <a:off x="6672625" y="3805612"/>
            <a:ext cx="717575" cy="717575"/>
          </a:xfrm>
          <a:custGeom>
            <a:avLst/>
            <a:gdLst/>
            <a:ahLst/>
            <a:cxnLst/>
            <a:rect l="l" t="t" r="r" b="b"/>
            <a:pathLst>
              <a:path w="1076362" h="1076362">
                <a:moveTo>
                  <a:pt x="0" y="0"/>
                </a:moveTo>
                <a:lnTo>
                  <a:pt x="1076362" y="0"/>
                </a:lnTo>
                <a:lnTo>
                  <a:pt x="1076362" y="1076362"/>
                </a:lnTo>
                <a:lnTo>
                  <a:pt x="0" y="107636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fr-FR"/>
          </a:p>
        </p:txBody>
      </p:sp>
      <p:sp>
        <p:nvSpPr>
          <p:cNvPr id="14" name="TextBox 23">
            <a:extLst>
              <a:ext uri="{FF2B5EF4-FFF2-40B4-BE49-F238E27FC236}">
                <a16:creationId xmlns:a16="http://schemas.microsoft.com/office/drawing/2014/main" id="{65A22719-AB19-8537-357E-73C8441BD961}"/>
              </a:ext>
            </a:extLst>
          </p:cNvPr>
          <p:cNvSpPr txBox="1"/>
          <p:nvPr/>
        </p:nvSpPr>
        <p:spPr>
          <a:xfrm>
            <a:off x="6806314" y="4009510"/>
            <a:ext cx="513257" cy="253852"/>
          </a:xfrm>
          <a:prstGeom prst="rect">
            <a:avLst/>
          </a:prstGeom>
        </p:spPr>
        <p:txBody>
          <a:bodyPr lIns="0" tIns="0" rIns="0" bIns="0" rtlCol="0" anchor="t">
            <a:spAutoFit/>
          </a:bodyPr>
          <a:lstStyle/>
          <a:p>
            <a:pPr algn="ctr" defTabSz="609630">
              <a:lnSpc>
                <a:spcPts val="2146"/>
              </a:lnSpc>
            </a:pPr>
            <a:r>
              <a:rPr lang="en-US" sz="1533" dirty="0">
                <a:solidFill>
                  <a:srgbClr val="3B41C9"/>
                </a:solidFill>
                <a:latin typeface="ADLaM Display" panose="02010000000000000000" pitchFamily="2" charset="0"/>
                <a:ea typeface="ADLaM Display" panose="02010000000000000000" pitchFamily="2" charset="0"/>
                <a:cs typeface="ADLaM Display" panose="02010000000000000000" pitchFamily="2" charset="0"/>
              </a:rPr>
              <a:t>02</a:t>
            </a:r>
          </a:p>
        </p:txBody>
      </p:sp>
      <p:sp>
        <p:nvSpPr>
          <p:cNvPr id="22" name="Espace réservé du numéro de diapositive 4">
            <a:extLst>
              <a:ext uri="{FF2B5EF4-FFF2-40B4-BE49-F238E27FC236}">
                <a16:creationId xmlns:a16="http://schemas.microsoft.com/office/drawing/2014/main" id="{101168E2-34C4-D734-BA01-B11BB78BDA3F}"/>
              </a:ext>
            </a:extLst>
          </p:cNvPr>
          <p:cNvSpPr>
            <a:spLocks noGrp="1"/>
          </p:cNvSpPr>
          <p:nvPr>
            <p:ph type="sldNum" sz="quarter" idx="12"/>
          </p:nvPr>
        </p:nvSpPr>
        <p:spPr>
          <a:xfrm>
            <a:off x="5729859" y="6248666"/>
            <a:ext cx="523788" cy="500106"/>
          </a:xfrm>
          <a:prstGeom prst="ellipse">
            <a:avLst/>
          </a:prstGeom>
          <a:ln>
            <a:solidFill>
              <a:srgbClr val="0070C0"/>
            </a:solidFill>
          </a:ln>
        </p:spPr>
        <p:style>
          <a:lnRef idx="2">
            <a:schemeClr val="accent2"/>
          </a:lnRef>
          <a:fillRef idx="1">
            <a:schemeClr val="lt1"/>
          </a:fillRef>
          <a:effectRef idx="0">
            <a:schemeClr val="accent2"/>
          </a:effectRef>
          <a:fontRef idx="minor">
            <a:schemeClr val="dk1"/>
          </a:fontRef>
        </p:style>
        <p:txBody>
          <a:bodyPr/>
          <a:lstStyle/>
          <a:p>
            <a:r>
              <a:rPr lang="fr-ML" sz="2000" b="1" dirty="0">
                <a:solidFill>
                  <a:srgbClr val="002060"/>
                </a:solidFill>
                <a:latin typeface="Nunito Sans Black" pitchFamily="2" charset="0"/>
              </a:rPr>
              <a:t>3</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rot="-5400000" flipH="1">
            <a:off x="11050316" y="5716316"/>
            <a:ext cx="1141685" cy="1141685"/>
          </a:xfrm>
          <a:custGeom>
            <a:avLst/>
            <a:gdLst/>
            <a:ahLst/>
            <a:cxnLst/>
            <a:rect l="l" t="t" r="r" b="b"/>
            <a:pathLst>
              <a:path w="1712527" h="1712527">
                <a:moveTo>
                  <a:pt x="1712527" y="0"/>
                </a:moveTo>
                <a:lnTo>
                  <a:pt x="0" y="0"/>
                </a:lnTo>
                <a:lnTo>
                  <a:pt x="0" y="1712527"/>
                </a:lnTo>
                <a:lnTo>
                  <a:pt x="1712527" y="1712527"/>
                </a:lnTo>
                <a:lnTo>
                  <a:pt x="1712527"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fr-FR"/>
          </a:p>
        </p:txBody>
      </p:sp>
      <p:sp>
        <p:nvSpPr>
          <p:cNvPr id="6" name="Freeform 6"/>
          <p:cNvSpPr/>
          <p:nvPr/>
        </p:nvSpPr>
        <p:spPr>
          <a:xfrm rot="-5400000" flipH="1">
            <a:off x="10734352" y="5343176"/>
            <a:ext cx="1141685" cy="1141685"/>
          </a:xfrm>
          <a:custGeom>
            <a:avLst/>
            <a:gdLst/>
            <a:ahLst/>
            <a:cxnLst/>
            <a:rect l="l" t="t" r="r" b="b"/>
            <a:pathLst>
              <a:path w="1712527" h="1712527">
                <a:moveTo>
                  <a:pt x="1712528" y="0"/>
                </a:moveTo>
                <a:lnTo>
                  <a:pt x="0" y="0"/>
                </a:lnTo>
                <a:lnTo>
                  <a:pt x="0" y="1712527"/>
                </a:lnTo>
                <a:lnTo>
                  <a:pt x="1712528" y="1712527"/>
                </a:lnTo>
                <a:lnTo>
                  <a:pt x="1712528"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fr-FR"/>
          </a:p>
        </p:txBody>
      </p:sp>
      <p:sp>
        <p:nvSpPr>
          <p:cNvPr id="15" name="Freeform 15"/>
          <p:cNvSpPr/>
          <p:nvPr/>
        </p:nvSpPr>
        <p:spPr>
          <a:xfrm>
            <a:off x="-1371600" y="-1371600"/>
            <a:ext cx="2743200" cy="27432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fr-FR"/>
          </a:p>
        </p:txBody>
      </p:sp>
      <p:sp>
        <p:nvSpPr>
          <p:cNvPr id="20" name="Freeform 20"/>
          <p:cNvSpPr/>
          <p:nvPr/>
        </p:nvSpPr>
        <p:spPr>
          <a:xfrm>
            <a:off x="10769073" y="1902823"/>
            <a:ext cx="281243" cy="281243"/>
          </a:xfrm>
          <a:custGeom>
            <a:avLst/>
            <a:gdLst/>
            <a:ahLst/>
            <a:cxnLst/>
            <a:rect l="l" t="t" r="r" b="b"/>
            <a:pathLst>
              <a:path w="421865" h="421865">
                <a:moveTo>
                  <a:pt x="0" y="0"/>
                </a:moveTo>
                <a:lnTo>
                  <a:pt x="421865" y="0"/>
                </a:lnTo>
                <a:lnTo>
                  <a:pt x="421865" y="421865"/>
                </a:lnTo>
                <a:lnTo>
                  <a:pt x="0" y="42186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fr-FR"/>
          </a:p>
        </p:txBody>
      </p:sp>
      <p:sp>
        <p:nvSpPr>
          <p:cNvPr id="21" name="Freeform 21"/>
          <p:cNvSpPr/>
          <p:nvPr/>
        </p:nvSpPr>
        <p:spPr>
          <a:xfrm>
            <a:off x="404558" y="1386772"/>
            <a:ext cx="281243" cy="281243"/>
          </a:xfrm>
          <a:custGeom>
            <a:avLst/>
            <a:gdLst/>
            <a:ahLst/>
            <a:cxnLst/>
            <a:rect l="l" t="t" r="r" b="b"/>
            <a:pathLst>
              <a:path w="421865" h="421865">
                <a:moveTo>
                  <a:pt x="0" y="0"/>
                </a:moveTo>
                <a:lnTo>
                  <a:pt x="421865" y="0"/>
                </a:lnTo>
                <a:lnTo>
                  <a:pt x="421865" y="421865"/>
                </a:lnTo>
                <a:lnTo>
                  <a:pt x="0" y="42186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fr-FR"/>
          </a:p>
        </p:txBody>
      </p:sp>
      <p:sp>
        <p:nvSpPr>
          <p:cNvPr id="25" name="TextBox 25"/>
          <p:cNvSpPr txBox="1"/>
          <p:nvPr/>
        </p:nvSpPr>
        <p:spPr>
          <a:xfrm>
            <a:off x="9991616" y="787582"/>
            <a:ext cx="850557" cy="179536"/>
          </a:xfrm>
          <a:prstGeom prst="rect">
            <a:avLst/>
          </a:prstGeom>
        </p:spPr>
        <p:txBody>
          <a:bodyPr lIns="0" tIns="0" rIns="0" bIns="0" rtlCol="0" anchor="t">
            <a:spAutoFit/>
          </a:bodyPr>
          <a:lstStyle/>
          <a:p>
            <a:pPr defTabSz="609630">
              <a:lnSpc>
                <a:spcPts val="1440"/>
              </a:lnSpc>
            </a:pPr>
            <a:r>
              <a:rPr lang="en-US" sz="1200">
                <a:solidFill>
                  <a:srgbClr val="FFFFFF"/>
                </a:solidFill>
                <a:latin typeface="Montserrat"/>
              </a:rPr>
              <a:t>Search . . .</a:t>
            </a:r>
          </a:p>
        </p:txBody>
      </p:sp>
      <p:sp>
        <p:nvSpPr>
          <p:cNvPr id="26" name="TextBox 26"/>
          <p:cNvSpPr txBox="1"/>
          <p:nvPr/>
        </p:nvSpPr>
        <p:spPr>
          <a:xfrm>
            <a:off x="535904" y="728278"/>
            <a:ext cx="978920" cy="246734"/>
          </a:xfrm>
          <a:prstGeom prst="rect">
            <a:avLst/>
          </a:prstGeom>
        </p:spPr>
        <p:txBody>
          <a:bodyPr lIns="0" tIns="0" rIns="0" bIns="0" rtlCol="0" anchor="t">
            <a:spAutoFit/>
          </a:bodyPr>
          <a:lstStyle/>
          <a:p>
            <a:pPr algn="r" defTabSz="609630">
              <a:lnSpc>
                <a:spcPts val="2147"/>
              </a:lnSpc>
            </a:pPr>
            <a:r>
              <a:rPr lang="en-US" sz="1533" dirty="0">
                <a:solidFill>
                  <a:srgbClr val="3B41C9"/>
                </a:solidFill>
                <a:latin typeface="Montserrat Classic Bold"/>
              </a:rPr>
              <a:t>OPTIRH</a:t>
            </a:r>
          </a:p>
        </p:txBody>
      </p:sp>
      <p:sp>
        <p:nvSpPr>
          <p:cNvPr id="28" name="TextBox 28"/>
          <p:cNvSpPr txBox="1"/>
          <p:nvPr/>
        </p:nvSpPr>
        <p:spPr>
          <a:xfrm>
            <a:off x="2567775" y="410754"/>
            <a:ext cx="7056449" cy="564257"/>
          </a:xfrm>
          <a:prstGeom prst="rect">
            <a:avLst/>
          </a:prstGeom>
        </p:spPr>
        <p:txBody>
          <a:bodyPr lIns="0" tIns="0" rIns="0" bIns="0" rtlCol="0" anchor="t">
            <a:spAutoFit/>
          </a:bodyPr>
          <a:lstStyle/>
          <a:p>
            <a:pPr algn="ctr" defTabSz="609630">
              <a:lnSpc>
                <a:spcPts val="4400"/>
              </a:lnSpc>
            </a:pPr>
            <a:r>
              <a:rPr lang="en-US" sz="4000" dirty="0">
                <a:solidFill>
                  <a:srgbClr val="3B41C9"/>
                </a:solidFill>
                <a:latin typeface="ADLaM Display" panose="02010000000000000000" pitchFamily="2" charset="0"/>
                <a:ea typeface="ADLaM Display" panose="02010000000000000000" pitchFamily="2" charset="0"/>
                <a:cs typeface="ADLaM Display" panose="02010000000000000000" pitchFamily="2" charset="0"/>
              </a:rPr>
              <a:t>PROBLEMATIQUE</a:t>
            </a:r>
          </a:p>
        </p:txBody>
      </p:sp>
      <p:sp>
        <p:nvSpPr>
          <p:cNvPr id="35" name="Freeform 35"/>
          <p:cNvSpPr/>
          <p:nvPr/>
        </p:nvSpPr>
        <p:spPr>
          <a:xfrm>
            <a:off x="1103848" y="6016533"/>
            <a:ext cx="311335" cy="311335"/>
          </a:xfrm>
          <a:custGeom>
            <a:avLst/>
            <a:gdLst/>
            <a:ahLst/>
            <a:cxnLst/>
            <a:rect l="l" t="t" r="r" b="b"/>
            <a:pathLst>
              <a:path w="467003" h="467003">
                <a:moveTo>
                  <a:pt x="0" y="0"/>
                </a:moveTo>
                <a:lnTo>
                  <a:pt x="467002" y="0"/>
                </a:lnTo>
                <a:lnTo>
                  <a:pt x="467002" y="467002"/>
                </a:lnTo>
                <a:lnTo>
                  <a:pt x="0" y="46700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fr-FR"/>
          </a:p>
        </p:txBody>
      </p:sp>
      <p:sp>
        <p:nvSpPr>
          <p:cNvPr id="36" name="Freeform 36"/>
          <p:cNvSpPr/>
          <p:nvPr/>
        </p:nvSpPr>
        <p:spPr>
          <a:xfrm>
            <a:off x="685801" y="6016533"/>
            <a:ext cx="311335" cy="311335"/>
          </a:xfrm>
          <a:custGeom>
            <a:avLst/>
            <a:gdLst/>
            <a:ahLst/>
            <a:cxnLst/>
            <a:rect l="l" t="t" r="r" b="b"/>
            <a:pathLst>
              <a:path w="467003" h="467003">
                <a:moveTo>
                  <a:pt x="0" y="0"/>
                </a:moveTo>
                <a:lnTo>
                  <a:pt x="467003" y="0"/>
                </a:lnTo>
                <a:lnTo>
                  <a:pt x="467003" y="467002"/>
                </a:lnTo>
                <a:lnTo>
                  <a:pt x="0" y="46700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fr-FR"/>
          </a:p>
        </p:txBody>
      </p:sp>
      <p:sp>
        <p:nvSpPr>
          <p:cNvPr id="37" name="Freeform 37"/>
          <p:cNvSpPr/>
          <p:nvPr/>
        </p:nvSpPr>
        <p:spPr>
          <a:xfrm>
            <a:off x="1224028" y="6105234"/>
            <a:ext cx="81364" cy="133933"/>
          </a:xfrm>
          <a:custGeom>
            <a:avLst/>
            <a:gdLst/>
            <a:ahLst/>
            <a:cxnLst/>
            <a:rect l="l" t="t" r="r" b="b"/>
            <a:pathLst>
              <a:path w="122046" h="200900">
                <a:moveTo>
                  <a:pt x="0" y="0"/>
                </a:moveTo>
                <a:lnTo>
                  <a:pt x="122047" y="0"/>
                </a:lnTo>
                <a:lnTo>
                  <a:pt x="122047" y="200900"/>
                </a:lnTo>
                <a:lnTo>
                  <a:pt x="0" y="20090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fr-FR"/>
          </a:p>
        </p:txBody>
      </p:sp>
      <p:sp>
        <p:nvSpPr>
          <p:cNvPr id="38" name="Freeform 38"/>
          <p:cNvSpPr/>
          <p:nvPr/>
        </p:nvSpPr>
        <p:spPr>
          <a:xfrm rot="-10800000">
            <a:off x="800785" y="6105234"/>
            <a:ext cx="81364" cy="133933"/>
          </a:xfrm>
          <a:custGeom>
            <a:avLst/>
            <a:gdLst/>
            <a:ahLst/>
            <a:cxnLst/>
            <a:rect l="l" t="t" r="r" b="b"/>
            <a:pathLst>
              <a:path w="122046" h="200900">
                <a:moveTo>
                  <a:pt x="0" y="0"/>
                </a:moveTo>
                <a:lnTo>
                  <a:pt x="122047" y="0"/>
                </a:lnTo>
                <a:lnTo>
                  <a:pt x="122047" y="200900"/>
                </a:lnTo>
                <a:lnTo>
                  <a:pt x="0" y="20090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fr-FR"/>
          </a:p>
        </p:txBody>
      </p:sp>
      <p:pic>
        <p:nvPicPr>
          <p:cNvPr id="40" name="Image 39">
            <a:extLst>
              <a:ext uri="{FF2B5EF4-FFF2-40B4-BE49-F238E27FC236}">
                <a16:creationId xmlns:a16="http://schemas.microsoft.com/office/drawing/2014/main" id="{863CC9E0-F060-40EE-9CD8-A4DB500309EE}"/>
              </a:ext>
            </a:extLst>
          </p:cNvPr>
          <p:cNvPicPr>
            <a:picLocks noChangeAspect="1"/>
          </p:cNvPicPr>
          <p:nvPr/>
        </p:nvPicPr>
        <p:blipFill>
          <a:blip r:embed="rId15">
            <a:extLst>
              <a:ext uri="{BEBA8EAE-BF5A-486C-A8C5-ECC9F3942E4B}">
                <a14:imgProps xmlns:a14="http://schemas.microsoft.com/office/drawing/2010/main">
                  <a14:imgLayer r:embed="rId16">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7384768" y="980181"/>
            <a:ext cx="4546859" cy="4546859"/>
          </a:xfrm>
          <a:prstGeom prst="rect">
            <a:avLst/>
          </a:prstGeom>
        </p:spPr>
      </p:pic>
      <p:sp>
        <p:nvSpPr>
          <p:cNvPr id="7" name="ZoneTexte 6">
            <a:extLst>
              <a:ext uri="{FF2B5EF4-FFF2-40B4-BE49-F238E27FC236}">
                <a16:creationId xmlns:a16="http://schemas.microsoft.com/office/drawing/2014/main" id="{BF9F3190-D7A1-FE14-A21A-268F2C0F3965}"/>
              </a:ext>
            </a:extLst>
          </p:cNvPr>
          <p:cNvSpPr txBox="1"/>
          <p:nvPr/>
        </p:nvSpPr>
        <p:spPr>
          <a:xfrm>
            <a:off x="563018" y="1668015"/>
            <a:ext cx="7148422" cy="3409780"/>
          </a:xfrm>
          <a:prstGeom prst="rect">
            <a:avLst/>
          </a:prstGeom>
          <a:noFill/>
        </p:spPr>
        <p:txBody>
          <a:bodyPr wrap="square">
            <a:spAutoFit/>
          </a:bodyPr>
          <a:lstStyle/>
          <a:p>
            <a:pPr algn="just">
              <a:lnSpc>
                <a:spcPct val="200000"/>
              </a:lnSpc>
            </a:pPr>
            <a:r>
              <a:rPr lang="fr-FR" sz="2800" b="1" dirty="0">
                <a:latin typeface="ADLaM Display" panose="02010000000000000000" pitchFamily="2" charset="0"/>
                <a:ea typeface="ADLaM Display" panose="02010000000000000000" pitchFamily="2" charset="0"/>
                <a:cs typeface="ADLaM Display" panose="02010000000000000000" pitchFamily="2" charset="0"/>
                <a:sym typeface="Poppins Bold"/>
              </a:rPr>
              <a:t>Comment la mise en place de la plate-forme OptiRH peut-elle transformer et optimiser la gestion des ressources humaines au sein de la BIM SA ?</a:t>
            </a:r>
            <a:endParaRPr lang="fr-FR" sz="2800"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2" name="Espace réservé du numéro de diapositive 4">
            <a:extLst>
              <a:ext uri="{FF2B5EF4-FFF2-40B4-BE49-F238E27FC236}">
                <a16:creationId xmlns:a16="http://schemas.microsoft.com/office/drawing/2014/main" id="{61E8FC31-14EB-77AD-AB23-60FD8012D082}"/>
              </a:ext>
            </a:extLst>
          </p:cNvPr>
          <p:cNvSpPr>
            <a:spLocks noGrp="1"/>
          </p:cNvSpPr>
          <p:nvPr>
            <p:ph type="sldNum" sz="quarter" idx="12"/>
          </p:nvPr>
        </p:nvSpPr>
        <p:spPr>
          <a:xfrm>
            <a:off x="5729859" y="6248666"/>
            <a:ext cx="523788" cy="500106"/>
          </a:xfrm>
          <a:prstGeom prst="ellipse">
            <a:avLst/>
          </a:prstGeom>
          <a:ln>
            <a:solidFill>
              <a:srgbClr val="0070C0"/>
            </a:solidFill>
          </a:ln>
        </p:spPr>
        <p:style>
          <a:lnRef idx="2">
            <a:schemeClr val="accent2"/>
          </a:lnRef>
          <a:fillRef idx="1">
            <a:schemeClr val="lt1"/>
          </a:fillRef>
          <a:effectRef idx="0">
            <a:schemeClr val="accent2"/>
          </a:effectRef>
          <a:fontRef idx="minor">
            <a:schemeClr val="dk1"/>
          </a:fontRef>
        </p:style>
        <p:txBody>
          <a:bodyPr/>
          <a:lstStyle/>
          <a:p>
            <a:r>
              <a:rPr lang="fr-ML" sz="2000" b="1" dirty="0">
                <a:solidFill>
                  <a:srgbClr val="002060"/>
                </a:solidFill>
                <a:latin typeface="Nunito Sans Black" pitchFamily="2" charset="0"/>
              </a:rPr>
              <a:t>4</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anim calcmode="lin" valueType="num">
                                      <p:cBhvr>
                                        <p:cTn id="14" dur="1000" fill="hold"/>
                                        <p:tgtEl>
                                          <p:spTgt spid="7"/>
                                        </p:tgtEl>
                                        <p:attrNameLst>
                                          <p:attrName>ppt_x</p:attrName>
                                        </p:attrNameLst>
                                      </p:cBhvr>
                                      <p:tavLst>
                                        <p:tav tm="0">
                                          <p:val>
                                            <p:strVal val="#ppt_x"/>
                                          </p:val>
                                        </p:tav>
                                        <p:tav tm="100000">
                                          <p:val>
                                            <p:strVal val="#ppt_x"/>
                                          </p:val>
                                        </p:tav>
                                      </p:tavLst>
                                    </p:anim>
                                    <p:anim calcmode="lin" valueType="num">
                                      <p:cBhvr>
                                        <p:cTn id="15" dur="1000" fill="hold"/>
                                        <p:tgtEl>
                                          <p:spTgt spid="7"/>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40"/>
                                        </p:tgtEl>
                                        <p:attrNameLst>
                                          <p:attrName>style.visibility</p:attrName>
                                        </p:attrNameLst>
                                      </p:cBhvr>
                                      <p:to>
                                        <p:strVal val="visible"/>
                                      </p:to>
                                    </p:set>
                                    <p:animEffect transition="in" filter="fade">
                                      <p:cBhvr>
                                        <p:cTn id="19" dur="1000"/>
                                        <p:tgtEl>
                                          <p:spTgt spid="40"/>
                                        </p:tgtEl>
                                      </p:cBhvr>
                                    </p:animEffect>
                                    <p:anim calcmode="lin" valueType="num">
                                      <p:cBhvr>
                                        <p:cTn id="20" dur="1000" fill="hold"/>
                                        <p:tgtEl>
                                          <p:spTgt spid="40"/>
                                        </p:tgtEl>
                                        <p:attrNameLst>
                                          <p:attrName>ppt_x</p:attrName>
                                        </p:attrNameLst>
                                      </p:cBhvr>
                                      <p:tavLst>
                                        <p:tav tm="0">
                                          <p:val>
                                            <p:strVal val="#ppt_x"/>
                                          </p:val>
                                        </p:tav>
                                        <p:tav tm="100000">
                                          <p:val>
                                            <p:strVal val="#ppt_x"/>
                                          </p:val>
                                        </p:tav>
                                      </p:tavLst>
                                    </p:anim>
                                    <p:anim calcmode="lin" valueType="num">
                                      <p:cBhvr>
                                        <p:cTn id="21"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reeform 2"/>
          <p:cNvSpPr/>
          <p:nvPr/>
        </p:nvSpPr>
        <p:spPr>
          <a:xfrm flipH="1">
            <a:off x="10534443" y="0"/>
            <a:ext cx="1657557" cy="1605759"/>
          </a:xfrm>
          <a:custGeom>
            <a:avLst/>
            <a:gdLst/>
            <a:ahLst/>
            <a:cxnLst/>
            <a:rect l="l" t="t" r="r" b="b"/>
            <a:pathLst>
              <a:path w="2486336" h="2408638">
                <a:moveTo>
                  <a:pt x="2486336" y="0"/>
                </a:moveTo>
                <a:lnTo>
                  <a:pt x="0" y="0"/>
                </a:lnTo>
                <a:lnTo>
                  <a:pt x="0" y="2408638"/>
                </a:lnTo>
                <a:lnTo>
                  <a:pt x="2486336" y="2408638"/>
                </a:lnTo>
                <a:lnTo>
                  <a:pt x="2486336"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fr-FR"/>
          </a:p>
        </p:txBody>
      </p:sp>
      <p:sp>
        <p:nvSpPr>
          <p:cNvPr id="3" name="Freeform 3"/>
          <p:cNvSpPr/>
          <p:nvPr/>
        </p:nvSpPr>
        <p:spPr>
          <a:xfrm>
            <a:off x="10534443" y="5252241"/>
            <a:ext cx="1657557" cy="1605759"/>
          </a:xfrm>
          <a:custGeom>
            <a:avLst/>
            <a:gdLst/>
            <a:ahLst/>
            <a:cxnLst/>
            <a:rect l="l" t="t" r="r" b="b"/>
            <a:pathLst>
              <a:path w="2486336" h="2408638">
                <a:moveTo>
                  <a:pt x="0" y="0"/>
                </a:moveTo>
                <a:lnTo>
                  <a:pt x="2486336" y="0"/>
                </a:lnTo>
                <a:lnTo>
                  <a:pt x="2486336" y="2408638"/>
                </a:lnTo>
                <a:lnTo>
                  <a:pt x="0" y="240863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fr-FR"/>
          </a:p>
        </p:txBody>
      </p:sp>
      <p:sp>
        <p:nvSpPr>
          <p:cNvPr id="4" name="Freeform 4"/>
          <p:cNvSpPr/>
          <p:nvPr/>
        </p:nvSpPr>
        <p:spPr>
          <a:xfrm flipH="1">
            <a:off x="0" y="5263223"/>
            <a:ext cx="1657557" cy="1605759"/>
          </a:xfrm>
          <a:custGeom>
            <a:avLst/>
            <a:gdLst/>
            <a:ahLst/>
            <a:cxnLst/>
            <a:rect l="l" t="t" r="r" b="b"/>
            <a:pathLst>
              <a:path w="2486336" h="2408638">
                <a:moveTo>
                  <a:pt x="2486336" y="0"/>
                </a:moveTo>
                <a:lnTo>
                  <a:pt x="0" y="0"/>
                </a:lnTo>
                <a:lnTo>
                  <a:pt x="0" y="2408638"/>
                </a:lnTo>
                <a:lnTo>
                  <a:pt x="2486336" y="2408638"/>
                </a:lnTo>
                <a:lnTo>
                  <a:pt x="2486336"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fr-FR"/>
          </a:p>
        </p:txBody>
      </p:sp>
      <p:sp>
        <p:nvSpPr>
          <p:cNvPr id="5" name="Freeform 5"/>
          <p:cNvSpPr/>
          <p:nvPr/>
        </p:nvSpPr>
        <p:spPr>
          <a:xfrm>
            <a:off x="0" y="0"/>
            <a:ext cx="1657557" cy="1605759"/>
          </a:xfrm>
          <a:custGeom>
            <a:avLst/>
            <a:gdLst/>
            <a:ahLst/>
            <a:cxnLst/>
            <a:rect l="l" t="t" r="r" b="b"/>
            <a:pathLst>
              <a:path w="2486336" h="2408638">
                <a:moveTo>
                  <a:pt x="0" y="0"/>
                </a:moveTo>
                <a:lnTo>
                  <a:pt x="2486336" y="0"/>
                </a:lnTo>
                <a:lnTo>
                  <a:pt x="2486336" y="2408638"/>
                </a:lnTo>
                <a:lnTo>
                  <a:pt x="0" y="240863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fr-FR"/>
          </a:p>
        </p:txBody>
      </p:sp>
      <p:grpSp>
        <p:nvGrpSpPr>
          <p:cNvPr id="6" name="Group 6"/>
          <p:cNvGrpSpPr/>
          <p:nvPr/>
        </p:nvGrpSpPr>
        <p:grpSpPr>
          <a:xfrm>
            <a:off x="260546" y="281074"/>
            <a:ext cx="11703406" cy="6308891"/>
            <a:chOff x="0" y="0"/>
            <a:chExt cx="4623568" cy="2492401"/>
          </a:xfrm>
          <a:solidFill>
            <a:srgbClr val="3B41C9"/>
          </a:solidFill>
        </p:grpSpPr>
        <p:sp>
          <p:nvSpPr>
            <p:cNvPr id="7" name="Freeform 7"/>
            <p:cNvSpPr/>
            <p:nvPr/>
          </p:nvSpPr>
          <p:spPr>
            <a:xfrm>
              <a:off x="0" y="0"/>
              <a:ext cx="4623568" cy="2492401"/>
            </a:xfrm>
            <a:custGeom>
              <a:avLst/>
              <a:gdLst/>
              <a:ahLst/>
              <a:cxnLst/>
              <a:rect l="l" t="t" r="r" b="b"/>
              <a:pathLst>
                <a:path w="4623568" h="2492401">
                  <a:moveTo>
                    <a:pt x="5733" y="0"/>
                  </a:moveTo>
                  <a:lnTo>
                    <a:pt x="4617835" y="0"/>
                  </a:lnTo>
                  <a:cubicBezTo>
                    <a:pt x="4619355" y="0"/>
                    <a:pt x="4620813" y="604"/>
                    <a:pt x="4621888" y="1679"/>
                  </a:cubicBezTo>
                  <a:cubicBezTo>
                    <a:pt x="4622964" y="2754"/>
                    <a:pt x="4623568" y="4213"/>
                    <a:pt x="4623568" y="5733"/>
                  </a:cubicBezTo>
                  <a:lnTo>
                    <a:pt x="4623568" y="2486668"/>
                  </a:lnTo>
                  <a:cubicBezTo>
                    <a:pt x="4623568" y="2488189"/>
                    <a:pt x="4622964" y="2489647"/>
                    <a:pt x="4621888" y="2490722"/>
                  </a:cubicBezTo>
                  <a:cubicBezTo>
                    <a:pt x="4620813" y="2491797"/>
                    <a:pt x="4619355" y="2492401"/>
                    <a:pt x="4617835" y="2492401"/>
                  </a:cubicBezTo>
                  <a:lnTo>
                    <a:pt x="5733" y="2492401"/>
                  </a:lnTo>
                  <a:cubicBezTo>
                    <a:pt x="4213" y="2492401"/>
                    <a:pt x="2754" y="2491797"/>
                    <a:pt x="1679" y="2490722"/>
                  </a:cubicBezTo>
                  <a:cubicBezTo>
                    <a:pt x="604" y="2489647"/>
                    <a:pt x="0" y="2488189"/>
                    <a:pt x="0" y="2486668"/>
                  </a:cubicBezTo>
                  <a:lnTo>
                    <a:pt x="0" y="5733"/>
                  </a:lnTo>
                  <a:cubicBezTo>
                    <a:pt x="0" y="4213"/>
                    <a:pt x="604" y="2754"/>
                    <a:pt x="1679" y="1679"/>
                  </a:cubicBezTo>
                  <a:cubicBezTo>
                    <a:pt x="2754" y="604"/>
                    <a:pt x="4213" y="0"/>
                    <a:pt x="5733" y="0"/>
                  </a:cubicBezTo>
                  <a:close/>
                </a:path>
              </a:pathLst>
            </a:custGeom>
            <a:grpFill/>
          </p:spPr>
          <p:txBody>
            <a:bodyPr/>
            <a:lstStyle/>
            <a:p>
              <a:endParaRPr lang="fr-FR" dirty="0"/>
            </a:p>
          </p:txBody>
        </p:sp>
        <p:sp>
          <p:nvSpPr>
            <p:cNvPr id="8" name="TextBox 8"/>
            <p:cNvSpPr txBox="1"/>
            <p:nvPr/>
          </p:nvSpPr>
          <p:spPr>
            <a:xfrm>
              <a:off x="0" y="-38100"/>
              <a:ext cx="812800" cy="850900"/>
            </a:xfrm>
            <a:prstGeom prst="rect">
              <a:avLst/>
            </a:prstGeom>
            <a:grpFill/>
          </p:spPr>
          <p:txBody>
            <a:bodyPr lIns="33867" tIns="33867" rIns="33867" bIns="33867" rtlCol="0" anchor="ctr"/>
            <a:lstStyle/>
            <a:p>
              <a:pPr algn="ctr" defTabSz="609630">
                <a:lnSpc>
                  <a:spcPts val="1773"/>
                </a:lnSpc>
                <a:spcBef>
                  <a:spcPct val="0"/>
                </a:spcBef>
              </a:pPr>
              <a:endParaRPr sz="1200">
                <a:solidFill>
                  <a:prstClr val="black"/>
                </a:solidFill>
                <a:latin typeface="Calibri"/>
              </a:endParaRPr>
            </a:p>
          </p:txBody>
        </p:sp>
      </p:grpSp>
      <p:sp>
        <p:nvSpPr>
          <p:cNvPr id="9" name="Freeform 9"/>
          <p:cNvSpPr/>
          <p:nvPr/>
        </p:nvSpPr>
        <p:spPr>
          <a:xfrm>
            <a:off x="587156" y="346246"/>
            <a:ext cx="3247467" cy="6383228"/>
          </a:xfrm>
          <a:custGeom>
            <a:avLst/>
            <a:gdLst/>
            <a:ahLst/>
            <a:cxnLst/>
            <a:rect l="l" t="t" r="r" b="b"/>
            <a:pathLst>
              <a:path w="4871201" h="9574842">
                <a:moveTo>
                  <a:pt x="0" y="0"/>
                </a:moveTo>
                <a:lnTo>
                  <a:pt x="4871201" y="0"/>
                </a:lnTo>
                <a:lnTo>
                  <a:pt x="4871201" y="9574842"/>
                </a:lnTo>
                <a:lnTo>
                  <a:pt x="0" y="9574842"/>
                </a:lnTo>
                <a:lnTo>
                  <a:pt x="0" y="0"/>
                </a:lnTo>
                <a:close/>
              </a:path>
            </a:pathLst>
          </a:custGeom>
          <a:blipFill>
            <a:blip r:embed="rId5"/>
            <a:stretch>
              <a:fillRect/>
            </a:stretch>
          </a:blipFill>
        </p:spPr>
        <p:txBody>
          <a:bodyPr/>
          <a:lstStyle/>
          <a:p>
            <a:endParaRPr lang="fr-FR" dirty="0"/>
          </a:p>
        </p:txBody>
      </p:sp>
      <p:sp>
        <p:nvSpPr>
          <p:cNvPr id="10" name="Freeform 10"/>
          <p:cNvSpPr/>
          <p:nvPr/>
        </p:nvSpPr>
        <p:spPr>
          <a:xfrm>
            <a:off x="4247479" y="1605759"/>
            <a:ext cx="720556" cy="720556"/>
          </a:xfrm>
          <a:custGeom>
            <a:avLst/>
            <a:gdLst/>
            <a:ahLst/>
            <a:cxnLst/>
            <a:rect l="l" t="t" r="r" b="b"/>
            <a:pathLst>
              <a:path w="1080834" h="1080834">
                <a:moveTo>
                  <a:pt x="0" y="0"/>
                </a:moveTo>
                <a:lnTo>
                  <a:pt x="1080834" y="0"/>
                </a:lnTo>
                <a:lnTo>
                  <a:pt x="1080834" y="1080835"/>
                </a:lnTo>
                <a:lnTo>
                  <a:pt x="0" y="1080835"/>
                </a:lnTo>
                <a:lnTo>
                  <a:pt x="0" y="0"/>
                </a:lnTo>
                <a:close/>
              </a:path>
            </a:pathLst>
          </a:custGeom>
          <a:blipFill>
            <a:blip r:embed="rId6"/>
            <a:stretch>
              <a:fillRect/>
            </a:stretch>
          </a:blipFill>
        </p:spPr>
        <p:txBody>
          <a:bodyPr/>
          <a:lstStyle/>
          <a:p>
            <a:endParaRPr lang="fr-FR"/>
          </a:p>
        </p:txBody>
      </p:sp>
      <p:sp>
        <p:nvSpPr>
          <p:cNvPr id="11" name="Freeform 11"/>
          <p:cNvSpPr/>
          <p:nvPr/>
        </p:nvSpPr>
        <p:spPr>
          <a:xfrm>
            <a:off x="4247479" y="2567230"/>
            <a:ext cx="720556" cy="720556"/>
          </a:xfrm>
          <a:custGeom>
            <a:avLst/>
            <a:gdLst/>
            <a:ahLst/>
            <a:cxnLst/>
            <a:rect l="l" t="t" r="r" b="b"/>
            <a:pathLst>
              <a:path w="1080834" h="1080834">
                <a:moveTo>
                  <a:pt x="0" y="0"/>
                </a:moveTo>
                <a:lnTo>
                  <a:pt x="1080834" y="0"/>
                </a:lnTo>
                <a:lnTo>
                  <a:pt x="1080834" y="1080834"/>
                </a:lnTo>
                <a:lnTo>
                  <a:pt x="0" y="1080834"/>
                </a:lnTo>
                <a:lnTo>
                  <a:pt x="0" y="0"/>
                </a:lnTo>
                <a:close/>
              </a:path>
            </a:pathLst>
          </a:custGeom>
          <a:blipFill>
            <a:blip r:embed="rId6"/>
            <a:stretch>
              <a:fillRect/>
            </a:stretch>
          </a:blipFill>
        </p:spPr>
        <p:txBody>
          <a:bodyPr/>
          <a:lstStyle/>
          <a:p>
            <a:endParaRPr lang="fr-FR"/>
          </a:p>
        </p:txBody>
      </p:sp>
      <p:sp>
        <p:nvSpPr>
          <p:cNvPr id="12" name="Freeform 12"/>
          <p:cNvSpPr/>
          <p:nvPr/>
        </p:nvSpPr>
        <p:spPr>
          <a:xfrm>
            <a:off x="4247479" y="3528701"/>
            <a:ext cx="720556" cy="720556"/>
          </a:xfrm>
          <a:custGeom>
            <a:avLst/>
            <a:gdLst/>
            <a:ahLst/>
            <a:cxnLst/>
            <a:rect l="l" t="t" r="r" b="b"/>
            <a:pathLst>
              <a:path w="1080834" h="1080834">
                <a:moveTo>
                  <a:pt x="0" y="0"/>
                </a:moveTo>
                <a:lnTo>
                  <a:pt x="1080834" y="0"/>
                </a:lnTo>
                <a:lnTo>
                  <a:pt x="1080834" y="1080834"/>
                </a:lnTo>
                <a:lnTo>
                  <a:pt x="0" y="1080834"/>
                </a:lnTo>
                <a:lnTo>
                  <a:pt x="0" y="0"/>
                </a:lnTo>
                <a:close/>
              </a:path>
            </a:pathLst>
          </a:custGeom>
          <a:blipFill>
            <a:blip r:embed="rId6"/>
            <a:stretch>
              <a:fillRect/>
            </a:stretch>
          </a:blipFill>
        </p:spPr>
        <p:txBody>
          <a:bodyPr/>
          <a:lstStyle/>
          <a:p>
            <a:endParaRPr lang="fr-FR"/>
          </a:p>
        </p:txBody>
      </p:sp>
      <p:sp>
        <p:nvSpPr>
          <p:cNvPr id="13" name="Freeform 13"/>
          <p:cNvSpPr/>
          <p:nvPr/>
        </p:nvSpPr>
        <p:spPr>
          <a:xfrm>
            <a:off x="4247479" y="4490173"/>
            <a:ext cx="720556" cy="720556"/>
          </a:xfrm>
          <a:custGeom>
            <a:avLst/>
            <a:gdLst/>
            <a:ahLst/>
            <a:cxnLst/>
            <a:rect l="l" t="t" r="r" b="b"/>
            <a:pathLst>
              <a:path w="1080834" h="1080834">
                <a:moveTo>
                  <a:pt x="0" y="0"/>
                </a:moveTo>
                <a:lnTo>
                  <a:pt x="1080834" y="0"/>
                </a:lnTo>
                <a:lnTo>
                  <a:pt x="1080834" y="1080834"/>
                </a:lnTo>
                <a:lnTo>
                  <a:pt x="0" y="1080834"/>
                </a:lnTo>
                <a:lnTo>
                  <a:pt x="0" y="0"/>
                </a:lnTo>
                <a:close/>
              </a:path>
            </a:pathLst>
          </a:custGeom>
          <a:blipFill>
            <a:blip r:embed="rId6"/>
            <a:stretch>
              <a:fillRect/>
            </a:stretch>
          </a:blipFill>
        </p:spPr>
        <p:txBody>
          <a:bodyPr/>
          <a:lstStyle/>
          <a:p>
            <a:endParaRPr lang="fr-FR"/>
          </a:p>
        </p:txBody>
      </p:sp>
      <p:sp>
        <p:nvSpPr>
          <p:cNvPr id="14" name="Freeform 14"/>
          <p:cNvSpPr/>
          <p:nvPr/>
        </p:nvSpPr>
        <p:spPr>
          <a:xfrm>
            <a:off x="4247479" y="5451644"/>
            <a:ext cx="720556" cy="720556"/>
          </a:xfrm>
          <a:custGeom>
            <a:avLst/>
            <a:gdLst/>
            <a:ahLst/>
            <a:cxnLst/>
            <a:rect l="l" t="t" r="r" b="b"/>
            <a:pathLst>
              <a:path w="1080834" h="1080834">
                <a:moveTo>
                  <a:pt x="0" y="0"/>
                </a:moveTo>
                <a:lnTo>
                  <a:pt x="1080834" y="0"/>
                </a:lnTo>
                <a:lnTo>
                  <a:pt x="1080834" y="1080834"/>
                </a:lnTo>
                <a:lnTo>
                  <a:pt x="0" y="1080834"/>
                </a:lnTo>
                <a:lnTo>
                  <a:pt x="0" y="0"/>
                </a:lnTo>
                <a:close/>
              </a:path>
            </a:pathLst>
          </a:custGeom>
          <a:blipFill>
            <a:blip r:embed="rId6"/>
            <a:stretch>
              <a:fillRect/>
            </a:stretch>
          </a:blipFill>
        </p:spPr>
        <p:txBody>
          <a:bodyPr/>
          <a:lstStyle/>
          <a:p>
            <a:endParaRPr lang="fr-FR"/>
          </a:p>
        </p:txBody>
      </p:sp>
      <p:sp>
        <p:nvSpPr>
          <p:cNvPr id="15" name="TextBox 15"/>
          <p:cNvSpPr txBox="1"/>
          <p:nvPr/>
        </p:nvSpPr>
        <p:spPr>
          <a:xfrm>
            <a:off x="3058511" y="615950"/>
            <a:ext cx="7247884" cy="833562"/>
          </a:xfrm>
          <a:prstGeom prst="rect">
            <a:avLst/>
          </a:prstGeom>
        </p:spPr>
        <p:txBody>
          <a:bodyPr wrap="square" lIns="0" tIns="0" rIns="0" bIns="0" rtlCol="0" anchor="t">
            <a:spAutoFit/>
          </a:bodyPr>
          <a:lstStyle/>
          <a:p>
            <a:pPr algn="ctr" defTabSz="609630">
              <a:lnSpc>
                <a:spcPts val="6506"/>
              </a:lnSpc>
            </a:pPr>
            <a:r>
              <a:rPr lang="en-US" sz="6081" dirty="0">
                <a:solidFill>
                  <a:srgbClr val="FFFFFF"/>
                </a:solidFill>
                <a:latin typeface="ADLaM Display" panose="02010000000000000000" pitchFamily="2" charset="0"/>
                <a:ea typeface="ADLaM Display" panose="02010000000000000000" pitchFamily="2" charset="0"/>
                <a:cs typeface="ADLaM Display" panose="02010000000000000000" pitchFamily="2" charset="0"/>
              </a:rPr>
              <a:t>OBJECTIFS</a:t>
            </a:r>
          </a:p>
        </p:txBody>
      </p:sp>
      <p:sp>
        <p:nvSpPr>
          <p:cNvPr id="16" name="TextBox 16"/>
          <p:cNvSpPr txBox="1"/>
          <p:nvPr/>
        </p:nvSpPr>
        <p:spPr>
          <a:xfrm>
            <a:off x="4297294" y="1705898"/>
            <a:ext cx="620926" cy="420308"/>
          </a:xfrm>
          <a:prstGeom prst="rect">
            <a:avLst/>
          </a:prstGeom>
        </p:spPr>
        <p:txBody>
          <a:bodyPr lIns="0" tIns="0" rIns="0" bIns="0" rtlCol="0" anchor="t">
            <a:spAutoFit/>
          </a:bodyPr>
          <a:lstStyle/>
          <a:p>
            <a:pPr algn="ctr" defTabSz="609630">
              <a:lnSpc>
                <a:spcPts val="3551"/>
              </a:lnSpc>
            </a:pPr>
            <a:r>
              <a:rPr lang="en-US" sz="2536" dirty="0">
                <a:solidFill>
                  <a:srgbClr val="343C89"/>
                </a:solidFill>
                <a:latin typeface="Montserrat Classic Bold"/>
              </a:rPr>
              <a:t>01</a:t>
            </a:r>
          </a:p>
        </p:txBody>
      </p:sp>
      <p:sp>
        <p:nvSpPr>
          <p:cNvPr id="17" name="TextBox 17"/>
          <p:cNvSpPr txBox="1"/>
          <p:nvPr/>
        </p:nvSpPr>
        <p:spPr>
          <a:xfrm>
            <a:off x="4297294" y="2667369"/>
            <a:ext cx="620926" cy="420308"/>
          </a:xfrm>
          <a:prstGeom prst="rect">
            <a:avLst/>
          </a:prstGeom>
        </p:spPr>
        <p:txBody>
          <a:bodyPr lIns="0" tIns="0" rIns="0" bIns="0" rtlCol="0" anchor="t">
            <a:spAutoFit/>
          </a:bodyPr>
          <a:lstStyle/>
          <a:p>
            <a:pPr algn="ctr" defTabSz="609630">
              <a:lnSpc>
                <a:spcPts val="3551"/>
              </a:lnSpc>
            </a:pPr>
            <a:r>
              <a:rPr lang="en-US" sz="2536">
                <a:solidFill>
                  <a:srgbClr val="343C89"/>
                </a:solidFill>
                <a:latin typeface="Montserrat Classic Bold"/>
              </a:rPr>
              <a:t>02</a:t>
            </a:r>
          </a:p>
        </p:txBody>
      </p:sp>
      <p:sp>
        <p:nvSpPr>
          <p:cNvPr id="18" name="TextBox 18"/>
          <p:cNvSpPr txBox="1"/>
          <p:nvPr/>
        </p:nvSpPr>
        <p:spPr>
          <a:xfrm>
            <a:off x="4297294" y="3628840"/>
            <a:ext cx="620926" cy="420308"/>
          </a:xfrm>
          <a:prstGeom prst="rect">
            <a:avLst/>
          </a:prstGeom>
        </p:spPr>
        <p:txBody>
          <a:bodyPr lIns="0" tIns="0" rIns="0" bIns="0" rtlCol="0" anchor="t">
            <a:spAutoFit/>
          </a:bodyPr>
          <a:lstStyle/>
          <a:p>
            <a:pPr algn="ctr" defTabSz="609630">
              <a:lnSpc>
                <a:spcPts val="3551"/>
              </a:lnSpc>
            </a:pPr>
            <a:r>
              <a:rPr lang="en-US" sz="2536" dirty="0">
                <a:solidFill>
                  <a:srgbClr val="343C89"/>
                </a:solidFill>
                <a:latin typeface="Montserrat Classic Bold"/>
              </a:rPr>
              <a:t>03</a:t>
            </a:r>
          </a:p>
        </p:txBody>
      </p:sp>
      <p:sp>
        <p:nvSpPr>
          <p:cNvPr id="19" name="TextBox 19"/>
          <p:cNvSpPr txBox="1"/>
          <p:nvPr/>
        </p:nvSpPr>
        <p:spPr>
          <a:xfrm>
            <a:off x="4297294" y="4590312"/>
            <a:ext cx="620926" cy="420308"/>
          </a:xfrm>
          <a:prstGeom prst="rect">
            <a:avLst/>
          </a:prstGeom>
        </p:spPr>
        <p:txBody>
          <a:bodyPr lIns="0" tIns="0" rIns="0" bIns="0" rtlCol="0" anchor="t">
            <a:spAutoFit/>
          </a:bodyPr>
          <a:lstStyle/>
          <a:p>
            <a:pPr algn="ctr" defTabSz="609630">
              <a:lnSpc>
                <a:spcPts val="3551"/>
              </a:lnSpc>
            </a:pPr>
            <a:r>
              <a:rPr lang="en-US" sz="2536" dirty="0">
                <a:solidFill>
                  <a:srgbClr val="343C89"/>
                </a:solidFill>
                <a:latin typeface="Montserrat Classic Bold"/>
              </a:rPr>
              <a:t>04</a:t>
            </a:r>
          </a:p>
        </p:txBody>
      </p:sp>
      <p:sp>
        <p:nvSpPr>
          <p:cNvPr id="20" name="TextBox 20"/>
          <p:cNvSpPr txBox="1"/>
          <p:nvPr/>
        </p:nvSpPr>
        <p:spPr>
          <a:xfrm>
            <a:off x="4297294" y="5551783"/>
            <a:ext cx="620926" cy="420308"/>
          </a:xfrm>
          <a:prstGeom prst="rect">
            <a:avLst/>
          </a:prstGeom>
        </p:spPr>
        <p:txBody>
          <a:bodyPr lIns="0" tIns="0" rIns="0" bIns="0" rtlCol="0" anchor="t">
            <a:spAutoFit/>
          </a:bodyPr>
          <a:lstStyle/>
          <a:p>
            <a:pPr algn="ctr" defTabSz="609630">
              <a:lnSpc>
                <a:spcPts val="3551"/>
              </a:lnSpc>
            </a:pPr>
            <a:r>
              <a:rPr lang="en-US" sz="2536" dirty="0">
                <a:solidFill>
                  <a:srgbClr val="343C89"/>
                </a:solidFill>
                <a:latin typeface="Montserrat Classic Bold"/>
              </a:rPr>
              <a:t>05</a:t>
            </a:r>
          </a:p>
        </p:txBody>
      </p:sp>
      <p:sp>
        <p:nvSpPr>
          <p:cNvPr id="21" name="TextBox 21"/>
          <p:cNvSpPr txBox="1"/>
          <p:nvPr/>
        </p:nvSpPr>
        <p:spPr>
          <a:xfrm>
            <a:off x="5176415" y="1705898"/>
            <a:ext cx="5586178" cy="410625"/>
          </a:xfrm>
          <a:prstGeom prst="rect">
            <a:avLst/>
          </a:prstGeom>
        </p:spPr>
        <p:txBody>
          <a:bodyPr wrap="square" lIns="0" tIns="0" rIns="0" bIns="0" rtlCol="0" anchor="t">
            <a:spAutoFit/>
          </a:bodyPr>
          <a:lstStyle/>
          <a:p>
            <a:pPr defTabSz="609630">
              <a:lnSpc>
                <a:spcPts val="3547"/>
              </a:lnSpc>
            </a:pPr>
            <a:r>
              <a:rPr lang="fr-FR" sz="2400" dirty="0">
                <a:solidFill>
                  <a:srgbClr val="FFFFFF"/>
                </a:solidFill>
                <a:latin typeface="ADLaM Display" panose="02010000000000000000" pitchFamily="2" charset="0"/>
                <a:ea typeface="ADLaM Display" panose="02010000000000000000" pitchFamily="2" charset="0"/>
                <a:cs typeface="ADLaM Display" panose="02010000000000000000" pitchFamily="2" charset="0"/>
              </a:rPr>
              <a:t>Centraliser des donné</a:t>
            </a:r>
            <a:r>
              <a:rPr lang="en-US" sz="2400" dirty="0">
                <a:solidFill>
                  <a:srgbClr val="FFFFFF"/>
                </a:solidFill>
                <a:latin typeface="ADLaM Display" panose="02010000000000000000" pitchFamily="2" charset="0"/>
                <a:ea typeface="ADLaM Display" panose="02010000000000000000" pitchFamily="2" charset="0"/>
                <a:cs typeface="ADLaM Display" panose="02010000000000000000" pitchFamily="2" charset="0"/>
              </a:rPr>
              <a:t>es</a:t>
            </a:r>
            <a:r>
              <a:rPr lang="fr-FR" sz="2400" dirty="0">
                <a:solidFill>
                  <a:srgbClr val="FFFFFF"/>
                </a:solidFill>
                <a:latin typeface="ADLaM Display" panose="02010000000000000000" pitchFamily="2" charset="0"/>
                <a:ea typeface="ADLaM Display" panose="02010000000000000000" pitchFamily="2" charset="0"/>
                <a:cs typeface="ADLaM Display" panose="02010000000000000000" pitchFamily="2" charset="0"/>
              </a:rPr>
              <a:t> RH</a:t>
            </a:r>
          </a:p>
        </p:txBody>
      </p:sp>
      <p:sp>
        <p:nvSpPr>
          <p:cNvPr id="22" name="TextBox 22"/>
          <p:cNvSpPr txBox="1"/>
          <p:nvPr/>
        </p:nvSpPr>
        <p:spPr>
          <a:xfrm>
            <a:off x="5176415" y="2497775"/>
            <a:ext cx="6258840" cy="859466"/>
          </a:xfrm>
          <a:prstGeom prst="rect">
            <a:avLst/>
          </a:prstGeom>
        </p:spPr>
        <p:txBody>
          <a:bodyPr wrap="square" lIns="0" tIns="0" rIns="0" bIns="0" rtlCol="0" anchor="t">
            <a:spAutoFit/>
          </a:bodyPr>
          <a:lstStyle>
            <a:defPPr>
              <a:defRPr lang="fr-FR"/>
            </a:defPPr>
            <a:lvl1pPr defTabSz="609630">
              <a:lnSpc>
                <a:spcPts val="3547"/>
              </a:lnSpc>
              <a:defRPr sz="2533">
                <a:solidFill>
                  <a:srgbClr val="FFFFFF"/>
                </a:solidFill>
                <a:latin typeface="Times New Roman" panose="02020603050405020304" pitchFamily="18" charset="0"/>
                <a:cs typeface="Times New Roman" panose="02020603050405020304" pitchFamily="18" charset="0"/>
              </a:defRPr>
            </a:lvl1pPr>
          </a:lstStyle>
          <a:p>
            <a:r>
              <a:rPr lang="fr-FR" sz="2400" dirty="0">
                <a:latin typeface="ADLaM Display" panose="02010000000000000000" pitchFamily="2" charset="0"/>
                <a:ea typeface="ADLaM Display" panose="02010000000000000000" pitchFamily="2" charset="0"/>
                <a:cs typeface="ADLaM Display" panose="02010000000000000000" pitchFamily="2" charset="0"/>
              </a:rPr>
              <a:t>Générer automatiquement les bulletins de salaire </a:t>
            </a:r>
          </a:p>
        </p:txBody>
      </p:sp>
      <p:sp>
        <p:nvSpPr>
          <p:cNvPr id="23" name="TextBox 23"/>
          <p:cNvSpPr txBox="1"/>
          <p:nvPr/>
        </p:nvSpPr>
        <p:spPr>
          <a:xfrm>
            <a:off x="5176415" y="3648103"/>
            <a:ext cx="5806895" cy="410177"/>
          </a:xfrm>
          <a:prstGeom prst="rect">
            <a:avLst/>
          </a:prstGeom>
        </p:spPr>
        <p:txBody>
          <a:bodyPr wrap="square" lIns="0" tIns="0" rIns="0" bIns="0" rtlCol="0" anchor="t">
            <a:spAutoFit/>
          </a:bodyPr>
          <a:lstStyle>
            <a:defPPr>
              <a:defRPr lang="fr-FR"/>
            </a:defPPr>
            <a:lvl1pPr defTabSz="609630">
              <a:lnSpc>
                <a:spcPts val="3547"/>
              </a:lnSpc>
              <a:defRPr sz="2533">
                <a:solidFill>
                  <a:srgbClr val="FFFFFF"/>
                </a:solidFill>
                <a:latin typeface="Times New Roman" panose="02020603050405020304" pitchFamily="18" charset="0"/>
                <a:cs typeface="Times New Roman" panose="02020603050405020304" pitchFamily="18" charset="0"/>
              </a:defRPr>
            </a:lvl1pPr>
          </a:lstStyle>
          <a:p>
            <a:r>
              <a:rPr lang="fr-FR" sz="2400" dirty="0">
                <a:latin typeface="ADLaM Display" panose="02010000000000000000" pitchFamily="2" charset="0"/>
                <a:ea typeface="ADLaM Display" panose="02010000000000000000" pitchFamily="2" charset="0"/>
                <a:cs typeface="ADLaM Display" panose="02010000000000000000" pitchFamily="2" charset="0"/>
              </a:rPr>
              <a:t>Améliorer le processus de recrutement </a:t>
            </a:r>
          </a:p>
        </p:txBody>
      </p:sp>
      <p:sp>
        <p:nvSpPr>
          <p:cNvPr id="24" name="TextBox 24"/>
          <p:cNvSpPr txBox="1"/>
          <p:nvPr/>
        </p:nvSpPr>
        <p:spPr>
          <a:xfrm>
            <a:off x="5176415" y="4612456"/>
            <a:ext cx="5890978" cy="410625"/>
          </a:xfrm>
          <a:prstGeom prst="rect">
            <a:avLst/>
          </a:prstGeom>
        </p:spPr>
        <p:txBody>
          <a:bodyPr wrap="square" lIns="0" tIns="0" rIns="0" bIns="0" rtlCol="0" anchor="t">
            <a:spAutoFit/>
          </a:bodyPr>
          <a:lstStyle>
            <a:defPPr>
              <a:defRPr lang="fr-FR"/>
            </a:defPPr>
            <a:lvl1pPr defTabSz="609630">
              <a:lnSpc>
                <a:spcPts val="3547"/>
              </a:lnSpc>
              <a:defRPr sz="2533">
                <a:solidFill>
                  <a:srgbClr val="FFFFFF"/>
                </a:solidFill>
                <a:latin typeface="Times New Roman" panose="02020603050405020304" pitchFamily="18" charset="0"/>
                <a:cs typeface="Times New Roman" panose="02020603050405020304" pitchFamily="18" charset="0"/>
              </a:defRPr>
            </a:lvl1pPr>
          </a:lstStyle>
          <a:p>
            <a:r>
              <a:rPr lang="fr-FR" sz="2400" dirty="0">
                <a:latin typeface="ADLaM Display" panose="02010000000000000000" pitchFamily="2" charset="0"/>
                <a:ea typeface="ADLaM Display" panose="02010000000000000000" pitchFamily="2" charset="0"/>
                <a:cs typeface="ADLaM Display" panose="02010000000000000000" pitchFamily="2" charset="0"/>
              </a:rPr>
              <a:t>Renforcer la formation des employés </a:t>
            </a:r>
          </a:p>
        </p:txBody>
      </p:sp>
      <p:sp>
        <p:nvSpPr>
          <p:cNvPr id="25" name="TextBox 25"/>
          <p:cNvSpPr txBox="1"/>
          <p:nvPr/>
        </p:nvSpPr>
        <p:spPr>
          <a:xfrm>
            <a:off x="5176415" y="5551783"/>
            <a:ext cx="5173667" cy="410177"/>
          </a:xfrm>
          <a:prstGeom prst="rect">
            <a:avLst/>
          </a:prstGeom>
        </p:spPr>
        <p:txBody>
          <a:bodyPr wrap="square" lIns="0" tIns="0" rIns="0" bIns="0" rtlCol="0" anchor="t">
            <a:spAutoFit/>
          </a:bodyPr>
          <a:lstStyle>
            <a:defPPr>
              <a:defRPr lang="fr-FR"/>
            </a:defPPr>
            <a:lvl1pPr defTabSz="609630">
              <a:lnSpc>
                <a:spcPts val="3547"/>
              </a:lnSpc>
              <a:defRPr sz="2533">
                <a:solidFill>
                  <a:srgbClr val="FFFFFF"/>
                </a:solidFill>
                <a:latin typeface="Times New Roman" panose="02020603050405020304" pitchFamily="18" charset="0"/>
                <a:cs typeface="Times New Roman" panose="02020603050405020304" pitchFamily="18" charset="0"/>
              </a:defRPr>
            </a:lvl1pPr>
          </a:lstStyle>
          <a:p>
            <a:r>
              <a:rPr lang="fr-FR" sz="2400" dirty="0">
                <a:latin typeface="ADLaM Display" panose="02010000000000000000" pitchFamily="2" charset="0"/>
                <a:ea typeface="ADLaM Display" panose="02010000000000000000" pitchFamily="2" charset="0"/>
                <a:cs typeface="ADLaM Display" panose="02010000000000000000" pitchFamily="2" charset="0"/>
              </a:rPr>
              <a:t>Automatiser la gestion des congés </a:t>
            </a:r>
          </a:p>
        </p:txBody>
      </p:sp>
      <p:sp>
        <p:nvSpPr>
          <p:cNvPr id="26" name="Espace réservé du numéro de diapositive 4">
            <a:extLst>
              <a:ext uri="{FF2B5EF4-FFF2-40B4-BE49-F238E27FC236}">
                <a16:creationId xmlns:a16="http://schemas.microsoft.com/office/drawing/2014/main" id="{487C4E33-77B8-E3C5-331B-BA2F7355F393}"/>
              </a:ext>
            </a:extLst>
          </p:cNvPr>
          <p:cNvSpPr>
            <a:spLocks noGrp="1"/>
          </p:cNvSpPr>
          <p:nvPr>
            <p:ph type="sldNum" sz="quarter" idx="12"/>
          </p:nvPr>
        </p:nvSpPr>
        <p:spPr>
          <a:xfrm>
            <a:off x="5729859" y="6248666"/>
            <a:ext cx="523788" cy="500106"/>
          </a:xfrm>
          <a:prstGeom prst="ellipse">
            <a:avLst/>
          </a:prstGeom>
          <a:ln>
            <a:solidFill>
              <a:srgbClr val="0070C0"/>
            </a:solidFill>
          </a:ln>
        </p:spPr>
        <p:style>
          <a:lnRef idx="2">
            <a:schemeClr val="accent2"/>
          </a:lnRef>
          <a:fillRef idx="1">
            <a:schemeClr val="lt1"/>
          </a:fillRef>
          <a:effectRef idx="0">
            <a:schemeClr val="accent2"/>
          </a:effectRef>
          <a:fontRef idx="minor">
            <a:schemeClr val="dk1"/>
          </a:fontRef>
        </p:style>
        <p:txBody>
          <a:bodyPr/>
          <a:lstStyle/>
          <a:p>
            <a:r>
              <a:rPr lang="fr-ML" sz="2000" b="1" dirty="0">
                <a:solidFill>
                  <a:srgbClr val="002060"/>
                </a:solidFill>
                <a:latin typeface="Nunito Sans Black" pitchFamily="2" charset="0"/>
              </a:rPr>
              <a:t>5</a:t>
            </a:r>
          </a:p>
        </p:txBody>
      </p:sp>
    </p:spTree>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1000"/>
                                        <p:tgtEl>
                                          <p:spTgt spid="16"/>
                                        </p:tgtEl>
                                      </p:cBhvr>
                                    </p:animEffect>
                                    <p:anim calcmode="lin" valueType="num">
                                      <p:cBhvr>
                                        <p:cTn id="14" dur="1000" fill="hold"/>
                                        <p:tgtEl>
                                          <p:spTgt spid="16"/>
                                        </p:tgtEl>
                                        <p:attrNameLst>
                                          <p:attrName>ppt_x</p:attrName>
                                        </p:attrNameLst>
                                      </p:cBhvr>
                                      <p:tavLst>
                                        <p:tav tm="0">
                                          <p:val>
                                            <p:strVal val="#ppt_x"/>
                                          </p:val>
                                        </p:tav>
                                        <p:tav tm="100000">
                                          <p:val>
                                            <p:strVal val="#ppt_x"/>
                                          </p:val>
                                        </p:tav>
                                      </p:tavLst>
                                    </p:anim>
                                    <p:anim calcmode="lin" valueType="num">
                                      <p:cBhvr>
                                        <p:cTn id="15" dur="1000" fill="hold"/>
                                        <p:tgtEl>
                                          <p:spTgt spid="16"/>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1000"/>
                                        <p:tgtEl>
                                          <p:spTgt spid="21"/>
                                        </p:tgtEl>
                                      </p:cBhvr>
                                    </p:animEffect>
                                    <p:anim calcmode="lin" valueType="num">
                                      <p:cBhvr>
                                        <p:cTn id="20" dur="1000" fill="hold"/>
                                        <p:tgtEl>
                                          <p:spTgt spid="21"/>
                                        </p:tgtEl>
                                        <p:attrNameLst>
                                          <p:attrName>ppt_x</p:attrName>
                                        </p:attrNameLst>
                                      </p:cBhvr>
                                      <p:tavLst>
                                        <p:tav tm="0">
                                          <p:val>
                                            <p:strVal val="#ppt_x"/>
                                          </p:val>
                                        </p:tav>
                                        <p:tav tm="100000">
                                          <p:val>
                                            <p:strVal val="#ppt_x"/>
                                          </p:val>
                                        </p:tav>
                                      </p:tavLst>
                                    </p:anim>
                                    <p:anim calcmode="lin" valueType="num">
                                      <p:cBhvr>
                                        <p:cTn id="21" dur="1000" fill="hold"/>
                                        <p:tgtEl>
                                          <p:spTgt spid="21"/>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nodeType="after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1000"/>
                                        <p:tgtEl>
                                          <p:spTgt spid="11"/>
                                        </p:tgtEl>
                                      </p:cBhvr>
                                    </p:animEffect>
                                    <p:anim calcmode="lin" valueType="num">
                                      <p:cBhvr>
                                        <p:cTn id="26" dur="1000" fill="hold"/>
                                        <p:tgtEl>
                                          <p:spTgt spid="11"/>
                                        </p:tgtEl>
                                        <p:attrNameLst>
                                          <p:attrName>ppt_x</p:attrName>
                                        </p:attrNameLst>
                                      </p:cBhvr>
                                      <p:tavLst>
                                        <p:tav tm="0">
                                          <p:val>
                                            <p:strVal val="#ppt_x"/>
                                          </p:val>
                                        </p:tav>
                                        <p:tav tm="100000">
                                          <p:val>
                                            <p:strVal val="#ppt_x"/>
                                          </p:val>
                                        </p:tav>
                                      </p:tavLst>
                                    </p:anim>
                                    <p:anim calcmode="lin" valueType="num">
                                      <p:cBhvr>
                                        <p:cTn id="27" dur="1000" fill="hold"/>
                                        <p:tgtEl>
                                          <p:spTgt spid="11"/>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2" presetClass="entr" presetSubtype="0" fill="hold" grpId="0" nodeType="after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1000"/>
                                        <p:tgtEl>
                                          <p:spTgt spid="17"/>
                                        </p:tgtEl>
                                      </p:cBhvr>
                                    </p:animEffect>
                                    <p:anim calcmode="lin" valueType="num">
                                      <p:cBhvr>
                                        <p:cTn id="32" dur="1000" fill="hold"/>
                                        <p:tgtEl>
                                          <p:spTgt spid="17"/>
                                        </p:tgtEl>
                                        <p:attrNameLst>
                                          <p:attrName>ppt_x</p:attrName>
                                        </p:attrNameLst>
                                      </p:cBhvr>
                                      <p:tavLst>
                                        <p:tav tm="0">
                                          <p:val>
                                            <p:strVal val="#ppt_x"/>
                                          </p:val>
                                        </p:tav>
                                        <p:tav tm="100000">
                                          <p:val>
                                            <p:strVal val="#ppt_x"/>
                                          </p:val>
                                        </p:tav>
                                      </p:tavLst>
                                    </p:anim>
                                    <p:anim calcmode="lin" valueType="num">
                                      <p:cBhvr>
                                        <p:cTn id="33" dur="1000" fill="hold"/>
                                        <p:tgtEl>
                                          <p:spTgt spid="17"/>
                                        </p:tgtEl>
                                        <p:attrNameLst>
                                          <p:attrName>ppt_y</p:attrName>
                                        </p:attrNameLst>
                                      </p:cBhvr>
                                      <p:tavLst>
                                        <p:tav tm="0">
                                          <p:val>
                                            <p:strVal val="#ppt_y+.1"/>
                                          </p:val>
                                        </p:tav>
                                        <p:tav tm="100000">
                                          <p:val>
                                            <p:strVal val="#ppt_y"/>
                                          </p:val>
                                        </p:tav>
                                      </p:tavLst>
                                    </p:anim>
                                  </p:childTnLst>
                                </p:cTn>
                              </p:par>
                            </p:childTnLst>
                          </p:cTn>
                        </p:par>
                        <p:par>
                          <p:cTn id="34" fill="hold">
                            <p:stCondLst>
                              <p:cond delay="5000"/>
                            </p:stCondLst>
                            <p:childTnLst>
                              <p:par>
                                <p:cTn id="35" presetID="42" presetClass="entr" presetSubtype="0" fill="hold" grpId="0" nodeType="after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1000"/>
                                        <p:tgtEl>
                                          <p:spTgt spid="22"/>
                                        </p:tgtEl>
                                      </p:cBhvr>
                                    </p:animEffect>
                                    <p:anim calcmode="lin" valueType="num">
                                      <p:cBhvr>
                                        <p:cTn id="38" dur="1000" fill="hold"/>
                                        <p:tgtEl>
                                          <p:spTgt spid="22"/>
                                        </p:tgtEl>
                                        <p:attrNameLst>
                                          <p:attrName>ppt_x</p:attrName>
                                        </p:attrNameLst>
                                      </p:cBhvr>
                                      <p:tavLst>
                                        <p:tav tm="0">
                                          <p:val>
                                            <p:strVal val="#ppt_x"/>
                                          </p:val>
                                        </p:tav>
                                        <p:tav tm="100000">
                                          <p:val>
                                            <p:strVal val="#ppt_x"/>
                                          </p:val>
                                        </p:tav>
                                      </p:tavLst>
                                    </p:anim>
                                    <p:anim calcmode="lin" valueType="num">
                                      <p:cBhvr>
                                        <p:cTn id="39" dur="1000" fill="hold"/>
                                        <p:tgtEl>
                                          <p:spTgt spid="22"/>
                                        </p:tgtEl>
                                        <p:attrNameLst>
                                          <p:attrName>ppt_y</p:attrName>
                                        </p:attrNameLst>
                                      </p:cBhvr>
                                      <p:tavLst>
                                        <p:tav tm="0">
                                          <p:val>
                                            <p:strVal val="#ppt_y+.1"/>
                                          </p:val>
                                        </p:tav>
                                        <p:tav tm="100000">
                                          <p:val>
                                            <p:strVal val="#ppt_y"/>
                                          </p:val>
                                        </p:tav>
                                      </p:tavLst>
                                    </p:anim>
                                  </p:childTnLst>
                                </p:cTn>
                              </p:par>
                            </p:childTnLst>
                          </p:cTn>
                        </p:par>
                        <p:par>
                          <p:cTn id="40" fill="hold">
                            <p:stCondLst>
                              <p:cond delay="6000"/>
                            </p:stCondLst>
                            <p:childTnLst>
                              <p:par>
                                <p:cTn id="41" presetID="42" presetClass="entr" presetSubtype="0" fill="hold" nodeType="after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1000"/>
                                        <p:tgtEl>
                                          <p:spTgt spid="12"/>
                                        </p:tgtEl>
                                      </p:cBhvr>
                                    </p:animEffect>
                                    <p:anim calcmode="lin" valueType="num">
                                      <p:cBhvr>
                                        <p:cTn id="44" dur="1000" fill="hold"/>
                                        <p:tgtEl>
                                          <p:spTgt spid="12"/>
                                        </p:tgtEl>
                                        <p:attrNameLst>
                                          <p:attrName>ppt_x</p:attrName>
                                        </p:attrNameLst>
                                      </p:cBhvr>
                                      <p:tavLst>
                                        <p:tav tm="0">
                                          <p:val>
                                            <p:strVal val="#ppt_x"/>
                                          </p:val>
                                        </p:tav>
                                        <p:tav tm="100000">
                                          <p:val>
                                            <p:strVal val="#ppt_x"/>
                                          </p:val>
                                        </p:tav>
                                      </p:tavLst>
                                    </p:anim>
                                    <p:anim calcmode="lin" valueType="num">
                                      <p:cBhvr>
                                        <p:cTn id="45" dur="1000" fill="hold"/>
                                        <p:tgtEl>
                                          <p:spTgt spid="12"/>
                                        </p:tgtEl>
                                        <p:attrNameLst>
                                          <p:attrName>ppt_y</p:attrName>
                                        </p:attrNameLst>
                                      </p:cBhvr>
                                      <p:tavLst>
                                        <p:tav tm="0">
                                          <p:val>
                                            <p:strVal val="#ppt_y+.1"/>
                                          </p:val>
                                        </p:tav>
                                        <p:tav tm="100000">
                                          <p:val>
                                            <p:strVal val="#ppt_y"/>
                                          </p:val>
                                        </p:tav>
                                      </p:tavLst>
                                    </p:anim>
                                  </p:childTnLst>
                                </p:cTn>
                              </p:par>
                            </p:childTnLst>
                          </p:cTn>
                        </p:par>
                        <p:par>
                          <p:cTn id="46" fill="hold">
                            <p:stCondLst>
                              <p:cond delay="7000"/>
                            </p:stCondLst>
                            <p:childTnLst>
                              <p:par>
                                <p:cTn id="47" presetID="42" presetClass="entr" presetSubtype="0" fill="hold" grpId="0" nodeType="after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1000"/>
                                        <p:tgtEl>
                                          <p:spTgt spid="18"/>
                                        </p:tgtEl>
                                      </p:cBhvr>
                                    </p:animEffect>
                                    <p:anim calcmode="lin" valueType="num">
                                      <p:cBhvr>
                                        <p:cTn id="50" dur="1000" fill="hold"/>
                                        <p:tgtEl>
                                          <p:spTgt spid="18"/>
                                        </p:tgtEl>
                                        <p:attrNameLst>
                                          <p:attrName>ppt_x</p:attrName>
                                        </p:attrNameLst>
                                      </p:cBhvr>
                                      <p:tavLst>
                                        <p:tav tm="0">
                                          <p:val>
                                            <p:strVal val="#ppt_x"/>
                                          </p:val>
                                        </p:tav>
                                        <p:tav tm="100000">
                                          <p:val>
                                            <p:strVal val="#ppt_x"/>
                                          </p:val>
                                        </p:tav>
                                      </p:tavLst>
                                    </p:anim>
                                    <p:anim calcmode="lin" valueType="num">
                                      <p:cBhvr>
                                        <p:cTn id="51" dur="1000" fill="hold"/>
                                        <p:tgtEl>
                                          <p:spTgt spid="18"/>
                                        </p:tgtEl>
                                        <p:attrNameLst>
                                          <p:attrName>ppt_y</p:attrName>
                                        </p:attrNameLst>
                                      </p:cBhvr>
                                      <p:tavLst>
                                        <p:tav tm="0">
                                          <p:val>
                                            <p:strVal val="#ppt_y+.1"/>
                                          </p:val>
                                        </p:tav>
                                        <p:tav tm="100000">
                                          <p:val>
                                            <p:strVal val="#ppt_y"/>
                                          </p:val>
                                        </p:tav>
                                      </p:tavLst>
                                    </p:anim>
                                  </p:childTnLst>
                                </p:cTn>
                              </p:par>
                            </p:childTnLst>
                          </p:cTn>
                        </p:par>
                        <p:par>
                          <p:cTn id="52" fill="hold">
                            <p:stCondLst>
                              <p:cond delay="8000"/>
                            </p:stCondLst>
                            <p:childTnLst>
                              <p:par>
                                <p:cTn id="53" presetID="42" presetClass="entr" presetSubtype="0" fill="hold" grpId="0" nodeType="after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1000"/>
                                        <p:tgtEl>
                                          <p:spTgt spid="23"/>
                                        </p:tgtEl>
                                      </p:cBhvr>
                                    </p:animEffect>
                                    <p:anim calcmode="lin" valueType="num">
                                      <p:cBhvr>
                                        <p:cTn id="56" dur="1000" fill="hold"/>
                                        <p:tgtEl>
                                          <p:spTgt spid="23"/>
                                        </p:tgtEl>
                                        <p:attrNameLst>
                                          <p:attrName>ppt_x</p:attrName>
                                        </p:attrNameLst>
                                      </p:cBhvr>
                                      <p:tavLst>
                                        <p:tav tm="0">
                                          <p:val>
                                            <p:strVal val="#ppt_x"/>
                                          </p:val>
                                        </p:tav>
                                        <p:tav tm="100000">
                                          <p:val>
                                            <p:strVal val="#ppt_x"/>
                                          </p:val>
                                        </p:tav>
                                      </p:tavLst>
                                    </p:anim>
                                    <p:anim calcmode="lin" valueType="num">
                                      <p:cBhvr>
                                        <p:cTn id="57" dur="1000" fill="hold"/>
                                        <p:tgtEl>
                                          <p:spTgt spid="23"/>
                                        </p:tgtEl>
                                        <p:attrNameLst>
                                          <p:attrName>ppt_y</p:attrName>
                                        </p:attrNameLst>
                                      </p:cBhvr>
                                      <p:tavLst>
                                        <p:tav tm="0">
                                          <p:val>
                                            <p:strVal val="#ppt_y+.1"/>
                                          </p:val>
                                        </p:tav>
                                        <p:tav tm="100000">
                                          <p:val>
                                            <p:strVal val="#ppt_y"/>
                                          </p:val>
                                        </p:tav>
                                      </p:tavLst>
                                    </p:anim>
                                  </p:childTnLst>
                                </p:cTn>
                              </p:par>
                            </p:childTnLst>
                          </p:cTn>
                        </p:par>
                        <p:par>
                          <p:cTn id="58" fill="hold">
                            <p:stCondLst>
                              <p:cond delay="9000"/>
                            </p:stCondLst>
                            <p:childTnLst>
                              <p:par>
                                <p:cTn id="59" presetID="42" presetClass="entr" presetSubtype="0" fill="hold" nodeType="after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1000"/>
                                        <p:tgtEl>
                                          <p:spTgt spid="13"/>
                                        </p:tgtEl>
                                      </p:cBhvr>
                                    </p:animEffect>
                                    <p:anim calcmode="lin" valueType="num">
                                      <p:cBhvr>
                                        <p:cTn id="62" dur="1000" fill="hold"/>
                                        <p:tgtEl>
                                          <p:spTgt spid="13"/>
                                        </p:tgtEl>
                                        <p:attrNameLst>
                                          <p:attrName>ppt_x</p:attrName>
                                        </p:attrNameLst>
                                      </p:cBhvr>
                                      <p:tavLst>
                                        <p:tav tm="0">
                                          <p:val>
                                            <p:strVal val="#ppt_x"/>
                                          </p:val>
                                        </p:tav>
                                        <p:tav tm="100000">
                                          <p:val>
                                            <p:strVal val="#ppt_x"/>
                                          </p:val>
                                        </p:tav>
                                      </p:tavLst>
                                    </p:anim>
                                    <p:anim calcmode="lin" valueType="num">
                                      <p:cBhvr>
                                        <p:cTn id="63" dur="1000" fill="hold"/>
                                        <p:tgtEl>
                                          <p:spTgt spid="13"/>
                                        </p:tgtEl>
                                        <p:attrNameLst>
                                          <p:attrName>ppt_y</p:attrName>
                                        </p:attrNameLst>
                                      </p:cBhvr>
                                      <p:tavLst>
                                        <p:tav tm="0">
                                          <p:val>
                                            <p:strVal val="#ppt_y+.1"/>
                                          </p:val>
                                        </p:tav>
                                        <p:tav tm="100000">
                                          <p:val>
                                            <p:strVal val="#ppt_y"/>
                                          </p:val>
                                        </p:tav>
                                      </p:tavLst>
                                    </p:anim>
                                  </p:childTnLst>
                                </p:cTn>
                              </p:par>
                            </p:childTnLst>
                          </p:cTn>
                        </p:par>
                        <p:par>
                          <p:cTn id="64" fill="hold">
                            <p:stCondLst>
                              <p:cond delay="10000"/>
                            </p:stCondLst>
                            <p:childTnLst>
                              <p:par>
                                <p:cTn id="65" presetID="42" presetClass="entr" presetSubtype="0" fill="hold" grpId="0" nodeType="after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1000"/>
                                        <p:tgtEl>
                                          <p:spTgt spid="19"/>
                                        </p:tgtEl>
                                      </p:cBhvr>
                                    </p:animEffect>
                                    <p:anim calcmode="lin" valueType="num">
                                      <p:cBhvr>
                                        <p:cTn id="68" dur="1000" fill="hold"/>
                                        <p:tgtEl>
                                          <p:spTgt spid="19"/>
                                        </p:tgtEl>
                                        <p:attrNameLst>
                                          <p:attrName>ppt_x</p:attrName>
                                        </p:attrNameLst>
                                      </p:cBhvr>
                                      <p:tavLst>
                                        <p:tav tm="0">
                                          <p:val>
                                            <p:strVal val="#ppt_x"/>
                                          </p:val>
                                        </p:tav>
                                        <p:tav tm="100000">
                                          <p:val>
                                            <p:strVal val="#ppt_x"/>
                                          </p:val>
                                        </p:tav>
                                      </p:tavLst>
                                    </p:anim>
                                    <p:anim calcmode="lin" valueType="num">
                                      <p:cBhvr>
                                        <p:cTn id="69" dur="1000" fill="hold"/>
                                        <p:tgtEl>
                                          <p:spTgt spid="19"/>
                                        </p:tgtEl>
                                        <p:attrNameLst>
                                          <p:attrName>ppt_y</p:attrName>
                                        </p:attrNameLst>
                                      </p:cBhvr>
                                      <p:tavLst>
                                        <p:tav tm="0">
                                          <p:val>
                                            <p:strVal val="#ppt_y+.1"/>
                                          </p:val>
                                        </p:tav>
                                        <p:tav tm="100000">
                                          <p:val>
                                            <p:strVal val="#ppt_y"/>
                                          </p:val>
                                        </p:tav>
                                      </p:tavLst>
                                    </p:anim>
                                  </p:childTnLst>
                                </p:cTn>
                              </p:par>
                            </p:childTnLst>
                          </p:cTn>
                        </p:par>
                        <p:par>
                          <p:cTn id="70" fill="hold">
                            <p:stCondLst>
                              <p:cond delay="11000"/>
                            </p:stCondLst>
                            <p:childTnLst>
                              <p:par>
                                <p:cTn id="71" presetID="42" presetClass="entr" presetSubtype="0" fill="hold" grpId="0" nodeType="afterEffect">
                                  <p:stCondLst>
                                    <p:cond delay="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1000"/>
                                        <p:tgtEl>
                                          <p:spTgt spid="24"/>
                                        </p:tgtEl>
                                      </p:cBhvr>
                                    </p:animEffect>
                                    <p:anim calcmode="lin" valueType="num">
                                      <p:cBhvr>
                                        <p:cTn id="74" dur="1000" fill="hold"/>
                                        <p:tgtEl>
                                          <p:spTgt spid="24"/>
                                        </p:tgtEl>
                                        <p:attrNameLst>
                                          <p:attrName>ppt_x</p:attrName>
                                        </p:attrNameLst>
                                      </p:cBhvr>
                                      <p:tavLst>
                                        <p:tav tm="0">
                                          <p:val>
                                            <p:strVal val="#ppt_x"/>
                                          </p:val>
                                        </p:tav>
                                        <p:tav tm="100000">
                                          <p:val>
                                            <p:strVal val="#ppt_x"/>
                                          </p:val>
                                        </p:tav>
                                      </p:tavLst>
                                    </p:anim>
                                    <p:anim calcmode="lin" valueType="num">
                                      <p:cBhvr>
                                        <p:cTn id="75" dur="1000" fill="hold"/>
                                        <p:tgtEl>
                                          <p:spTgt spid="24"/>
                                        </p:tgtEl>
                                        <p:attrNameLst>
                                          <p:attrName>ppt_y</p:attrName>
                                        </p:attrNameLst>
                                      </p:cBhvr>
                                      <p:tavLst>
                                        <p:tav tm="0">
                                          <p:val>
                                            <p:strVal val="#ppt_y+.1"/>
                                          </p:val>
                                        </p:tav>
                                        <p:tav tm="100000">
                                          <p:val>
                                            <p:strVal val="#ppt_y"/>
                                          </p:val>
                                        </p:tav>
                                      </p:tavLst>
                                    </p:anim>
                                  </p:childTnLst>
                                </p:cTn>
                              </p:par>
                            </p:childTnLst>
                          </p:cTn>
                        </p:par>
                        <p:par>
                          <p:cTn id="76" fill="hold">
                            <p:stCondLst>
                              <p:cond delay="12000"/>
                            </p:stCondLst>
                            <p:childTnLst>
                              <p:par>
                                <p:cTn id="77" presetID="42" presetClass="entr" presetSubtype="0" fill="hold" nodeType="afterEffect">
                                  <p:stCondLst>
                                    <p:cond delay="0"/>
                                  </p:stCondLst>
                                  <p:childTnLst>
                                    <p:set>
                                      <p:cBhvr>
                                        <p:cTn id="78" dur="1" fill="hold">
                                          <p:stCondLst>
                                            <p:cond delay="0"/>
                                          </p:stCondLst>
                                        </p:cTn>
                                        <p:tgtEl>
                                          <p:spTgt spid="14"/>
                                        </p:tgtEl>
                                        <p:attrNameLst>
                                          <p:attrName>style.visibility</p:attrName>
                                        </p:attrNameLst>
                                      </p:cBhvr>
                                      <p:to>
                                        <p:strVal val="visible"/>
                                      </p:to>
                                    </p:set>
                                    <p:animEffect transition="in" filter="fade">
                                      <p:cBhvr>
                                        <p:cTn id="79" dur="1000"/>
                                        <p:tgtEl>
                                          <p:spTgt spid="14"/>
                                        </p:tgtEl>
                                      </p:cBhvr>
                                    </p:animEffect>
                                    <p:anim calcmode="lin" valueType="num">
                                      <p:cBhvr>
                                        <p:cTn id="80" dur="1000" fill="hold"/>
                                        <p:tgtEl>
                                          <p:spTgt spid="14"/>
                                        </p:tgtEl>
                                        <p:attrNameLst>
                                          <p:attrName>ppt_x</p:attrName>
                                        </p:attrNameLst>
                                      </p:cBhvr>
                                      <p:tavLst>
                                        <p:tav tm="0">
                                          <p:val>
                                            <p:strVal val="#ppt_x"/>
                                          </p:val>
                                        </p:tav>
                                        <p:tav tm="100000">
                                          <p:val>
                                            <p:strVal val="#ppt_x"/>
                                          </p:val>
                                        </p:tav>
                                      </p:tavLst>
                                    </p:anim>
                                    <p:anim calcmode="lin" valueType="num">
                                      <p:cBhvr>
                                        <p:cTn id="81" dur="1000" fill="hold"/>
                                        <p:tgtEl>
                                          <p:spTgt spid="14"/>
                                        </p:tgtEl>
                                        <p:attrNameLst>
                                          <p:attrName>ppt_y</p:attrName>
                                        </p:attrNameLst>
                                      </p:cBhvr>
                                      <p:tavLst>
                                        <p:tav tm="0">
                                          <p:val>
                                            <p:strVal val="#ppt_y+.1"/>
                                          </p:val>
                                        </p:tav>
                                        <p:tav tm="100000">
                                          <p:val>
                                            <p:strVal val="#ppt_y"/>
                                          </p:val>
                                        </p:tav>
                                      </p:tavLst>
                                    </p:anim>
                                  </p:childTnLst>
                                </p:cTn>
                              </p:par>
                            </p:childTnLst>
                          </p:cTn>
                        </p:par>
                        <p:par>
                          <p:cTn id="82" fill="hold">
                            <p:stCondLst>
                              <p:cond delay="13000"/>
                            </p:stCondLst>
                            <p:childTnLst>
                              <p:par>
                                <p:cTn id="83" presetID="42" presetClass="entr" presetSubtype="0" fill="hold" grpId="0" nodeType="afterEffect">
                                  <p:stCondLst>
                                    <p:cond delay="0"/>
                                  </p:stCondLst>
                                  <p:childTnLst>
                                    <p:set>
                                      <p:cBhvr>
                                        <p:cTn id="84" dur="1" fill="hold">
                                          <p:stCondLst>
                                            <p:cond delay="0"/>
                                          </p:stCondLst>
                                        </p:cTn>
                                        <p:tgtEl>
                                          <p:spTgt spid="20"/>
                                        </p:tgtEl>
                                        <p:attrNameLst>
                                          <p:attrName>style.visibility</p:attrName>
                                        </p:attrNameLst>
                                      </p:cBhvr>
                                      <p:to>
                                        <p:strVal val="visible"/>
                                      </p:to>
                                    </p:set>
                                    <p:animEffect transition="in" filter="fade">
                                      <p:cBhvr>
                                        <p:cTn id="85" dur="1000"/>
                                        <p:tgtEl>
                                          <p:spTgt spid="20"/>
                                        </p:tgtEl>
                                      </p:cBhvr>
                                    </p:animEffect>
                                    <p:anim calcmode="lin" valueType="num">
                                      <p:cBhvr>
                                        <p:cTn id="86" dur="1000" fill="hold"/>
                                        <p:tgtEl>
                                          <p:spTgt spid="20"/>
                                        </p:tgtEl>
                                        <p:attrNameLst>
                                          <p:attrName>ppt_x</p:attrName>
                                        </p:attrNameLst>
                                      </p:cBhvr>
                                      <p:tavLst>
                                        <p:tav tm="0">
                                          <p:val>
                                            <p:strVal val="#ppt_x"/>
                                          </p:val>
                                        </p:tav>
                                        <p:tav tm="100000">
                                          <p:val>
                                            <p:strVal val="#ppt_x"/>
                                          </p:val>
                                        </p:tav>
                                      </p:tavLst>
                                    </p:anim>
                                    <p:anim calcmode="lin" valueType="num">
                                      <p:cBhvr>
                                        <p:cTn id="87" dur="1000" fill="hold"/>
                                        <p:tgtEl>
                                          <p:spTgt spid="20"/>
                                        </p:tgtEl>
                                        <p:attrNameLst>
                                          <p:attrName>ppt_y</p:attrName>
                                        </p:attrNameLst>
                                      </p:cBhvr>
                                      <p:tavLst>
                                        <p:tav tm="0">
                                          <p:val>
                                            <p:strVal val="#ppt_y+.1"/>
                                          </p:val>
                                        </p:tav>
                                        <p:tav tm="100000">
                                          <p:val>
                                            <p:strVal val="#ppt_y"/>
                                          </p:val>
                                        </p:tav>
                                      </p:tavLst>
                                    </p:anim>
                                  </p:childTnLst>
                                </p:cTn>
                              </p:par>
                            </p:childTnLst>
                          </p:cTn>
                        </p:par>
                        <p:par>
                          <p:cTn id="88" fill="hold">
                            <p:stCondLst>
                              <p:cond delay="14000"/>
                            </p:stCondLst>
                            <p:childTnLst>
                              <p:par>
                                <p:cTn id="89" presetID="42" presetClass="entr" presetSubtype="0" fill="hold" grpId="0" nodeType="afterEffect">
                                  <p:stCondLst>
                                    <p:cond delay="0"/>
                                  </p:stCondLst>
                                  <p:childTnLst>
                                    <p:set>
                                      <p:cBhvr>
                                        <p:cTn id="90" dur="1" fill="hold">
                                          <p:stCondLst>
                                            <p:cond delay="0"/>
                                          </p:stCondLst>
                                        </p:cTn>
                                        <p:tgtEl>
                                          <p:spTgt spid="25"/>
                                        </p:tgtEl>
                                        <p:attrNameLst>
                                          <p:attrName>style.visibility</p:attrName>
                                        </p:attrNameLst>
                                      </p:cBhvr>
                                      <p:to>
                                        <p:strVal val="visible"/>
                                      </p:to>
                                    </p:set>
                                    <p:animEffect transition="in" filter="fade">
                                      <p:cBhvr>
                                        <p:cTn id="91" dur="1000"/>
                                        <p:tgtEl>
                                          <p:spTgt spid="25"/>
                                        </p:tgtEl>
                                      </p:cBhvr>
                                    </p:animEffect>
                                    <p:anim calcmode="lin" valueType="num">
                                      <p:cBhvr>
                                        <p:cTn id="92" dur="1000" fill="hold"/>
                                        <p:tgtEl>
                                          <p:spTgt spid="25"/>
                                        </p:tgtEl>
                                        <p:attrNameLst>
                                          <p:attrName>ppt_x</p:attrName>
                                        </p:attrNameLst>
                                      </p:cBhvr>
                                      <p:tavLst>
                                        <p:tav tm="0">
                                          <p:val>
                                            <p:strVal val="#ppt_x"/>
                                          </p:val>
                                        </p:tav>
                                        <p:tav tm="100000">
                                          <p:val>
                                            <p:strVal val="#ppt_x"/>
                                          </p:val>
                                        </p:tav>
                                      </p:tavLst>
                                    </p:anim>
                                    <p:anim calcmode="lin" valueType="num">
                                      <p:cBhvr>
                                        <p:cTn id="93"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P spid="20" grpId="0"/>
      <p:bldP spid="21" grpId="0"/>
      <p:bldP spid="22" grpId="0"/>
      <p:bldP spid="23" grpId="0"/>
      <p:bldP spid="24" grpId="0"/>
      <p:bldP spid="25"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reeform 2"/>
          <p:cNvSpPr/>
          <p:nvPr/>
        </p:nvSpPr>
        <p:spPr>
          <a:xfrm flipH="1">
            <a:off x="10534443" y="0"/>
            <a:ext cx="1657557" cy="1605759"/>
          </a:xfrm>
          <a:custGeom>
            <a:avLst/>
            <a:gdLst/>
            <a:ahLst/>
            <a:cxnLst/>
            <a:rect l="l" t="t" r="r" b="b"/>
            <a:pathLst>
              <a:path w="2486336" h="2408638">
                <a:moveTo>
                  <a:pt x="2486336" y="0"/>
                </a:moveTo>
                <a:lnTo>
                  <a:pt x="0" y="0"/>
                </a:lnTo>
                <a:lnTo>
                  <a:pt x="0" y="2408638"/>
                </a:lnTo>
                <a:lnTo>
                  <a:pt x="2486336" y="2408638"/>
                </a:lnTo>
                <a:lnTo>
                  <a:pt x="2486336"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fr-FR"/>
          </a:p>
        </p:txBody>
      </p:sp>
      <p:sp>
        <p:nvSpPr>
          <p:cNvPr id="3" name="Freeform 3"/>
          <p:cNvSpPr/>
          <p:nvPr/>
        </p:nvSpPr>
        <p:spPr>
          <a:xfrm>
            <a:off x="10534443" y="5252241"/>
            <a:ext cx="1657557" cy="1605759"/>
          </a:xfrm>
          <a:custGeom>
            <a:avLst/>
            <a:gdLst/>
            <a:ahLst/>
            <a:cxnLst/>
            <a:rect l="l" t="t" r="r" b="b"/>
            <a:pathLst>
              <a:path w="2486336" h="2408638">
                <a:moveTo>
                  <a:pt x="0" y="0"/>
                </a:moveTo>
                <a:lnTo>
                  <a:pt x="2486336" y="0"/>
                </a:lnTo>
                <a:lnTo>
                  <a:pt x="2486336" y="2408638"/>
                </a:lnTo>
                <a:lnTo>
                  <a:pt x="0" y="240863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fr-FR"/>
          </a:p>
        </p:txBody>
      </p:sp>
      <p:sp>
        <p:nvSpPr>
          <p:cNvPr id="4" name="Freeform 4"/>
          <p:cNvSpPr/>
          <p:nvPr/>
        </p:nvSpPr>
        <p:spPr>
          <a:xfrm flipH="1">
            <a:off x="0" y="5263223"/>
            <a:ext cx="1657557" cy="1605759"/>
          </a:xfrm>
          <a:custGeom>
            <a:avLst/>
            <a:gdLst/>
            <a:ahLst/>
            <a:cxnLst/>
            <a:rect l="l" t="t" r="r" b="b"/>
            <a:pathLst>
              <a:path w="2486336" h="2408638">
                <a:moveTo>
                  <a:pt x="2486336" y="0"/>
                </a:moveTo>
                <a:lnTo>
                  <a:pt x="0" y="0"/>
                </a:lnTo>
                <a:lnTo>
                  <a:pt x="0" y="2408638"/>
                </a:lnTo>
                <a:lnTo>
                  <a:pt x="2486336" y="2408638"/>
                </a:lnTo>
                <a:lnTo>
                  <a:pt x="2486336"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fr-FR"/>
          </a:p>
        </p:txBody>
      </p:sp>
      <p:sp>
        <p:nvSpPr>
          <p:cNvPr id="5" name="Freeform 5"/>
          <p:cNvSpPr/>
          <p:nvPr/>
        </p:nvSpPr>
        <p:spPr>
          <a:xfrm>
            <a:off x="0" y="0"/>
            <a:ext cx="1657557" cy="1605759"/>
          </a:xfrm>
          <a:custGeom>
            <a:avLst/>
            <a:gdLst/>
            <a:ahLst/>
            <a:cxnLst/>
            <a:rect l="l" t="t" r="r" b="b"/>
            <a:pathLst>
              <a:path w="2486336" h="2408638">
                <a:moveTo>
                  <a:pt x="0" y="0"/>
                </a:moveTo>
                <a:lnTo>
                  <a:pt x="2486336" y="0"/>
                </a:lnTo>
                <a:lnTo>
                  <a:pt x="2486336" y="2408638"/>
                </a:lnTo>
                <a:lnTo>
                  <a:pt x="0" y="240863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fr-FR"/>
          </a:p>
        </p:txBody>
      </p:sp>
      <p:grpSp>
        <p:nvGrpSpPr>
          <p:cNvPr id="6" name="Group 6"/>
          <p:cNvGrpSpPr/>
          <p:nvPr/>
        </p:nvGrpSpPr>
        <p:grpSpPr>
          <a:xfrm>
            <a:off x="260546" y="281074"/>
            <a:ext cx="11703406" cy="6308891"/>
            <a:chOff x="0" y="0"/>
            <a:chExt cx="4623568" cy="2492401"/>
          </a:xfrm>
          <a:solidFill>
            <a:srgbClr val="3B41C9"/>
          </a:solidFill>
        </p:grpSpPr>
        <p:sp>
          <p:nvSpPr>
            <p:cNvPr id="7" name="Freeform 7"/>
            <p:cNvSpPr/>
            <p:nvPr/>
          </p:nvSpPr>
          <p:spPr>
            <a:xfrm>
              <a:off x="0" y="0"/>
              <a:ext cx="4623568" cy="2492401"/>
            </a:xfrm>
            <a:custGeom>
              <a:avLst/>
              <a:gdLst/>
              <a:ahLst/>
              <a:cxnLst/>
              <a:rect l="l" t="t" r="r" b="b"/>
              <a:pathLst>
                <a:path w="4623568" h="2492401">
                  <a:moveTo>
                    <a:pt x="5733" y="0"/>
                  </a:moveTo>
                  <a:lnTo>
                    <a:pt x="4617835" y="0"/>
                  </a:lnTo>
                  <a:cubicBezTo>
                    <a:pt x="4619355" y="0"/>
                    <a:pt x="4620813" y="604"/>
                    <a:pt x="4621888" y="1679"/>
                  </a:cubicBezTo>
                  <a:cubicBezTo>
                    <a:pt x="4622964" y="2754"/>
                    <a:pt x="4623568" y="4213"/>
                    <a:pt x="4623568" y="5733"/>
                  </a:cubicBezTo>
                  <a:lnTo>
                    <a:pt x="4623568" y="2486668"/>
                  </a:lnTo>
                  <a:cubicBezTo>
                    <a:pt x="4623568" y="2488189"/>
                    <a:pt x="4622964" y="2489647"/>
                    <a:pt x="4621888" y="2490722"/>
                  </a:cubicBezTo>
                  <a:cubicBezTo>
                    <a:pt x="4620813" y="2491797"/>
                    <a:pt x="4619355" y="2492401"/>
                    <a:pt x="4617835" y="2492401"/>
                  </a:cubicBezTo>
                  <a:lnTo>
                    <a:pt x="5733" y="2492401"/>
                  </a:lnTo>
                  <a:cubicBezTo>
                    <a:pt x="4213" y="2492401"/>
                    <a:pt x="2754" y="2491797"/>
                    <a:pt x="1679" y="2490722"/>
                  </a:cubicBezTo>
                  <a:cubicBezTo>
                    <a:pt x="604" y="2489647"/>
                    <a:pt x="0" y="2488189"/>
                    <a:pt x="0" y="2486668"/>
                  </a:cubicBezTo>
                  <a:lnTo>
                    <a:pt x="0" y="5733"/>
                  </a:lnTo>
                  <a:cubicBezTo>
                    <a:pt x="0" y="4213"/>
                    <a:pt x="604" y="2754"/>
                    <a:pt x="1679" y="1679"/>
                  </a:cubicBezTo>
                  <a:cubicBezTo>
                    <a:pt x="2754" y="604"/>
                    <a:pt x="4213" y="0"/>
                    <a:pt x="5733" y="0"/>
                  </a:cubicBezTo>
                  <a:close/>
                </a:path>
              </a:pathLst>
            </a:custGeom>
            <a:grpFill/>
          </p:spPr>
          <p:txBody>
            <a:bodyPr/>
            <a:lstStyle/>
            <a:p>
              <a:endParaRPr lang="fr-FR"/>
            </a:p>
          </p:txBody>
        </p:sp>
        <p:sp>
          <p:nvSpPr>
            <p:cNvPr id="8" name="TextBox 8"/>
            <p:cNvSpPr txBox="1"/>
            <p:nvPr/>
          </p:nvSpPr>
          <p:spPr>
            <a:xfrm>
              <a:off x="0" y="-38100"/>
              <a:ext cx="812800" cy="850900"/>
            </a:xfrm>
            <a:prstGeom prst="rect">
              <a:avLst/>
            </a:prstGeom>
            <a:grpFill/>
          </p:spPr>
          <p:txBody>
            <a:bodyPr lIns="33867" tIns="33867" rIns="33867" bIns="33867" rtlCol="0" anchor="ctr"/>
            <a:lstStyle/>
            <a:p>
              <a:pPr algn="ctr" defTabSz="609630">
                <a:lnSpc>
                  <a:spcPts val="1773"/>
                </a:lnSpc>
                <a:spcBef>
                  <a:spcPct val="0"/>
                </a:spcBef>
              </a:pPr>
              <a:endParaRPr sz="1200">
                <a:solidFill>
                  <a:prstClr val="black"/>
                </a:solidFill>
                <a:latin typeface="Calibri"/>
              </a:endParaRPr>
            </a:p>
          </p:txBody>
        </p:sp>
      </p:grpSp>
      <p:sp>
        <p:nvSpPr>
          <p:cNvPr id="9" name="Freeform 9"/>
          <p:cNvSpPr/>
          <p:nvPr/>
        </p:nvSpPr>
        <p:spPr>
          <a:xfrm>
            <a:off x="601276" y="242877"/>
            <a:ext cx="3247467" cy="6383228"/>
          </a:xfrm>
          <a:custGeom>
            <a:avLst/>
            <a:gdLst/>
            <a:ahLst/>
            <a:cxnLst/>
            <a:rect l="l" t="t" r="r" b="b"/>
            <a:pathLst>
              <a:path w="4871201" h="9574842">
                <a:moveTo>
                  <a:pt x="0" y="0"/>
                </a:moveTo>
                <a:lnTo>
                  <a:pt x="4871201" y="0"/>
                </a:lnTo>
                <a:lnTo>
                  <a:pt x="4871201" y="9574842"/>
                </a:lnTo>
                <a:lnTo>
                  <a:pt x="0" y="9574842"/>
                </a:lnTo>
                <a:lnTo>
                  <a:pt x="0" y="0"/>
                </a:lnTo>
                <a:close/>
              </a:path>
            </a:pathLst>
          </a:custGeom>
          <a:blipFill>
            <a:blip r:embed="rId5"/>
            <a:stretch>
              <a:fillRect/>
            </a:stretch>
          </a:blipFill>
        </p:spPr>
        <p:txBody>
          <a:bodyPr/>
          <a:lstStyle/>
          <a:p>
            <a:endParaRPr lang="fr-FR"/>
          </a:p>
        </p:txBody>
      </p:sp>
      <p:sp>
        <p:nvSpPr>
          <p:cNvPr id="10" name="Freeform 10"/>
          <p:cNvSpPr/>
          <p:nvPr/>
        </p:nvSpPr>
        <p:spPr>
          <a:xfrm>
            <a:off x="4247479" y="1605759"/>
            <a:ext cx="720556" cy="720556"/>
          </a:xfrm>
          <a:custGeom>
            <a:avLst/>
            <a:gdLst/>
            <a:ahLst/>
            <a:cxnLst/>
            <a:rect l="l" t="t" r="r" b="b"/>
            <a:pathLst>
              <a:path w="1080834" h="1080834">
                <a:moveTo>
                  <a:pt x="0" y="0"/>
                </a:moveTo>
                <a:lnTo>
                  <a:pt x="1080834" y="0"/>
                </a:lnTo>
                <a:lnTo>
                  <a:pt x="1080834" y="1080835"/>
                </a:lnTo>
                <a:lnTo>
                  <a:pt x="0" y="1080835"/>
                </a:lnTo>
                <a:lnTo>
                  <a:pt x="0" y="0"/>
                </a:lnTo>
                <a:close/>
              </a:path>
            </a:pathLst>
          </a:custGeom>
          <a:blipFill>
            <a:blip r:embed="rId6"/>
            <a:stretch>
              <a:fillRect/>
            </a:stretch>
          </a:blipFill>
        </p:spPr>
        <p:txBody>
          <a:bodyPr/>
          <a:lstStyle/>
          <a:p>
            <a:endParaRPr lang="fr-FR"/>
          </a:p>
        </p:txBody>
      </p:sp>
      <p:sp>
        <p:nvSpPr>
          <p:cNvPr id="12" name="Freeform 12"/>
          <p:cNvSpPr/>
          <p:nvPr/>
        </p:nvSpPr>
        <p:spPr>
          <a:xfrm>
            <a:off x="4247479" y="3315341"/>
            <a:ext cx="720556" cy="720556"/>
          </a:xfrm>
          <a:custGeom>
            <a:avLst/>
            <a:gdLst/>
            <a:ahLst/>
            <a:cxnLst/>
            <a:rect l="l" t="t" r="r" b="b"/>
            <a:pathLst>
              <a:path w="1080834" h="1080834">
                <a:moveTo>
                  <a:pt x="0" y="0"/>
                </a:moveTo>
                <a:lnTo>
                  <a:pt x="1080834" y="0"/>
                </a:lnTo>
                <a:lnTo>
                  <a:pt x="1080834" y="1080834"/>
                </a:lnTo>
                <a:lnTo>
                  <a:pt x="0" y="1080834"/>
                </a:lnTo>
                <a:lnTo>
                  <a:pt x="0" y="0"/>
                </a:lnTo>
                <a:close/>
              </a:path>
            </a:pathLst>
          </a:custGeom>
          <a:blipFill>
            <a:blip r:embed="rId6"/>
            <a:stretch>
              <a:fillRect/>
            </a:stretch>
          </a:blipFill>
        </p:spPr>
        <p:txBody>
          <a:bodyPr/>
          <a:lstStyle/>
          <a:p>
            <a:endParaRPr lang="fr-FR"/>
          </a:p>
        </p:txBody>
      </p:sp>
      <p:sp>
        <p:nvSpPr>
          <p:cNvPr id="13" name="Freeform 13"/>
          <p:cNvSpPr/>
          <p:nvPr/>
        </p:nvSpPr>
        <p:spPr>
          <a:xfrm>
            <a:off x="4247479" y="4988013"/>
            <a:ext cx="720556" cy="720556"/>
          </a:xfrm>
          <a:custGeom>
            <a:avLst/>
            <a:gdLst/>
            <a:ahLst/>
            <a:cxnLst/>
            <a:rect l="l" t="t" r="r" b="b"/>
            <a:pathLst>
              <a:path w="1080834" h="1080834">
                <a:moveTo>
                  <a:pt x="0" y="0"/>
                </a:moveTo>
                <a:lnTo>
                  <a:pt x="1080834" y="0"/>
                </a:lnTo>
                <a:lnTo>
                  <a:pt x="1080834" y="1080834"/>
                </a:lnTo>
                <a:lnTo>
                  <a:pt x="0" y="1080834"/>
                </a:lnTo>
                <a:lnTo>
                  <a:pt x="0" y="0"/>
                </a:lnTo>
                <a:close/>
              </a:path>
            </a:pathLst>
          </a:custGeom>
          <a:blipFill>
            <a:blip r:embed="rId6"/>
            <a:stretch>
              <a:fillRect/>
            </a:stretch>
          </a:blipFill>
        </p:spPr>
        <p:txBody>
          <a:bodyPr/>
          <a:lstStyle/>
          <a:p>
            <a:endParaRPr lang="fr-FR"/>
          </a:p>
        </p:txBody>
      </p:sp>
      <p:sp>
        <p:nvSpPr>
          <p:cNvPr id="15" name="TextBox 15"/>
          <p:cNvSpPr txBox="1"/>
          <p:nvPr/>
        </p:nvSpPr>
        <p:spPr>
          <a:xfrm>
            <a:off x="3058511" y="615950"/>
            <a:ext cx="7247884" cy="833562"/>
          </a:xfrm>
          <a:prstGeom prst="rect">
            <a:avLst/>
          </a:prstGeom>
        </p:spPr>
        <p:txBody>
          <a:bodyPr wrap="square" lIns="0" tIns="0" rIns="0" bIns="0" rtlCol="0" anchor="t">
            <a:spAutoFit/>
          </a:bodyPr>
          <a:lstStyle/>
          <a:p>
            <a:pPr algn="ctr" defTabSz="609630">
              <a:lnSpc>
                <a:spcPts val="6506"/>
              </a:lnSpc>
            </a:pPr>
            <a:r>
              <a:rPr lang="en-US" sz="6081" dirty="0">
                <a:solidFill>
                  <a:srgbClr val="FFFFFF"/>
                </a:solidFill>
                <a:latin typeface="ADLaM Display" panose="02010000000000000000" pitchFamily="2" charset="0"/>
                <a:ea typeface="ADLaM Display" panose="02010000000000000000" pitchFamily="2" charset="0"/>
                <a:cs typeface="ADLaM Display" panose="02010000000000000000" pitchFamily="2" charset="0"/>
              </a:rPr>
              <a:t>IMPACT</a:t>
            </a:r>
          </a:p>
        </p:txBody>
      </p:sp>
      <p:sp>
        <p:nvSpPr>
          <p:cNvPr id="16" name="TextBox 16"/>
          <p:cNvSpPr txBox="1"/>
          <p:nvPr/>
        </p:nvSpPr>
        <p:spPr>
          <a:xfrm>
            <a:off x="4297294" y="1705898"/>
            <a:ext cx="620926" cy="420308"/>
          </a:xfrm>
          <a:prstGeom prst="rect">
            <a:avLst/>
          </a:prstGeom>
        </p:spPr>
        <p:txBody>
          <a:bodyPr lIns="0" tIns="0" rIns="0" bIns="0" rtlCol="0" anchor="t">
            <a:spAutoFit/>
          </a:bodyPr>
          <a:lstStyle/>
          <a:p>
            <a:pPr algn="ctr" defTabSz="609630">
              <a:lnSpc>
                <a:spcPts val="3551"/>
              </a:lnSpc>
            </a:pPr>
            <a:r>
              <a:rPr lang="en-US" sz="2536" dirty="0">
                <a:solidFill>
                  <a:srgbClr val="343C89"/>
                </a:solidFill>
                <a:latin typeface="Montserrat Classic Bold"/>
              </a:rPr>
              <a:t>01</a:t>
            </a:r>
          </a:p>
        </p:txBody>
      </p:sp>
      <p:sp>
        <p:nvSpPr>
          <p:cNvPr id="18" name="TextBox 18"/>
          <p:cNvSpPr txBox="1"/>
          <p:nvPr/>
        </p:nvSpPr>
        <p:spPr>
          <a:xfrm>
            <a:off x="4297294" y="3415480"/>
            <a:ext cx="620926" cy="432106"/>
          </a:xfrm>
          <a:prstGeom prst="rect">
            <a:avLst/>
          </a:prstGeom>
        </p:spPr>
        <p:txBody>
          <a:bodyPr lIns="0" tIns="0" rIns="0" bIns="0" rtlCol="0" anchor="t">
            <a:spAutoFit/>
          </a:bodyPr>
          <a:lstStyle/>
          <a:p>
            <a:pPr algn="ctr" defTabSz="609630">
              <a:lnSpc>
                <a:spcPts val="3551"/>
              </a:lnSpc>
            </a:pPr>
            <a:r>
              <a:rPr lang="en-US" sz="2536" dirty="0">
                <a:solidFill>
                  <a:srgbClr val="343C89"/>
                </a:solidFill>
                <a:latin typeface="Montserrat Classic Bold"/>
              </a:rPr>
              <a:t>02</a:t>
            </a:r>
          </a:p>
        </p:txBody>
      </p:sp>
      <p:sp>
        <p:nvSpPr>
          <p:cNvPr id="19" name="TextBox 19"/>
          <p:cNvSpPr txBox="1"/>
          <p:nvPr/>
        </p:nvSpPr>
        <p:spPr>
          <a:xfrm>
            <a:off x="4297294" y="5088152"/>
            <a:ext cx="620926" cy="432106"/>
          </a:xfrm>
          <a:prstGeom prst="rect">
            <a:avLst/>
          </a:prstGeom>
        </p:spPr>
        <p:txBody>
          <a:bodyPr lIns="0" tIns="0" rIns="0" bIns="0" rtlCol="0" anchor="t">
            <a:spAutoFit/>
          </a:bodyPr>
          <a:lstStyle/>
          <a:p>
            <a:pPr algn="ctr" defTabSz="609630">
              <a:lnSpc>
                <a:spcPts val="3551"/>
              </a:lnSpc>
            </a:pPr>
            <a:r>
              <a:rPr lang="en-US" sz="2536" dirty="0">
                <a:solidFill>
                  <a:srgbClr val="343C89"/>
                </a:solidFill>
                <a:latin typeface="Montserrat Classic Bold"/>
              </a:rPr>
              <a:t>03</a:t>
            </a:r>
          </a:p>
        </p:txBody>
      </p:sp>
      <p:sp>
        <p:nvSpPr>
          <p:cNvPr id="21" name="TextBox 21"/>
          <p:cNvSpPr txBox="1"/>
          <p:nvPr/>
        </p:nvSpPr>
        <p:spPr>
          <a:xfrm>
            <a:off x="5176414" y="1705898"/>
            <a:ext cx="6258839" cy="414216"/>
          </a:xfrm>
          <a:prstGeom prst="rect">
            <a:avLst/>
          </a:prstGeom>
        </p:spPr>
        <p:txBody>
          <a:bodyPr wrap="square" lIns="0" tIns="0" rIns="0" bIns="0" rtlCol="0" anchor="t">
            <a:spAutoFit/>
          </a:bodyPr>
          <a:lstStyle/>
          <a:p>
            <a:pPr defTabSz="609630">
              <a:lnSpc>
                <a:spcPts val="3547"/>
              </a:lnSpc>
            </a:pPr>
            <a:r>
              <a:rPr lang="fr-FR" sz="2533" dirty="0">
                <a:solidFill>
                  <a:srgbClr val="FFFFFF"/>
                </a:solidFill>
                <a:latin typeface="ADLaM Display" panose="02010000000000000000" pitchFamily="2" charset="0"/>
                <a:ea typeface="ADLaM Display" panose="02010000000000000000" pitchFamily="2" charset="0"/>
                <a:cs typeface="ADLaM Display" panose="02010000000000000000" pitchFamily="2" charset="0"/>
              </a:rPr>
              <a:t>Améliorer l'efficacité opérationnelle </a:t>
            </a:r>
          </a:p>
        </p:txBody>
      </p:sp>
      <p:sp>
        <p:nvSpPr>
          <p:cNvPr id="23" name="TextBox 23"/>
          <p:cNvSpPr txBox="1"/>
          <p:nvPr/>
        </p:nvSpPr>
        <p:spPr>
          <a:xfrm>
            <a:off x="5213840" y="3244090"/>
            <a:ext cx="6258838" cy="863057"/>
          </a:xfrm>
          <a:prstGeom prst="rect">
            <a:avLst/>
          </a:prstGeom>
        </p:spPr>
        <p:txBody>
          <a:bodyPr wrap="square" lIns="0" tIns="0" rIns="0" bIns="0" rtlCol="0" anchor="t">
            <a:spAutoFit/>
          </a:bodyPr>
          <a:lstStyle>
            <a:defPPr>
              <a:defRPr lang="fr-FR"/>
            </a:defPPr>
            <a:lvl1pPr defTabSz="609630">
              <a:lnSpc>
                <a:spcPts val="3547"/>
              </a:lnSpc>
              <a:defRPr sz="2533">
                <a:solidFill>
                  <a:srgbClr val="FFFFFF"/>
                </a:solidFill>
                <a:latin typeface="Times New Roman" panose="02020603050405020304" pitchFamily="18" charset="0"/>
                <a:cs typeface="Times New Roman" panose="02020603050405020304" pitchFamily="18" charset="0"/>
              </a:defRPr>
            </a:lvl1pPr>
          </a:lstStyle>
          <a:p>
            <a:r>
              <a:rPr lang="fr-FR" dirty="0">
                <a:latin typeface="ADLaM Display" panose="02010000000000000000" pitchFamily="2" charset="0"/>
                <a:ea typeface="ADLaM Display" panose="02010000000000000000" pitchFamily="2" charset="0"/>
                <a:cs typeface="ADLaM Display" panose="02010000000000000000" pitchFamily="2" charset="0"/>
              </a:rPr>
              <a:t>Améliorer la prise de décision stratégique </a:t>
            </a:r>
          </a:p>
        </p:txBody>
      </p:sp>
      <p:sp>
        <p:nvSpPr>
          <p:cNvPr id="24" name="TextBox 24"/>
          <p:cNvSpPr txBox="1"/>
          <p:nvPr/>
        </p:nvSpPr>
        <p:spPr>
          <a:xfrm>
            <a:off x="5176413" y="4988013"/>
            <a:ext cx="6466945" cy="861646"/>
          </a:xfrm>
          <a:prstGeom prst="rect">
            <a:avLst/>
          </a:prstGeom>
        </p:spPr>
        <p:txBody>
          <a:bodyPr wrap="square" lIns="0" tIns="0" rIns="0" bIns="0" rtlCol="0" anchor="t">
            <a:spAutoFit/>
          </a:bodyPr>
          <a:lstStyle>
            <a:defPPr>
              <a:defRPr lang="fr-FR"/>
            </a:defPPr>
            <a:lvl1pPr defTabSz="609630">
              <a:lnSpc>
                <a:spcPts val="3547"/>
              </a:lnSpc>
              <a:defRPr sz="2533">
                <a:solidFill>
                  <a:srgbClr val="FFFFFF"/>
                </a:solidFill>
                <a:latin typeface="Times New Roman" panose="02020603050405020304" pitchFamily="18" charset="0"/>
                <a:cs typeface="Times New Roman" panose="02020603050405020304" pitchFamily="18" charset="0"/>
              </a:defRPr>
            </a:lvl1pPr>
          </a:lstStyle>
          <a:p>
            <a:r>
              <a:rPr lang="fr-FR" dirty="0">
                <a:latin typeface="ADLaM Display" panose="02010000000000000000" pitchFamily="2" charset="0"/>
                <a:ea typeface="ADLaM Display" panose="02010000000000000000" pitchFamily="2" charset="0"/>
                <a:cs typeface="ADLaM Display" panose="02010000000000000000" pitchFamily="2" charset="0"/>
              </a:rPr>
              <a:t>Renforcer la conformité et de la sécurité des données </a:t>
            </a:r>
          </a:p>
        </p:txBody>
      </p:sp>
      <p:sp>
        <p:nvSpPr>
          <p:cNvPr id="11" name="Espace réservé du numéro de diapositive 4">
            <a:extLst>
              <a:ext uri="{FF2B5EF4-FFF2-40B4-BE49-F238E27FC236}">
                <a16:creationId xmlns:a16="http://schemas.microsoft.com/office/drawing/2014/main" id="{54E53C32-EF3D-FD44-E803-FA721CC9060C}"/>
              </a:ext>
            </a:extLst>
          </p:cNvPr>
          <p:cNvSpPr>
            <a:spLocks noGrp="1"/>
          </p:cNvSpPr>
          <p:nvPr>
            <p:ph type="sldNum" sz="quarter" idx="12"/>
          </p:nvPr>
        </p:nvSpPr>
        <p:spPr>
          <a:xfrm>
            <a:off x="5729859" y="6248666"/>
            <a:ext cx="523788" cy="500106"/>
          </a:xfrm>
          <a:prstGeom prst="ellipse">
            <a:avLst/>
          </a:prstGeom>
          <a:ln>
            <a:solidFill>
              <a:srgbClr val="0070C0"/>
            </a:solidFill>
          </a:ln>
        </p:spPr>
        <p:style>
          <a:lnRef idx="2">
            <a:schemeClr val="accent2"/>
          </a:lnRef>
          <a:fillRef idx="1">
            <a:schemeClr val="lt1"/>
          </a:fillRef>
          <a:effectRef idx="0">
            <a:schemeClr val="accent2"/>
          </a:effectRef>
          <a:fontRef idx="minor">
            <a:schemeClr val="dk1"/>
          </a:fontRef>
        </p:style>
        <p:txBody>
          <a:bodyPr/>
          <a:lstStyle/>
          <a:p>
            <a:r>
              <a:rPr lang="fr-ML" sz="2000" b="1" dirty="0">
                <a:solidFill>
                  <a:srgbClr val="002060"/>
                </a:solidFill>
                <a:latin typeface="Nunito Sans Black" pitchFamily="2" charset="0"/>
              </a:rPr>
              <a:t>6</a:t>
            </a:r>
          </a:p>
        </p:txBody>
      </p:sp>
    </p:spTree>
    <p:extLst>
      <p:ext uri="{BB962C8B-B14F-4D97-AF65-F5344CB8AC3E}">
        <p14:creationId xmlns:p14="http://schemas.microsoft.com/office/powerpoint/2010/main" val="270910541"/>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1000"/>
                                        <p:tgtEl>
                                          <p:spTgt spid="16"/>
                                        </p:tgtEl>
                                      </p:cBhvr>
                                    </p:animEffect>
                                    <p:anim calcmode="lin" valueType="num">
                                      <p:cBhvr>
                                        <p:cTn id="14" dur="1000" fill="hold"/>
                                        <p:tgtEl>
                                          <p:spTgt spid="16"/>
                                        </p:tgtEl>
                                        <p:attrNameLst>
                                          <p:attrName>ppt_x</p:attrName>
                                        </p:attrNameLst>
                                      </p:cBhvr>
                                      <p:tavLst>
                                        <p:tav tm="0">
                                          <p:val>
                                            <p:strVal val="#ppt_x"/>
                                          </p:val>
                                        </p:tav>
                                        <p:tav tm="100000">
                                          <p:val>
                                            <p:strVal val="#ppt_x"/>
                                          </p:val>
                                        </p:tav>
                                      </p:tavLst>
                                    </p:anim>
                                    <p:anim calcmode="lin" valueType="num">
                                      <p:cBhvr>
                                        <p:cTn id="15" dur="1000" fill="hold"/>
                                        <p:tgtEl>
                                          <p:spTgt spid="16"/>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1000"/>
                                        <p:tgtEl>
                                          <p:spTgt spid="21"/>
                                        </p:tgtEl>
                                      </p:cBhvr>
                                    </p:animEffect>
                                    <p:anim calcmode="lin" valueType="num">
                                      <p:cBhvr>
                                        <p:cTn id="20" dur="1000" fill="hold"/>
                                        <p:tgtEl>
                                          <p:spTgt spid="21"/>
                                        </p:tgtEl>
                                        <p:attrNameLst>
                                          <p:attrName>ppt_x</p:attrName>
                                        </p:attrNameLst>
                                      </p:cBhvr>
                                      <p:tavLst>
                                        <p:tav tm="0">
                                          <p:val>
                                            <p:strVal val="#ppt_x"/>
                                          </p:val>
                                        </p:tav>
                                        <p:tav tm="100000">
                                          <p:val>
                                            <p:strVal val="#ppt_x"/>
                                          </p:val>
                                        </p:tav>
                                      </p:tavLst>
                                    </p:anim>
                                    <p:anim calcmode="lin" valueType="num">
                                      <p:cBhvr>
                                        <p:cTn id="21" dur="1000" fill="hold"/>
                                        <p:tgtEl>
                                          <p:spTgt spid="21"/>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nodeType="after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1000"/>
                                        <p:tgtEl>
                                          <p:spTgt spid="12"/>
                                        </p:tgtEl>
                                      </p:cBhvr>
                                    </p:animEffect>
                                    <p:anim calcmode="lin" valueType="num">
                                      <p:cBhvr>
                                        <p:cTn id="26" dur="1000" fill="hold"/>
                                        <p:tgtEl>
                                          <p:spTgt spid="12"/>
                                        </p:tgtEl>
                                        <p:attrNameLst>
                                          <p:attrName>ppt_x</p:attrName>
                                        </p:attrNameLst>
                                      </p:cBhvr>
                                      <p:tavLst>
                                        <p:tav tm="0">
                                          <p:val>
                                            <p:strVal val="#ppt_x"/>
                                          </p:val>
                                        </p:tav>
                                        <p:tav tm="100000">
                                          <p:val>
                                            <p:strVal val="#ppt_x"/>
                                          </p:val>
                                        </p:tav>
                                      </p:tavLst>
                                    </p:anim>
                                    <p:anim calcmode="lin" valueType="num">
                                      <p:cBhvr>
                                        <p:cTn id="27" dur="1000" fill="hold"/>
                                        <p:tgtEl>
                                          <p:spTgt spid="12"/>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2" presetClass="entr" presetSubtype="0" fill="hold" grpId="0" nodeType="after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1000"/>
                                        <p:tgtEl>
                                          <p:spTgt spid="18"/>
                                        </p:tgtEl>
                                      </p:cBhvr>
                                    </p:animEffect>
                                    <p:anim calcmode="lin" valueType="num">
                                      <p:cBhvr>
                                        <p:cTn id="32" dur="1000" fill="hold"/>
                                        <p:tgtEl>
                                          <p:spTgt spid="18"/>
                                        </p:tgtEl>
                                        <p:attrNameLst>
                                          <p:attrName>ppt_x</p:attrName>
                                        </p:attrNameLst>
                                      </p:cBhvr>
                                      <p:tavLst>
                                        <p:tav tm="0">
                                          <p:val>
                                            <p:strVal val="#ppt_x"/>
                                          </p:val>
                                        </p:tav>
                                        <p:tav tm="100000">
                                          <p:val>
                                            <p:strVal val="#ppt_x"/>
                                          </p:val>
                                        </p:tav>
                                      </p:tavLst>
                                    </p:anim>
                                    <p:anim calcmode="lin" valueType="num">
                                      <p:cBhvr>
                                        <p:cTn id="33" dur="1000" fill="hold"/>
                                        <p:tgtEl>
                                          <p:spTgt spid="18"/>
                                        </p:tgtEl>
                                        <p:attrNameLst>
                                          <p:attrName>ppt_y</p:attrName>
                                        </p:attrNameLst>
                                      </p:cBhvr>
                                      <p:tavLst>
                                        <p:tav tm="0">
                                          <p:val>
                                            <p:strVal val="#ppt_y+.1"/>
                                          </p:val>
                                        </p:tav>
                                        <p:tav tm="100000">
                                          <p:val>
                                            <p:strVal val="#ppt_y"/>
                                          </p:val>
                                        </p:tav>
                                      </p:tavLst>
                                    </p:anim>
                                  </p:childTnLst>
                                </p:cTn>
                              </p:par>
                            </p:childTnLst>
                          </p:cTn>
                        </p:par>
                        <p:par>
                          <p:cTn id="34" fill="hold">
                            <p:stCondLst>
                              <p:cond delay="5000"/>
                            </p:stCondLst>
                            <p:childTnLst>
                              <p:par>
                                <p:cTn id="35" presetID="42" presetClass="entr" presetSubtype="0" fill="hold" grpId="0" nodeType="after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1000"/>
                                        <p:tgtEl>
                                          <p:spTgt spid="23"/>
                                        </p:tgtEl>
                                      </p:cBhvr>
                                    </p:animEffect>
                                    <p:anim calcmode="lin" valueType="num">
                                      <p:cBhvr>
                                        <p:cTn id="38" dur="1000" fill="hold"/>
                                        <p:tgtEl>
                                          <p:spTgt spid="23"/>
                                        </p:tgtEl>
                                        <p:attrNameLst>
                                          <p:attrName>ppt_x</p:attrName>
                                        </p:attrNameLst>
                                      </p:cBhvr>
                                      <p:tavLst>
                                        <p:tav tm="0">
                                          <p:val>
                                            <p:strVal val="#ppt_x"/>
                                          </p:val>
                                        </p:tav>
                                        <p:tav tm="100000">
                                          <p:val>
                                            <p:strVal val="#ppt_x"/>
                                          </p:val>
                                        </p:tav>
                                      </p:tavLst>
                                    </p:anim>
                                    <p:anim calcmode="lin" valueType="num">
                                      <p:cBhvr>
                                        <p:cTn id="39" dur="1000" fill="hold"/>
                                        <p:tgtEl>
                                          <p:spTgt spid="23"/>
                                        </p:tgtEl>
                                        <p:attrNameLst>
                                          <p:attrName>ppt_y</p:attrName>
                                        </p:attrNameLst>
                                      </p:cBhvr>
                                      <p:tavLst>
                                        <p:tav tm="0">
                                          <p:val>
                                            <p:strVal val="#ppt_y+.1"/>
                                          </p:val>
                                        </p:tav>
                                        <p:tav tm="100000">
                                          <p:val>
                                            <p:strVal val="#ppt_y"/>
                                          </p:val>
                                        </p:tav>
                                      </p:tavLst>
                                    </p:anim>
                                  </p:childTnLst>
                                </p:cTn>
                              </p:par>
                            </p:childTnLst>
                          </p:cTn>
                        </p:par>
                        <p:par>
                          <p:cTn id="40" fill="hold">
                            <p:stCondLst>
                              <p:cond delay="6000"/>
                            </p:stCondLst>
                            <p:childTnLst>
                              <p:par>
                                <p:cTn id="41" presetID="42" presetClass="entr" presetSubtype="0" fill="hold" nodeType="after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1000"/>
                                        <p:tgtEl>
                                          <p:spTgt spid="13"/>
                                        </p:tgtEl>
                                      </p:cBhvr>
                                    </p:animEffect>
                                    <p:anim calcmode="lin" valueType="num">
                                      <p:cBhvr>
                                        <p:cTn id="44" dur="1000" fill="hold"/>
                                        <p:tgtEl>
                                          <p:spTgt spid="13"/>
                                        </p:tgtEl>
                                        <p:attrNameLst>
                                          <p:attrName>ppt_x</p:attrName>
                                        </p:attrNameLst>
                                      </p:cBhvr>
                                      <p:tavLst>
                                        <p:tav tm="0">
                                          <p:val>
                                            <p:strVal val="#ppt_x"/>
                                          </p:val>
                                        </p:tav>
                                        <p:tav tm="100000">
                                          <p:val>
                                            <p:strVal val="#ppt_x"/>
                                          </p:val>
                                        </p:tav>
                                      </p:tavLst>
                                    </p:anim>
                                    <p:anim calcmode="lin" valueType="num">
                                      <p:cBhvr>
                                        <p:cTn id="45" dur="1000" fill="hold"/>
                                        <p:tgtEl>
                                          <p:spTgt spid="13"/>
                                        </p:tgtEl>
                                        <p:attrNameLst>
                                          <p:attrName>ppt_y</p:attrName>
                                        </p:attrNameLst>
                                      </p:cBhvr>
                                      <p:tavLst>
                                        <p:tav tm="0">
                                          <p:val>
                                            <p:strVal val="#ppt_y+.1"/>
                                          </p:val>
                                        </p:tav>
                                        <p:tav tm="100000">
                                          <p:val>
                                            <p:strVal val="#ppt_y"/>
                                          </p:val>
                                        </p:tav>
                                      </p:tavLst>
                                    </p:anim>
                                  </p:childTnLst>
                                </p:cTn>
                              </p:par>
                            </p:childTnLst>
                          </p:cTn>
                        </p:par>
                        <p:par>
                          <p:cTn id="46" fill="hold">
                            <p:stCondLst>
                              <p:cond delay="7000"/>
                            </p:stCondLst>
                            <p:childTnLst>
                              <p:par>
                                <p:cTn id="47" presetID="42" presetClass="entr" presetSubtype="0" fill="hold" grpId="0"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1000"/>
                                        <p:tgtEl>
                                          <p:spTgt spid="19"/>
                                        </p:tgtEl>
                                      </p:cBhvr>
                                    </p:animEffect>
                                    <p:anim calcmode="lin" valueType="num">
                                      <p:cBhvr>
                                        <p:cTn id="50" dur="1000" fill="hold"/>
                                        <p:tgtEl>
                                          <p:spTgt spid="19"/>
                                        </p:tgtEl>
                                        <p:attrNameLst>
                                          <p:attrName>ppt_x</p:attrName>
                                        </p:attrNameLst>
                                      </p:cBhvr>
                                      <p:tavLst>
                                        <p:tav tm="0">
                                          <p:val>
                                            <p:strVal val="#ppt_x"/>
                                          </p:val>
                                        </p:tav>
                                        <p:tav tm="100000">
                                          <p:val>
                                            <p:strVal val="#ppt_x"/>
                                          </p:val>
                                        </p:tav>
                                      </p:tavLst>
                                    </p:anim>
                                    <p:anim calcmode="lin" valueType="num">
                                      <p:cBhvr>
                                        <p:cTn id="51" dur="1000" fill="hold"/>
                                        <p:tgtEl>
                                          <p:spTgt spid="19"/>
                                        </p:tgtEl>
                                        <p:attrNameLst>
                                          <p:attrName>ppt_y</p:attrName>
                                        </p:attrNameLst>
                                      </p:cBhvr>
                                      <p:tavLst>
                                        <p:tav tm="0">
                                          <p:val>
                                            <p:strVal val="#ppt_y+.1"/>
                                          </p:val>
                                        </p:tav>
                                        <p:tav tm="100000">
                                          <p:val>
                                            <p:strVal val="#ppt_y"/>
                                          </p:val>
                                        </p:tav>
                                      </p:tavLst>
                                    </p:anim>
                                  </p:childTnLst>
                                </p:cTn>
                              </p:par>
                            </p:childTnLst>
                          </p:cTn>
                        </p:par>
                        <p:par>
                          <p:cTn id="52" fill="hold">
                            <p:stCondLst>
                              <p:cond delay="8000"/>
                            </p:stCondLst>
                            <p:childTnLst>
                              <p:par>
                                <p:cTn id="53" presetID="42" presetClass="entr" presetSubtype="0" fill="hold" grpId="0" nodeType="after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1000"/>
                                        <p:tgtEl>
                                          <p:spTgt spid="24"/>
                                        </p:tgtEl>
                                      </p:cBhvr>
                                    </p:animEffect>
                                    <p:anim calcmode="lin" valueType="num">
                                      <p:cBhvr>
                                        <p:cTn id="56" dur="1000" fill="hold"/>
                                        <p:tgtEl>
                                          <p:spTgt spid="24"/>
                                        </p:tgtEl>
                                        <p:attrNameLst>
                                          <p:attrName>ppt_x</p:attrName>
                                        </p:attrNameLst>
                                      </p:cBhvr>
                                      <p:tavLst>
                                        <p:tav tm="0">
                                          <p:val>
                                            <p:strVal val="#ppt_x"/>
                                          </p:val>
                                        </p:tav>
                                        <p:tav tm="100000">
                                          <p:val>
                                            <p:strVal val="#ppt_x"/>
                                          </p:val>
                                        </p:tav>
                                      </p:tavLst>
                                    </p:anim>
                                    <p:anim calcmode="lin" valueType="num">
                                      <p:cBhvr>
                                        <p:cTn id="57"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9" grpId="0"/>
      <p:bldP spid="21" grpId="0"/>
      <p:bldP spid="23" grpId="0"/>
      <p:bldP spid="24"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extLst>
              <a:ext uri="{96DAC541-7B7A-43D3-8B79-37D633B846F1}">
                <asvg:svgBlip xmlns:asvg="http://schemas.microsoft.com/office/drawing/2016/SVG/main" r:embed="rId4"/>
              </a:ext>
            </a:extLst>
          </a:blip>
          <a:stretch>
            <a:fillRect/>
          </a:stretch>
        </a:blip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5">
              <a:extLst>
                <a:ext uri="{28A0092B-C50C-407E-A947-70E740481C1C}">
                  <a14:useLocalDpi xmlns:a14="http://schemas.microsoft.com/office/drawing/2010/main" val="0"/>
                </a:ext>
              </a:extLst>
            </a:blip>
            <a:stretch>
              <a:fillRect/>
            </a:stretch>
          </a:blipFill>
        </p:spPr>
        <p:txBody>
          <a:bodyPr/>
          <a:lstStyle/>
          <a:p>
            <a:pPr defTabSz="609630"/>
            <a:endParaRPr lang="fr-ML" sz="1200">
              <a:solidFill>
                <a:prstClr val="black"/>
              </a:solidFill>
              <a:latin typeface="Calibri"/>
            </a:endParaRPr>
          </a:p>
        </p:txBody>
      </p:sp>
      <p:grpSp>
        <p:nvGrpSpPr>
          <p:cNvPr id="3" name="Group 3"/>
          <p:cNvGrpSpPr/>
          <p:nvPr/>
        </p:nvGrpSpPr>
        <p:grpSpPr>
          <a:xfrm>
            <a:off x="2" y="-765398"/>
            <a:ext cx="12199253" cy="7716817"/>
            <a:chOff x="0" y="-38100"/>
            <a:chExt cx="4819459" cy="3048620"/>
          </a:xfrm>
        </p:grpSpPr>
        <p:sp>
          <p:nvSpPr>
            <p:cNvPr id="4" name="Freeform 4"/>
            <p:cNvSpPr/>
            <p:nvPr/>
          </p:nvSpPr>
          <p:spPr>
            <a:xfrm>
              <a:off x="2867" y="267702"/>
              <a:ext cx="4816592" cy="2742818"/>
            </a:xfrm>
            <a:custGeom>
              <a:avLst/>
              <a:gdLst/>
              <a:ahLst/>
              <a:cxnLst/>
              <a:rect l="l" t="t" r="r" b="b"/>
              <a:pathLst>
                <a:path w="4816592" h="2742818">
                  <a:moveTo>
                    <a:pt x="0" y="0"/>
                  </a:moveTo>
                  <a:lnTo>
                    <a:pt x="4816592" y="0"/>
                  </a:lnTo>
                  <a:lnTo>
                    <a:pt x="4816592" y="2742818"/>
                  </a:lnTo>
                  <a:lnTo>
                    <a:pt x="0" y="2742818"/>
                  </a:lnTo>
                  <a:close/>
                </a:path>
              </a:pathLst>
            </a:custGeom>
            <a:solidFill>
              <a:srgbClr val="3B41C9">
                <a:alpha val="62745"/>
              </a:srgbClr>
            </a:solidFill>
          </p:spPr>
          <p:txBody>
            <a:bodyPr/>
            <a:lstStyle/>
            <a:p>
              <a:pPr defTabSz="609630"/>
              <a:endParaRPr lang="fr-ML" sz="1200" dirty="0">
                <a:solidFill>
                  <a:srgbClr val="0E8388"/>
                </a:solidFill>
                <a:latin typeface="Calibri"/>
              </a:endParaRPr>
            </a:p>
          </p:txBody>
        </p:sp>
        <p:sp>
          <p:nvSpPr>
            <p:cNvPr id="5" name="TextBox 5"/>
            <p:cNvSpPr txBox="1"/>
            <p:nvPr/>
          </p:nvSpPr>
          <p:spPr>
            <a:xfrm>
              <a:off x="0" y="-38100"/>
              <a:ext cx="4816593" cy="2780918"/>
            </a:xfrm>
            <a:prstGeom prst="rect">
              <a:avLst/>
            </a:prstGeom>
          </p:spPr>
          <p:txBody>
            <a:bodyPr lIns="33867" tIns="33867" rIns="33867" bIns="33867" rtlCol="0" anchor="ctr"/>
            <a:lstStyle/>
            <a:p>
              <a:pPr algn="ctr" defTabSz="609630">
                <a:lnSpc>
                  <a:spcPts val="1773"/>
                </a:lnSpc>
              </a:pPr>
              <a:endParaRPr sz="1200">
                <a:solidFill>
                  <a:prstClr val="black"/>
                </a:solidFill>
                <a:latin typeface="Calibri"/>
              </a:endParaRPr>
            </a:p>
          </p:txBody>
        </p:sp>
      </p:grpSp>
      <p:sp>
        <p:nvSpPr>
          <p:cNvPr id="6" name="Freeform 6"/>
          <p:cNvSpPr/>
          <p:nvPr/>
        </p:nvSpPr>
        <p:spPr>
          <a:xfrm>
            <a:off x="732699" y="-1934301"/>
            <a:ext cx="10726603" cy="10726603"/>
          </a:xfrm>
          <a:custGeom>
            <a:avLst/>
            <a:gdLst/>
            <a:ahLst/>
            <a:cxnLst/>
            <a:rect l="l" t="t" r="r" b="b"/>
            <a:pathLst>
              <a:path w="16089905" h="16089905">
                <a:moveTo>
                  <a:pt x="0" y="0"/>
                </a:moveTo>
                <a:lnTo>
                  <a:pt x="16089904" y="0"/>
                </a:lnTo>
                <a:lnTo>
                  <a:pt x="16089904" y="16089904"/>
                </a:lnTo>
                <a:lnTo>
                  <a:pt x="0" y="16089904"/>
                </a:lnTo>
                <a:lnTo>
                  <a:pt x="0" y="0"/>
                </a:lnTo>
                <a:close/>
              </a:path>
            </a:pathLst>
          </a:custGeom>
          <a:blipFill>
            <a:blip r:embed="rId6">
              <a:alphaModFix amt="30000"/>
              <a:extLst>
                <a:ext uri="{96DAC541-7B7A-43D3-8B79-37D633B846F1}">
                  <asvg:svgBlip xmlns:asvg="http://schemas.microsoft.com/office/drawing/2016/SVG/main" r:embed="rId7"/>
                </a:ext>
              </a:extLst>
            </a:blip>
            <a:stretch>
              <a:fillRect/>
            </a:stretch>
          </a:blipFill>
        </p:spPr>
        <p:txBody>
          <a:bodyPr/>
          <a:lstStyle/>
          <a:p>
            <a:pPr defTabSz="609630"/>
            <a:endParaRPr lang="fr-ML" sz="1200" dirty="0">
              <a:solidFill>
                <a:prstClr val="black"/>
              </a:solidFill>
              <a:latin typeface="Calibri"/>
            </a:endParaRPr>
          </a:p>
        </p:txBody>
      </p:sp>
      <p:sp>
        <p:nvSpPr>
          <p:cNvPr id="7" name="TextBox 7"/>
          <p:cNvSpPr txBox="1"/>
          <p:nvPr/>
        </p:nvSpPr>
        <p:spPr>
          <a:xfrm>
            <a:off x="2707128" y="2970729"/>
            <a:ext cx="6777745" cy="910506"/>
          </a:xfrm>
          <a:prstGeom prst="rect">
            <a:avLst/>
          </a:prstGeom>
        </p:spPr>
        <p:txBody>
          <a:bodyPr wrap="square" lIns="0" tIns="0" rIns="0" bIns="0" rtlCol="0" anchor="t">
            <a:spAutoFit/>
          </a:bodyPr>
          <a:lstStyle/>
          <a:p>
            <a:pPr algn="ctr" defTabSz="609630">
              <a:lnSpc>
                <a:spcPts val="7122"/>
              </a:lnSpc>
            </a:pPr>
            <a:r>
              <a:rPr lang="en-US" sz="6718" b="1" spc="248" dirty="0">
                <a:solidFill>
                  <a:srgbClr val="FFFFFF"/>
                </a:solidFill>
                <a:latin typeface="ADLaM Display" panose="02010000000000000000" pitchFamily="2" charset="0"/>
                <a:ea typeface="ADLaM Display" panose="02010000000000000000" pitchFamily="2" charset="0"/>
                <a:cs typeface="ADLaM Display" panose="02010000000000000000" pitchFamily="2" charset="0"/>
                <a:sym typeface="League Spartan"/>
              </a:rPr>
              <a:t>DEMARCHES</a:t>
            </a:r>
          </a:p>
        </p:txBody>
      </p:sp>
      <p:sp>
        <p:nvSpPr>
          <p:cNvPr id="8" name="Espace réservé du numéro de diapositive 4">
            <a:extLst>
              <a:ext uri="{FF2B5EF4-FFF2-40B4-BE49-F238E27FC236}">
                <a16:creationId xmlns:a16="http://schemas.microsoft.com/office/drawing/2014/main" id="{EAB0461B-95A9-58D4-BDBE-7E14C06E44A4}"/>
              </a:ext>
            </a:extLst>
          </p:cNvPr>
          <p:cNvSpPr>
            <a:spLocks noGrp="1"/>
          </p:cNvSpPr>
          <p:nvPr>
            <p:ph type="sldNum" sz="quarter" idx="12"/>
          </p:nvPr>
        </p:nvSpPr>
        <p:spPr>
          <a:xfrm>
            <a:off x="5729859" y="6248666"/>
            <a:ext cx="523788" cy="500106"/>
          </a:xfrm>
          <a:prstGeom prst="ellipse">
            <a:avLst/>
          </a:prstGeom>
          <a:ln>
            <a:solidFill>
              <a:srgbClr val="0070C0"/>
            </a:solidFill>
          </a:ln>
        </p:spPr>
        <p:style>
          <a:lnRef idx="2">
            <a:schemeClr val="accent2"/>
          </a:lnRef>
          <a:fillRef idx="1">
            <a:schemeClr val="lt1"/>
          </a:fillRef>
          <a:effectRef idx="0">
            <a:schemeClr val="accent2"/>
          </a:effectRef>
          <a:fontRef idx="minor">
            <a:schemeClr val="dk1"/>
          </a:fontRef>
        </p:style>
        <p:txBody>
          <a:bodyPr/>
          <a:lstStyle/>
          <a:p>
            <a:r>
              <a:rPr lang="fr-ML" sz="2000" b="1" dirty="0">
                <a:solidFill>
                  <a:srgbClr val="002060"/>
                </a:solidFill>
                <a:latin typeface="Nunito Sans Black" pitchFamily="2" charset="0"/>
              </a:rPr>
              <a:t>7</a:t>
            </a:r>
          </a:p>
        </p:txBody>
      </p:sp>
    </p:spTree>
    <p:extLst>
      <p:ext uri="{BB962C8B-B14F-4D97-AF65-F5344CB8AC3E}">
        <p14:creationId xmlns:p14="http://schemas.microsoft.com/office/powerpoint/2010/main" val="23407998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grpId="0" nodeType="afterEffect">
                                  <p:stCondLst>
                                    <p:cond delay="0"/>
                                  </p:stCondLst>
                                  <p:childTnLst>
                                    <p:animRot by="21600000">
                                      <p:cBhvr>
                                        <p:cTn id="6" dur="2000" fill="hold"/>
                                        <p:tgtEl>
                                          <p:spTgt spid="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4721612">
            <a:off x="2425410" y="1264577"/>
            <a:ext cx="9542813" cy="3328056"/>
          </a:xfrm>
          <a:custGeom>
            <a:avLst/>
            <a:gdLst/>
            <a:ahLst/>
            <a:cxnLst/>
            <a:rect l="l" t="t" r="r" b="b"/>
            <a:pathLst>
              <a:path w="14314219" h="4992084">
                <a:moveTo>
                  <a:pt x="0" y="0"/>
                </a:moveTo>
                <a:lnTo>
                  <a:pt x="14314219" y="0"/>
                </a:lnTo>
                <a:lnTo>
                  <a:pt x="14314219" y="4992084"/>
                </a:lnTo>
                <a:lnTo>
                  <a:pt x="0" y="499208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pPr defTabSz="609630"/>
            <a:endParaRPr lang="fr-ML" sz="1200">
              <a:solidFill>
                <a:prstClr val="black"/>
              </a:solidFill>
              <a:latin typeface="Calibri"/>
            </a:endParaRPr>
          </a:p>
        </p:txBody>
      </p:sp>
      <p:sp>
        <p:nvSpPr>
          <p:cNvPr id="4" name="Freeform 4"/>
          <p:cNvSpPr/>
          <p:nvPr/>
        </p:nvSpPr>
        <p:spPr>
          <a:xfrm>
            <a:off x="5577628" y="0"/>
            <a:ext cx="9662372" cy="6858000"/>
          </a:xfrm>
          <a:custGeom>
            <a:avLst/>
            <a:gdLst/>
            <a:ahLst/>
            <a:cxnLst/>
            <a:rect l="l" t="t" r="r" b="b"/>
            <a:pathLst>
              <a:path w="21700490" h="24846662">
                <a:moveTo>
                  <a:pt x="9113774" y="0"/>
                </a:moveTo>
                <a:cubicBezTo>
                  <a:pt x="9113774" y="0"/>
                  <a:pt x="10028936" y="4543806"/>
                  <a:pt x="4926584" y="12121388"/>
                </a:cubicBezTo>
                <a:cubicBezTo>
                  <a:pt x="0" y="19437986"/>
                  <a:pt x="691769" y="24846662"/>
                  <a:pt x="691769" y="24846662"/>
                </a:cubicBezTo>
                <a:lnTo>
                  <a:pt x="21700490" y="24846662"/>
                </a:lnTo>
                <a:lnTo>
                  <a:pt x="21700490" y="0"/>
                </a:lnTo>
                <a:close/>
              </a:path>
            </a:pathLst>
          </a:custGeom>
          <a:blipFill>
            <a:blip r:embed="rId5">
              <a:extLst>
                <a:ext uri="{28A0092B-C50C-407E-A947-70E740481C1C}">
                  <a14:useLocalDpi xmlns:a14="http://schemas.microsoft.com/office/drawing/2010/main" val="0"/>
                </a:ext>
              </a:extLst>
            </a:blip>
            <a:stretch>
              <a:fillRect/>
            </a:stretch>
          </a:blipFill>
        </p:spPr>
        <p:txBody>
          <a:bodyPr/>
          <a:lstStyle/>
          <a:p>
            <a:pPr defTabSz="609630"/>
            <a:endParaRPr lang="fr-ML" sz="1200" dirty="0">
              <a:solidFill>
                <a:prstClr val="black"/>
              </a:solidFill>
              <a:latin typeface="Calibri"/>
            </a:endParaRPr>
          </a:p>
        </p:txBody>
      </p:sp>
      <p:sp>
        <p:nvSpPr>
          <p:cNvPr id="5" name="Freeform 5"/>
          <p:cNvSpPr/>
          <p:nvPr/>
        </p:nvSpPr>
        <p:spPr>
          <a:xfrm rot="-2967198" flipH="1">
            <a:off x="8555562" y="4016177"/>
            <a:ext cx="7272876" cy="2472778"/>
          </a:xfrm>
          <a:custGeom>
            <a:avLst/>
            <a:gdLst/>
            <a:ahLst/>
            <a:cxnLst/>
            <a:rect l="l" t="t" r="r" b="b"/>
            <a:pathLst>
              <a:path w="10909314" h="3709167">
                <a:moveTo>
                  <a:pt x="10909314" y="0"/>
                </a:moveTo>
                <a:lnTo>
                  <a:pt x="0" y="0"/>
                </a:lnTo>
                <a:lnTo>
                  <a:pt x="0" y="3709167"/>
                </a:lnTo>
                <a:lnTo>
                  <a:pt x="10909314" y="3709167"/>
                </a:lnTo>
                <a:lnTo>
                  <a:pt x="10909314" y="0"/>
                </a:lnTo>
                <a:close/>
              </a:path>
            </a:pathLst>
          </a:custGeom>
          <a:blipFill>
            <a:blip r:embed="rId6">
              <a:alphaModFix amt="77000"/>
              <a:extLst>
                <a:ext uri="{96DAC541-7B7A-43D3-8B79-37D633B846F1}">
                  <asvg:svgBlip xmlns:asvg="http://schemas.microsoft.com/office/drawing/2016/SVG/main" r:embed="rId7"/>
                </a:ext>
              </a:extLst>
            </a:blip>
            <a:stretch>
              <a:fillRect/>
            </a:stretch>
          </a:blipFill>
        </p:spPr>
        <p:txBody>
          <a:bodyPr/>
          <a:lstStyle/>
          <a:p>
            <a:pPr defTabSz="609630"/>
            <a:endParaRPr lang="fr-ML" sz="1200">
              <a:solidFill>
                <a:prstClr val="black"/>
              </a:solidFill>
              <a:latin typeface="Calibri"/>
            </a:endParaRPr>
          </a:p>
        </p:txBody>
      </p:sp>
      <p:sp>
        <p:nvSpPr>
          <p:cNvPr id="15" name="Freeform 15"/>
          <p:cNvSpPr/>
          <p:nvPr/>
        </p:nvSpPr>
        <p:spPr>
          <a:xfrm>
            <a:off x="689820" y="685800"/>
            <a:ext cx="628859" cy="629646"/>
          </a:xfrm>
          <a:custGeom>
            <a:avLst/>
            <a:gdLst/>
            <a:ahLst/>
            <a:cxnLst/>
            <a:rect l="l" t="t" r="r" b="b"/>
            <a:pathLst>
              <a:path w="943289" h="944469">
                <a:moveTo>
                  <a:pt x="0" y="0"/>
                </a:moveTo>
                <a:lnTo>
                  <a:pt x="943289" y="0"/>
                </a:lnTo>
                <a:lnTo>
                  <a:pt x="943289" y="944469"/>
                </a:lnTo>
                <a:lnTo>
                  <a:pt x="0" y="94446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609630"/>
            <a:endParaRPr lang="fr-ML" sz="1200">
              <a:solidFill>
                <a:prstClr val="black"/>
              </a:solidFill>
              <a:latin typeface="Calibri"/>
            </a:endParaRPr>
          </a:p>
        </p:txBody>
      </p:sp>
      <p:sp>
        <p:nvSpPr>
          <p:cNvPr id="19" name="TextBox 19"/>
          <p:cNvSpPr txBox="1"/>
          <p:nvPr/>
        </p:nvSpPr>
        <p:spPr>
          <a:xfrm>
            <a:off x="689820" y="2409005"/>
            <a:ext cx="5826467" cy="692497"/>
          </a:xfrm>
          <a:prstGeom prst="rect">
            <a:avLst/>
          </a:prstGeom>
        </p:spPr>
        <p:txBody>
          <a:bodyPr wrap="square" lIns="0" tIns="0" rIns="0" bIns="0" rtlCol="0" anchor="t">
            <a:spAutoFit/>
          </a:bodyPr>
          <a:lstStyle/>
          <a:p>
            <a:pPr defTabSz="609630">
              <a:lnSpc>
                <a:spcPts val="5414"/>
              </a:lnSpc>
            </a:pPr>
            <a:r>
              <a:rPr lang="en-US" sz="5867" dirty="0">
                <a:solidFill>
                  <a:srgbClr val="000000"/>
                </a:solidFill>
                <a:latin typeface="ADLaM Display" panose="02010000000000000000" pitchFamily="2" charset="0"/>
                <a:ea typeface="ADLaM Display" panose="02010000000000000000" pitchFamily="2" charset="0"/>
                <a:cs typeface="ADLaM Display" panose="02010000000000000000" pitchFamily="2" charset="0"/>
                <a:sym typeface="Poppins Bold"/>
              </a:rPr>
              <a:t>ANALYSE &amp; </a:t>
            </a:r>
          </a:p>
        </p:txBody>
      </p:sp>
      <p:sp>
        <p:nvSpPr>
          <p:cNvPr id="20" name="TextBox 20"/>
          <p:cNvSpPr txBox="1"/>
          <p:nvPr/>
        </p:nvSpPr>
        <p:spPr>
          <a:xfrm>
            <a:off x="689820" y="3124500"/>
            <a:ext cx="5134402" cy="692497"/>
          </a:xfrm>
          <a:prstGeom prst="rect">
            <a:avLst/>
          </a:prstGeom>
        </p:spPr>
        <p:txBody>
          <a:bodyPr wrap="square" lIns="0" tIns="0" rIns="0" bIns="0" rtlCol="0" anchor="t">
            <a:spAutoFit/>
          </a:bodyPr>
          <a:lstStyle/>
          <a:p>
            <a:pPr defTabSz="609630">
              <a:lnSpc>
                <a:spcPts val="5414"/>
              </a:lnSpc>
            </a:pPr>
            <a:r>
              <a:rPr lang="en-US" sz="5867" dirty="0">
                <a:solidFill>
                  <a:srgbClr val="3B41C9"/>
                </a:solidFill>
                <a:latin typeface="ADLaM Display" panose="02010000000000000000" pitchFamily="2" charset="0"/>
                <a:ea typeface="ADLaM Display" panose="02010000000000000000" pitchFamily="2" charset="0"/>
                <a:cs typeface="ADLaM Display" panose="02010000000000000000" pitchFamily="2" charset="0"/>
                <a:sym typeface="Poppins Bold"/>
              </a:rPr>
              <a:t>CONCEPTION</a:t>
            </a:r>
          </a:p>
        </p:txBody>
      </p:sp>
      <p:sp>
        <p:nvSpPr>
          <p:cNvPr id="3" name="Espace réservé du numéro de diapositive 4">
            <a:extLst>
              <a:ext uri="{FF2B5EF4-FFF2-40B4-BE49-F238E27FC236}">
                <a16:creationId xmlns:a16="http://schemas.microsoft.com/office/drawing/2014/main" id="{52171965-9006-6F1F-C299-D92CCF55F9E0}"/>
              </a:ext>
            </a:extLst>
          </p:cNvPr>
          <p:cNvSpPr>
            <a:spLocks noGrp="1"/>
          </p:cNvSpPr>
          <p:nvPr>
            <p:ph type="sldNum" sz="quarter" idx="12"/>
          </p:nvPr>
        </p:nvSpPr>
        <p:spPr>
          <a:xfrm>
            <a:off x="5834106" y="6248666"/>
            <a:ext cx="523788" cy="500106"/>
          </a:xfrm>
          <a:prstGeom prst="ellipse">
            <a:avLst/>
          </a:prstGeom>
          <a:ln>
            <a:solidFill>
              <a:srgbClr val="0070C0"/>
            </a:solidFill>
          </a:ln>
        </p:spPr>
        <p:style>
          <a:lnRef idx="2">
            <a:schemeClr val="accent2"/>
          </a:lnRef>
          <a:fillRef idx="1">
            <a:schemeClr val="lt1"/>
          </a:fillRef>
          <a:effectRef idx="0">
            <a:schemeClr val="accent2"/>
          </a:effectRef>
          <a:fontRef idx="minor">
            <a:schemeClr val="dk1"/>
          </a:fontRef>
        </p:style>
        <p:txBody>
          <a:bodyPr/>
          <a:lstStyle/>
          <a:p>
            <a:r>
              <a:rPr lang="fr-ML" sz="2000" b="1" dirty="0">
                <a:solidFill>
                  <a:srgbClr val="002060"/>
                </a:solidFill>
                <a:latin typeface="Nunito Sans Black" pitchFamily="2" charset="0"/>
              </a:rPr>
              <a:t>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1000"/>
                                        <p:tgtEl>
                                          <p:spTgt spid="20"/>
                                        </p:tgtEl>
                                      </p:cBhvr>
                                    </p:animEffect>
                                    <p:anim calcmode="lin" valueType="num">
                                      <p:cBhvr>
                                        <p:cTn id="14" dur="1000" fill="hold"/>
                                        <p:tgtEl>
                                          <p:spTgt spid="20"/>
                                        </p:tgtEl>
                                        <p:attrNameLst>
                                          <p:attrName>ppt_x</p:attrName>
                                        </p:attrNameLst>
                                      </p:cBhvr>
                                      <p:tavLst>
                                        <p:tav tm="0">
                                          <p:val>
                                            <p:strVal val="#ppt_x"/>
                                          </p:val>
                                        </p:tav>
                                        <p:tav tm="100000">
                                          <p:val>
                                            <p:strVal val="#ppt_x"/>
                                          </p:val>
                                        </p:tav>
                                      </p:tavLst>
                                    </p:anim>
                                    <p:anim calcmode="lin" valueType="num">
                                      <p:cBhvr>
                                        <p:cTn id="15"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35904" y="728278"/>
            <a:ext cx="978920" cy="246734"/>
          </a:xfrm>
          <a:prstGeom prst="rect">
            <a:avLst/>
          </a:prstGeom>
        </p:spPr>
        <p:txBody>
          <a:bodyPr lIns="0" tIns="0" rIns="0" bIns="0" rtlCol="0" anchor="t">
            <a:spAutoFit/>
          </a:bodyPr>
          <a:lstStyle/>
          <a:p>
            <a:pPr algn="r" defTabSz="609630">
              <a:lnSpc>
                <a:spcPts val="2147"/>
              </a:lnSpc>
            </a:pPr>
            <a:r>
              <a:rPr lang="en-US" sz="1533" dirty="0">
                <a:solidFill>
                  <a:srgbClr val="3B41C9"/>
                </a:solidFill>
                <a:latin typeface="Montserrat Classic Bold"/>
              </a:rPr>
              <a:t>OPTIRH</a:t>
            </a:r>
          </a:p>
        </p:txBody>
      </p:sp>
      <p:sp>
        <p:nvSpPr>
          <p:cNvPr id="4" name="TextBox 4"/>
          <p:cNvSpPr txBox="1"/>
          <p:nvPr/>
        </p:nvSpPr>
        <p:spPr>
          <a:xfrm>
            <a:off x="670518" y="1928723"/>
            <a:ext cx="5782833" cy="4037003"/>
          </a:xfrm>
          <a:prstGeom prst="rect">
            <a:avLst/>
          </a:prstGeom>
        </p:spPr>
        <p:txBody>
          <a:bodyPr wrap="square" lIns="0" tIns="0" rIns="0" bIns="0" rtlCol="0" anchor="t">
            <a:spAutoFit/>
          </a:bodyPr>
          <a:lstStyle/>
          <a:p>
            <a:pPr algn="just" defTabSz="609630">
              <a:lnSpc>
                <a:spcPct val="250000"/>
              </a:lnSpc>
            </a:pPr>
            <a:r>
              <a:rPr lang="fr-FR" dirty="0">
                <a:latin typeface="ADLaM Display" panose="02010000000000000000" pitchFamily="2" charset="0"/>
                <a:ea typeface="ADLaM Display" panose="02010000000000000000" pitchFamily="2" charset="0"/>
                <a:cs typeface="ADLaM Display" panose="02010000000000000000" pitchFamily="2" charset="0"/>
              </a:rPr>
              <a:t>Bien que la conception du système de la plateforme OptiRH soit unique dans la manière dont elle répond aux besoins spécifiques de la gestion des ressources humaines, on peut toujours la décomposer en deux composants principaux : le client OptiRH et le serveur OptiRH.</a:t>
            </a:r>
          </a:p>
        </p:txBody>
      </p:sp>
      <p:sp>
        <p:nvSpPr>
          <p:cNvPr id="5" name="TextBox 5"/>
          <p:cNvSpPr txBox="1"/>
          <p:nvPr/>
        </p:nvSpPr>
        <p:spPr>
          <a:xfrm>
            <a:off x="685800" y="1246874"/>
            <a:ext cx="4733080" cy="564257"/>
          </a:xfrm>
          <a:prstGeom prst="rect">
            <a:avLst/>
          </a:prstGeom>
        </p:spPr>
        <p:txBody>
          <a:bodyPr lIns="0" tIns="0" rIns="0" bIns="0" rtlCol="0" anchor="t">
            <a:spAutoFit/>
          </a:bodyPr>
          <a:lstStyle/>
          <a:p>
            <a:pPr algn="ctr" defTabSz="609630">
              <a:lnSpc>
                <a:spcPts val="4400"/>
              </a:lnSpc>
            </a:pPr>
            <a:r>
              <a:rPr lang="en-US" sz="4000" dirty="0">
                <a:solidFill>
                  <a:srgbClr val="3B41C9"/>
                </a:solidFill>
                <a:latin typeface="ADLaM Display" panose="02010000000000000000" pitchFamily="2" charset="0"/>
                <a:ea typeface="ADLaM Display" panose="02010000000000000000" pitchFamily="2" charset="0"/>
                <a:cs typeface="ADLaM Display" panose="02010000000000000000" pitchFamily="2" charset="0"/>
              </a:rPr>
              <a:t>ANALYSE</a:t>
            </a:r>
          </a:p>
        </p:txBody>
      </p:sp>
      <p:sp>
        <p:nvSpPr>
          <p:cNvPr id="6" name="Freeform 6"/>
          <p:cNvSpPr/>
          <p:nvPr/>
        </p:nvSpPr>
        <p:spPr>
          <a:xfrm rot="-5400000">
            <a:off x="8806865" y="-2998371"/>
            <a:ext cx="6770271" cy="6770271"/>
          </a:xfrm>
          <a:custGeom>
            <a:avLst/>
            <a:gdLst/>
            <a:ahLst/>
            <a:cxnLst/>
            <a:rect l="l" t="t" r="r" b="b"/>
            <a:pathLst>
              <a:path w="10155406" h="10155406">
                <a:moveTo>
                  <a:pt x="0" y="0"/>
                </a:moveTo>
                <a:lnTo>
                  <a:pt x="10155406" y="0"/>
                </a:lnTo>
                <a:lnTo>
                  <a:pt x="10155406" y="10155406"/>
                </a:lnTo>
                <a:lnTo>
                  <a:pt x="0" y="1015540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fr-FR"/>
          </a:p>
        </p:txBody>
      </p:sp>
      <p:grpSp>
        <p:nvGrpSpPr>
          <p:cNvPr id="7" name="Group 7"/>
          <p:cNvGrpSpPr>
            <a:grpSpLocks noChangeAspect="1"/>
          </p:cNvGrpSpPr>
          <p:nvPr/>
        </p:nvGrpSpPr>
        <p:grpSpPr>
          <a:xfrm>
            <a:off x="6788402" y="1071316"/>
            <a:ext cx="3503259" cy="5786685"/>
            <a:chOff x="0" y="0"/>
            <a:chExt cx="3844290" cy="6350000"/>
          </a:xfrm>
        </p:grpSpPr>
        <p:sp>
          <p:nvSpPr>
            <p:cNvPr id="8" name="Freeform 8"/>
            <p:cNvSpPr/>
            <p:nvPr/>
          </p:nvSpPr>
          <p:spPr>
            <a:xfrm>
              <a:off x="0" y="0"/>
              <a:ext cx="3843020" cy="6350000"/>
            </a:xfrm>
            <a:custGeom>
              <a:avLst/>
              <a:gdLst/>
              <a:ahLst/>
              <a:cxnLst/>
              <a:rect l="l" t="t" r="r" b="b"/>
              <a:pathLst>
                <a:path w="3843020" h="6350000">
                  <a:moveTo>
                    <a:pt x="1205230" y="0"/>
                  </a:moveTo>
                  <a:lnTo>
                    <a:pt x="2637790" y="0"/>
                  </a:lnTo>
                  <a:cubicBezTo>
                    <a:pt x="3303270" y="0"/>
                    <a:pt x="3843020" y="539750"/>
                    <a:pt x="3843020" y="1205230"/>
                  </a:cubicBezTo>
                  <a:lnTo>
                    <a:pt x="3843020" y="6350000"/>
                  </a:lnTo>
                  <a:lnTo>
                    <a:pt x="3843020" y="6350000"/>
                  </a:lnTo>
                  <a:lnTo>
                    <a:pt x="0" y="6350000"/>
                  </a:lnTo>
                  <a:lnTo>
                    <a:pt x="0" y="6350000"/>
                  </a:lnTo>
                  <a:lnTo>
                    <a:pt x="0" y="1205230"/>
                  </a:lnTo>
                  <a:cubicBezTo>
                    <a:pt x="0" y="539750"/>
                    <a:pt x="539750" y="0"/>
                    <a:pt x="1205230" y="0"/>
                  </a:cubicBezTo>
                  <a:close/>
                </a:path>
              </a:pathLst>
            </a:custGeom>
            <a:blipFill>
              <a:blip r:embed="rId5">
                <a:extLst>
                  <a:ext uri="{28A0092B-C50C-407E-A947-70E740481C1C}">
                    <a14:useLocalDpi xmlns:a14="http://schemas.microsoft.com/office/drawing/2010/main" val="0"/>
                  </a:ext>
                </a:extLst>
              </a:blip>
              <a:stretch>
                <a:fillRect/>
              </a:stretch>
            </a:blipFill>
          </p:spPr>
          <p:txBody>
            <a:bodyPr/>
            <a:lstStyle/>
            <a:p>
              <a:endParaRPr lang="fr-FR"/>
            </a:p>
          </p:txBody>
        </p:sp>
      </p:grpSp>
      <p:sp>
        <p:nvSpPr>
          <p:cNvPr id="9" name="Freeform 9"/>
          <p:cNvSpPr/>
          <p:nvPr/>
        </p:nvSpPr>
        <p:spPr>
          <a:xfrm rot="5400000">
            <a:off x="11162471" y="3428724"/>
            <a:ext cx="1372706" cy="686353"/>
          </a:xfrm>
          <a:custGeom>
            <a:avLst/>
            <a:gdLst/>
            <a:ahLst/>
            <a:cxnLst/>
            <a:rect l="l" t="t" r="r" b="b"/>
            <a:pathLst>
              <a:path w="2059059" h="1029529">
                <a:moveTo>
                  <a:pt x="0" y="0"/>
                </a:moveTo>
                <a:lnTo>
                  <a:pt x="2059059" y="0"/>
                </a:lnTo>
                <a:lnTo>
                  <a:pt x="2059059" y="1029530"/>
                </a:lnTo>
                <a:lnTo>
                  <a:pt x="0" y="102953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fr-FR"/>
          </a:p>
        </p:txBody>
      </p:sp>
      <p:sp>
        <p:nvSpPr>
          <p:cNvPr id="10" name="Freeform 10"/>
          <p:cNvSpPr/>
          <p:nvPr/>
        </p:nvSpPr>
        <p:spPr>
          <a:xfrm>
            <a:off x="11287125" y="6016533"/>
            <a:ext cx="311335" cy="311335"/>
          </a:xfrm>
          <a:custGeom>
            <a:avLst/>
            <a:gdLst/>
            <a:ahLst/>
            <a:cxnLst/>
            <a:rect l="l" t="t" r="r" b="b"/>
            <a:pathLst>
              <a:path w="467003" h="467003">
                <a:moveTo>
                  <a:pt x="0" y="0"/>
                </a:moveTo>
                <a:lnTo>
                  <a:pt x="467003" y="0"/>
                </a:lnTo>
                <a:lnTo>
                  <a:pt x="467003" y="467002"/>
                </a:lnTo>
                <a:lnTo>
                  <a:pt x="0" y="46700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fr-FR"/>
          </a:p>
        </p:txBody>
      </p:sp>
      <p:sp>
        <p:nvSpPr>
          <p:cNvPr id="11" name="Freeform 11"/>
          <p:cNvSpPr/>
          <p:nvPr/>
        </p:nvSpPr>
        <p:spPr>
          <a:xfrm>
            <a:off x="10869079" y="6016533"/>
            <a:ext cx="311335" cy="311335"/>
          </a:xfrm>
          <a:custGeom>
            <a:avLst/>
            <a:gdLst/>
            <a:ahLst/>
            <a:cxnLst/>
            <a:rect l="l" t="t" r="r" b="b"/>
            <a:pathLst>
              <a:path w="467003" h="467003">
                <a:moveTo>
                  <a:pt x="0" y="0"/>
                </a:moveTo>
                <a:lnTo>
                  <a:pt x="467002" y="0"/>
                </a:lnTo>
                <a:lnTo>
                  <a:pt x="467002" y="467002"/>
                </a:lnTo>
                <a:lnTo>
                  <a:pt x="0" y="46700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fr-FR"/>
          </a:p>
        </p:txBody>
      </p:sp>
      <p:sp>
        <p:nvSpPr>
          <p:cNvPr id="12" name="Freeform 12"/>
          <p:cNvSpPr/>
          <p:nvPr/>
        </p:nvSpPr>
        <p:spPr>
          <a:xfrm>
            <a:off x="11407306" y="6105234"/>
            <a:ext cx="81364" cy="133933"/>
          </a:xfrm>
          <a:custGeom>
            <a:avLst/>
            <a:gdLst/>
            <a:ahLst/>
            <a:cxnLst/>
            <a:rect l="l" t="t" r="r" b="b"/>
            <a:pathLst>
              <a:path w="122046" h="200900">
                <a:moveTo>
                  <a:pt x="0" y="0"/>
                </a:moveTo>
                <a:lnTo>
                  <a:pt x="122047" y="0"/>
                </a:lnTo>
                <a:lnTo>
                  <a:pt x="122047" y="200900"/>
                </a:lnTo>
                <a:lnTo>
                  <a:pt x="0" y="2009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fr-FR"/>
          </a:p>
        </p:txBody>
      </p:sp>
      <p:sp>
        <p:nvSpPr>
          <p:cNvPr id="13" name="Freeform 13"/>
          <p:cNvSpPr/>
          <p:nvPr/>
        </p:nvSpPr>
        <p:spPr>
          <a:xfrm rot="-10800000">
            <a:off x="10984063" y="6105234"/>
            <a:ext cx="81364" cy="133933"/>
          </a:xfrm>
          <a:custGeom>
            <a:avLst/>
            <a:gdLst/>
            <a:ahLst/>
            <a:cxnLst/>
            <a:rect l="l" t="t" r="r" b="b"/>
            <a:pathLst>
              <a:path w="122046" h="200900">
                <a:moveTo>
                  <a:pt x="0" y="0"/>
                </a:moveTo>
                <a:lnTo>
                  <a:pt x="122046" y="0"/>
                </a:lnTo>
                <a:lnTo>
                  <a:pt x="122046" y="200900"/>
                </a:lnTo>
                <a:lnTo>
                  <a:pt x="0" y="2009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fr-FR"/>
          </a:p>
        </p:txBody>
      </p:sp>
      <p:sp>
        <p:nvSpPr>
          <p:cNvPr id="16" name="Freeform 16"/>
          <p:cNvSpPr/>
          <p:nvPr/>
        </p:nvSpPr>
        <p:spPr>
          <a:xfrm>
            <a:off x="11235787" y="802738"/>
            <a:ext cx="153475" cy="153475"/>
          </a:xfrm>
          <a:custGeom>
            <a:avLst/>
            <a:gdLst/>
            <a:ahLst/>
            <a:cxnLst/>
            <a:rect l="l" t="t" r="r" b="b"/>
            <a:pathLst>
              <a:path w="230213" h="230213">
                <a:moveTo>
                  <a:pt x="0" y="0"/>
                </a:moveTo>
                <a:lnTo>
                  <a:pt x="230213" y="0"/>
                </a:lnTo>
                <a:lnTo>
                  <a:pt x="230213" y="230213"/>
                </a:lnTo>
                <a:lnTo>
                  <a:pt x="0" y="23021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fr-FR"/>
          </a:p>
        </p:txBody>
      </p:sp>
      <p:sp>
        <p:nvSpPr>
          <p:cNvPr id="17" name="TextBox 17"/>
          <p:cNvSpPr txBox="1"/>
          <p:nvPr/>
        </p:nvSpPr>
        <p:spPr>
          <a:xfrm>
            <a:off x="9991616" y="787582"/>
            <a:ext cx="850557" cy="179536"/>
          </a:xfrm>
          <a:prstGeom prst="rect">
            <a:avLst/>
          </a:prstGeom>
        </p:spPr>
        <p:txBody>
          <a:bodyPr lIns="0" tIns="0" rIns="0" bIns="0" rtlCol="0" anchor="t">
            <a:spAutoFit/>
          </a:bodyPr>
          <a:lstStyle/>
          <a:p>
            <a:pPr defTabSz="609630">
              <a:lnSpc>
                <a:spcPts val="1440"/>
              </a:lnSpc>
            </a:pPr>
            <a:r>
              <a:rPr lang="en-US" sz="1200">
                <a:solidFill>
                  <a:srgbClr val="3B41C9"/>
                </a:solidFill>
                <a:latin typeface="Montserrat"/>
              </a:rPr>
              <a:t>Search . . .</a:t>
            </a:r>
          </a:p>
        </p:txBody>
      </p:sp>
      <p:sp>
        <p:nvSpPr>
          <p:cNvPr id="18" name="Freeform 18"/>
          <p:cNvSpPr/>
          <p:nvPr/>
        </p:nvSpPr>
        <p:spPr>
          <a:xfrm>
            <a:off x="-1025364" y="5832636"/>
            <a:ext cx="2050728" cy="2050728"/>
          </a:xfrm>
          <a:custGeom>
            <a:avLst/>
            <a:gdLst/>
            <a:ahLst/>
            <a:cxnLst/>
            <a:rect l="l" t="t" r="r" b="b"/>
            <a:pathLst>
              <a:path w="3076092" h="3076092">
                <a:moveTo>
                  <a:pt x="0" y="0"/>
                </a:moveTo>
                <a:lnTo>
                  <a:pt x="3076092" y="0"/>
                </a:lnTo>
                <a:lnTo>
                  <a:pt x="3076092" y="3076092"/>
                </a:lnTo>
                <a:lnTo>
                  <a:pt x="0" y="3076092"/>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fr-FR"/>
          </a:p>
        </p:txBody>
      </p:sp>
      <p:sp>
        <p:nvSpPr>
          <p:cNvPr id="21" name="Freeform 21"/>
          <p:cNvSpPr/>
          <p:nvPr/>
        </p:nvSpPr>
        <p:spPr>
          <a:xfrm>
            <a:off x="7207761" y="1073151"/>
            <a:ext cx="281243" cy="281243"/>
          </a:xfrm>
          <a:custGeom>
            <a:avLst/>
            <a:gdLst/>
            <a:ahLst/>
            <a:cxnLst/>
            <a:rect l="l" t="t" r="r" b="b"/>
            <a:pathLst>
              <a:path w="421865" h="421865">
                <a:moveTo>
                  <a:pt x="0" y="0"/>
                </a:moveTo>
                <a:lnTo>
                  <a:pt x="421865" y="0"/>
                </a:lnTo>
                <a:lnTo>
                  <a:pt x="421865" y="421865"/>
                </a:lnTo>
                <a:lnTo>
                  <a:pt x="0" y="421865"/>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fr-FR"/>
          </a:p>
        </p:txBody>
      </p:sp>
      <p:sp>
        <p:nvSpPr>
          <p:cNvPr id="3" name="Espace réservé du numéro de diapositive 4">
            <a:extLst>
              <a:ext uri="{FF2B5EF4-FFF2-40B4-BE49-F238E27FC236}">
                <a16:creationId xmlns:a16="http://schemas.microsoft.com/office/drawing/2014/main" id="{2365E738-3A13-3CF1-3C9F-E640A79DCAD8}"/>
              </a:ext>
            </a:extLst>
          </p:cNvPr>
          <p:cNvSpPr>
            <a:spLocks noGrp="1"/>
          </p:cNvSpPr>
          <p:nvPr>
            <p:ph type="sldNum" sz="quarter" idx="12"/>
          </p:nvPr>
        </p:nvSpPr>
        <p:spPr>
          <a:xfrm>
            <a:off x="5729859" y="6248666"/>
            <a:ext cx="723492" cy="500106"/>
          </a:xfrm>
          <a:prstGeom prst="ellipse">
            <a:avLst/>
          </a:prstGeom>
          <a:ln>
            <a:solidFill>
              <a:srgbClr val="0070C0"/>
            </a:solidFill>
          </a:ln>
        </p:spPr>
        <p:style>
          <a:lnRef idx="2">
            <a:schemeClr val="accent2"/>
          </a:lnRef>
          <a:fillRef idx="1">
            <a:schemeClr val="lt1"/>
          </a:fillRef>
          <a:effectRef idx="0">
            <a:schemeClr val="accent2"/>
          </a:effectRef>
          <a:fontRef idx="minor">
            <a:schemeClr val="dk1"/>
          </a:fontRef>
        </p:style>
        <p:txBody>
          <a:bodyPr/>
          <a:lstStyle/>
          <a:p>
            <a:r>
              <a:rPr lang="fr-ML" sz="2000" b="1" dirty="0">
                <a:solidFill>
                  <a:srgbClr val="002060"/>
                </a:solidFill>
                <a:latin typeface="Nunito Sans Black" pitchFamily="2" charset="0"/>
              </a:rPr>
              <a:t>9</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1000" fill="hold"/>
                                        <p:tgtEl>
                                          <p:spTgt spid="4"/>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rot="-5400000" flipH="1">
            <a:off x="11050316" y="5716316"/>
            <a:ext cx="1141685" cy="1141685"/>
          </a:xfrm>
          <a:custGeom>
            <a:avLst/>
            <a:gdLst/>
            <a:ahLst/>
            <a:cxnLst/>
            <a:rect l="l" t="t" r="r" b="b"/>
            <a:pathLst>
              <a:path w="1712527" h="1712527">
                <a:moveTo>
                  <a:pt x="1712527" y="0"/>
                </a:moveTo>
                <a:lnTo>
                  <a:pt x="0" y="0"/>
                </a:lnTo>
                <a:lnTo>
                  <a:pt x="0" y="1712527"/>
                </a:lnTo>
                <a:lnTo>
                  <a:pt x="1712527" y="1712527"/>
                </a:lnTo>
                <a:lnTo>
                  <a:pt x="1712527"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fr-FR"/>
          </a:p>
        </p:txBody>
      </p:sp>
      <p:sp>
        <p:nvSpPr>
          <p:cNvPr id="6" name="Freeform 6"/>
          <p:cNvSpPr/>
          <p:nvPr/>
        </p:nvSpPr>
        <p:spPr>
          <a:xfrm rot="-5400000" flipH="1">
            <a:off x="10734352" y="5343176"/>
            <a:ext cx="1141685" cy="1141685"/>
          </a:xfrm>
          <a:custGeom>
            <a:avLst/>
            <a:gdLst/>
            <a:ahLst/>
            <a:cxnLst/>
            <a:rect l="l" t="t" r="r" b="b"/>
            <a:pathLst>
              <a:path w="1712527" h="1712527">
                <a:moveTo>
                  <a:pt x="1712528" y="0"/>
                </a:moveTo>
                <a:lnTo>
                  <a:pt x="0" y="0"/>
                </a:lnTo>
                <a:lnTo>
                  <a:pt x="0" y="1712527"/>
                </a:lnTo>
                <a:lnTo>
                  <a:pt x="1712528" y="1712527"/>
                </a:lnTo>
                <a:lnTo>
                  <a:pt x="1712528"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fr-FR"/>
          </a:p>
        </p:txBody>
      </p:sp>
      <p:sp>
        <p:nvSpPr>
          <p:cNvPr id="15" name="Freeform 15"/>
          <p:cNvSpPr/>
          <p:nvPr/>
        </p:nvSpPr>
        <p:spPr>
          <a:xfrm>
            <a:off x="-1371600" y="-1371600"/>
            <a:ext cx="2743200" cy="27432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fr-FR"/>
          </a:p>
        </p:txBody>
      </p:sp>
      <p:sp>
        <p:nvSpPr>
          <p:cNvPr id="20" name="Freeform 20"/>
          <p:cNvSpPr/>
          <p:nvPr/>
        </p:nvSpPr>
        <p:spPr>
          <a:xfrm>
            <a:off x="10769073" y="1902823"/>
            <a:ext cx="281243" cy="281243"/>
          </a:xfrm>
          <a:custGeom>
            <a:avLst/>
            <a:gdLst/>
            <a:ahLst/>
            <a:cxnLst/>
            <a:rect l="l" t="t" r="r" b="b"/>
            <a:pathLst>
              <a:path w="421865" h="421865">
                <a:moveTo>
                  <a:pt x="0" y="0"/>
                </a:moveTo>
                <a:lnTo>
                  <a:pt x="421865" y="0"/>
                </a:lnTo>
                <a:lnTo>
                  <a:pt x="421865" y="421865"/>
                </a:lnTo>
                <a:lnTo>
                  <a:pt x="0" y="42186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fr-FR"/>
          </a:p>
        </p:txBody>
      </p:sp>
      <p:sp>
        <p:nvSpPr>
          <p:cNvPr id="21" name="Freeform 21"/>
          <p:cNvSpPr/>
          <p:nvPr/>
        </p:nvSpPr>
        <p:spPr>
          <a:xfrm>
            <a:off x="685801" y="4408619"/>
            <a:ext cx="281243" cy="281243"/>
          </a:xfrm>
          <a:custGeom>
            <a:avLst/>
            <a:gdLst/>
            <a:ahLst/>
            <a:cxnLst/>
            <a:rect l="l" t="t" r="r" b="b"/>
            <a:pathLst>
              <a:path w="421865" h="421865">
                <a:moveTo>
                  <a:pt x="0" y="0"/>
                </a:moveTo>
                <a:lnTo>
                  <a:pt x="421865" y="0"/>
                </a:lnTo>
                <a:lnTo>
                  <a:pt x="421865" y="421865"/>
                </a:lnTo>
                <a:lnTo>
                  <a:pt x="0" y="42186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fr-FR"/>
          </a:p>
        </p:txBody>
      </p:sp>
      <p:sp>
        <p:nvSpPr>
          <p:cNvPr id="25" name="TextBox 25"/>
          <p:cNvSpPr txBox="1"/>
          <p:nvPr/>
        </p:nvSpPr>
        <p:spPr>
          <a:xfrm>
            <a:off x="9991616" y="787582"/>
            <a:ext cx="850557" cy="179536"/>
          </a:xfrm>
          <a:prstGeom prst="rect">
            <a:avLst/>
          </a:prstGeom>
        </p:spPr>
        <p:txBody>
          <a:bodyPr lIns="0" tIns="0" rIns="0" bIns="0" rtlCol="0" anchor="t">
            <a:spAutoFit/>
          </a:bodyPr>
          <a:lstStyle/>
          <a:p>
            <a:pPr defTabSz="609630">
              <a:lnSpc>
                <a:spcPts val="1440"/>
              </a:lnSpc>
            </a:pPr>
            <a:r>
              <a:rPr lang="en-US" sz="1200">
                <a:solidFill>
                  <a:srgbClr val="FFFFFF"/>
                </a:solidFill>
                <a:latin typeface="Montserrat"/>
              </a:rPr>
              <a:t>Search . . .</a:t>
            </a:r>
          </a:p>
        </p:txBody>
      </p:sp>
      <p:sp>
        <p:nvSpPr>
          <p:cNvPr id="26" name="TextBox 26"/>
          <p:cNvSpPr txBox="1"/>
          <p:nvPr/>
        </p:nvSpPr>
        <p:spPr>
          <a:xfrm>
            <a:off x="535904" y="728278"/>
            <a:ext cx="978920" cy="246734"/>
          </a:xfrm>
          <a:prstGeom prst="rect">
            <a:avLst/>
          </a:prstGeom>
        </p:spPr>
        <p:txBody>
          <a:bodyPr lIns="0" tIns="0" rIns="0" bIns="0" rtlCol="0" anchor="t">
            <a:spAutoFit/>
          </a:bodyPr>
          <a:lstStyle/>
          <a:p>
            <a:pPr algn="r" defTabSz="609630">
              <a:lnSpc>
                <a:spcPts val="2147"/>
              </a:lnSpc>
            </a:pPr>
            <a:r>
              <a:rPr lang="en-US" sz="1533" dirty="0">
                <a:solidFill>
                  <a:srgbClr val="3B41C9"/>
                </a:solidFill>
                <a:latin typeface="Montserrat Classic Bold"/>
              </a:rPr>
              <a:t>OPTIRH</a:t>
            </a:r>
          </a:p>
        </p:txBody>
      </p:sp>
      <p:sp>
        <p:nvSpPr>
          <p:cNvPr id="28" name="TextBox 28"/>
          <p:cNvSpPr txBox="1"/>
          <p:nvPr/>
        </p:nvSpPr>
        <p:spPr>
          <a:xfrm>
            <a:off x="2179188" y="692883"/>
            <a:ext cx="7833625" cy="564257"/>
          </a:xfrm>
          <a:prstGeom prst="rect">
            <a:avLst/>
          </a:prstGeom>
        </p:spPr>
        <p:txBody>
          <a:bodyPr wrap="square" lIns="0" tIns="0" rIns="0" bIns="0" rtlCol="0" anchor="t">
            <a:spAutoFit/>
          </a:bodyPr>
          <a:lstStyle/>
          <a:p>
            <a:pPr algn="ctr" defTabSz="609630">
              <a:lnSpc>
                <a:spcPts val="4400"/>
              </a:lnSpc>
            </a:pPr>
            <a:r>
              <a:rPr lang="en-US" sz="4000" dirty="0">
                <a:solidFill>
                  <a:srgbClr val="3B41C9"/>
                </a:solidFill>
                <a:latin typeface="ADLaM Display" panose="02010000000000000000" pitchFamily="2" charset="0"/>
                <a:ea typeface="ADLaM Display" panose="02010000000000000000" pitchFamily="2" charset="0"/>
                <a:cs typeface="ADLaM Display" panose="02010000000000000000" pitchFamily="2" charset="0"/>
              </a:rPr>
              <a:t>PROTOCOLE CLIENT/SERVEUR</a:t>
            </a:r>
          </a:p>
        </p:txBody>
      </p:sp>
      <p:sp>
        <p:nvSpPr>
          <p:cNvPr id="35" name="Freeform 35"/>
          <p:cNvSpPr/>
          <p:nvPr/>
        </p:nvSpPr>
        <p:spPr>
          <a:xfrm>
            <a:off x="1103848" y="6016533"/>
            <a:ext cx="311335" cy="311335"/>
          </a:xfrm>
          <a:custGeom>
            <a:avLst/>
            <a:gdLst/>
            <a:ahLst/>
            <a:cxnLst/>
            <a:rect l="l" t="t" r="r" b="b"/>
            <a:pathLst>
              <a:path w="467003" h="467003">
                <a:moveTo>
                  <a:pt x="0" y="0"/>
                </a:moveTo>
                <a:lnTo>
                  <a:pt x="467002" y="0"/>
                </a:lnTo>
                <a:lnTo>
                  <a:pt x="467002" y="467002"/>
                </a:lnTo>
                <a:lnTo>
                  <a:pt x="0" y="46700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fr-FR"/>
          </a:p>
        </p:txBody>
      </p:sp>
      <p:sp>
        <p:nvSpPr>
          <p:cNvPr id="36" name="Freeform 36"/>
          <p:cNvSpPr/>
          <p:nvPr/>
        </p:nvSpPr>
        <p:spPr>
          <a:xfrm>
            <a:off x="685801" y="6016533"/>
            <a:ext cx="311335" cy="311335"/>
          </a:xfrm>
          <a:custGeom>
            <a:avLst/>
            <a:gdLst/>
            <a:ahLst/>
            <a:cxnLst/>
            <a:rect l="l" t="t" r="r" b="b"/>
            <a:pathLst>
              <a:path w="467003" h="467003">
                <a:moveTo>
                  <a:pt x="0" y="0"/>
                </a:moveTo>
                <a:lnTo>
                  <a:pt x="467003" y="0"/>
                </a:lnTo>
                <a:lnTo>
                  <a:pt x="467003" y="467002"/>
                </a:lnTo>
                <a:lnTo>
                  <a:pt x="0" y="46700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fr-FR"/>
          </a:p>
        </p:txBody>
      </p:sp>
      <p:sp>
        <p:nvSpPr>
          <p:cNvPr id="37" name="Freeform 37"/>
          <p:cNvSpPr/>
          <p:nvPr/>
        </p:nvSpPr>
        <p:spPr>
          <a:xfrm>
            <a:off x="1224028" y="6105234"/>
            <a:ext cx="81364" cy="133933"/>
          </a:xfrm>
          <a:custGeom>
            <a:avLst/>
            <a:gdLst/>
            <a:ahLst/>
            <a:cxnLst/>
            <a:rect l="l" t="t" r="r" b="b"/>
            <a:pathLst>
              <a:path w="122046" h="200900">
                <a:moveTo>
                  <a:pt x="0" y="0"/>
                </a:moveTo>
                <a:lnTo>
                  <a:pt x="122047" y="0"/>
                </a:lnTo>
                <a:lnTo>
                  <a:pt x="122047" y="200900"/>
                </a:lnTo>
                <a:lnTo>
                  <a:pt x="0" y="20090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fr-FR"/>
          </a:p>
        </p:txBody>
      </p:sp>
      <p:sp>
        <p:nvSpPr>
          <p:cNvPr id="38" name="Freeform 38"/>
          <p:cNvSpPr/>
          <p:nvPr/>
        </p:nvSpPr>
        <p:spPr>
          <a:xfrm rot="-10800000">
            <a:off x="800785" y="6105234"/>
            <a:ext cx="81364" cy="133933"/>
          </a:xfrm>
          <a:custGeom>
            <a:avLst/>
            <a:gdLst/>
            <a:ahLst/>
            <a:cxnLst/>
            <a:rect l="l" t="t" r="r" b="b"/>
            <a:pathLst>
              <a:path w="122046" h="200900">
                <a:moveTo>
                  <a:pt x="0" y="0"/>
                </a:moveTo>
                <a:lnTo>
                  <a:pt x="122047" y="0"/>
                </a:lnTo>
                <a:lnTo>
                  <a:pt x="122047" y="200900"/>
                </a:lnTo>
                <a:lnTo>
                  <a:pt x="0" y="20090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fr-FR"/>
          </a:p>
        </p:txBody>
      </p:sp>
      <p:sp>
        <p:nvSpPr>
          <p:cNvPr id="2" name="Espace réservé du numéro de diapositive 4">
            <a:extLst>
              <a:ext uri="{FF2B5EF4-FFF2-40B4-BE49-F238E27FC236}">
                <a16:creationId xmlns:a16="http://schemas.microsoft.com/office/drawing/2014/main" id="{A31F70A3-9006-2D80-E0F6-ABCC0FE7F18F}"/>
              </a:ext>
            </a:extLst>
          </p:cNvPr>
          <p:cNvSpPr>
            <a:spLocks noGrp="1"/>
          </p:cNvSpPr>
          <p:nvPr>
            <p:ph type="sldNum" sz="quarter" idx="12"/>
          </p:nvPr>
        </p:nvSpPr>
        <p:spPr>
          <a:xfrm>
            <a:off x="5729859" y="6248666"/>
            <a:ext cx="723492" cy="500106"/>
          </a:xfrm>
          <a:prstGeom prst="ellipse">
            <a:avLst/>
          </a:prstGeom>
          <a:ln>
            <a:solidFill>
              <a:srgbClr val="0070C0"/>
            </a:solidFill>
          </a:ln>
        </p:spPr>
        <p:style>
          <a:lnRef idx="2">
            <a:schemeClr val="accent2"/>
          </a:lnRef>
          <a:fillRef idx="1">
            <a:schemeClr val="lt1"/>
          </a:fillRef>
          <a:effectRef idx="0">
            <a:schemeClr val="accent2"/>
          </a:effectRef>
          <a:fontRef idx="minor">
            <a:schemeClr val="dk1"/>
          </a:fontRef>
        </p:style>
        <p:txBody>
          <a:bodyPr/>
          <a:lstStyle/>
          <a:p>
            <a:r>
              <a:rPr lang="fr-ML" sz="2000" b="1" dirty="0">
                <a:solidFill>
                  <a:srgbClr val="002060"/>
                </a:solidFill>
                <a:latin typeface="Nunito Sans Black" pitchFamily="2" charset="0"/>
              </a:rPr>
              <a:t>10</a:t>
            </a:r>
          </a:p>
        </p:txBody>
      </p:sp>
      <p:sp>
        <p:nvSpPr>
          <p:cNvPr id="3" name="ZoneTexte 2">
            <a:extLst>
              <a:ext uri="{FF2B5EF4-FFF2-40B4-BE49-F238E27FC236}">
                <a16:creationId xmlns:a16="http://schemas.microsoft.com/office/drawing/2014/main" id="{99EAC145-0337-1221-E90B-A68A04AC3E02}"/>
              </a:ext>
            </a:extLst>
          </p:cNvPr>
          <p:cNvSpPr txBox="1"/>
          <p:nvPr/>
        </p:nvSpPr>
        <p:spPr>
          <a:xfrm>
            <a:off x="1527008" y="1392350"/>
            <a:ext cx="9137984" cy="3039037"/>
          </a:xfrm>
          <a:prstGeom prst="rect">
            <a:avLst/>
          </a:prstGeom>
          <a:noFill/>
        </p:spPr>
        <p:txBody>
          <a:bodyPr wrap="square" rtlCol="0">
            <a:spAutoFit/>
          </a:bodyPr>
          <a:lstStyle/>
          <a:p>
            <a:pPr>
              <a:lnSpc>
                <a:spcPct val="250000"/>
              </a:lnSpc>
            </a:pPr>
            <a:r>
              <a:rPr lang="fr-FR" sz="2000" dirty="0">
                <a:latin typeface="ADLaM Display" panose="02010000000000000000" pitchFamily="2" charset="0"/>
                <a:ea typeface="ADLaM Display" panose="02010000000000000000" pitchFamily="2" charset="0"/>
                <a:cs typeface="ADLaM Display" panose="02010000000000000000" pitchFamily="2" charset="0"/>
              </a:rPr>
              <a:t>Le protocole client/serveur est un modèle de communication dans lequel un client envoie des requêtes à un serveur, qui traite ces requêtes et renvoie les réponses appropriées.</a:t>
            </a:r>
          </a:p>
          <a:p>
            <a:pPr>
              <a:lnSpc>
                <a:spcPct val="250000"/>
              </a:lnSpc>
            </a:pPr>
            <a:endParaRPr lang="fr-FR" sz="2000" dirty="0">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18291065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rot="-5400000" flipH="1">
            <a:off x="11050316" y="5716316"/>
            <a:ext cx="1141685" cy="1141685"/>
          </a:xfrm>
          <a:custGeom>
            <a:avLst/>
            <a:gdLst/>
            <a:ahLst/>
            <a:cxnLst/>
            <a:rect l="l" t="t" r="r" b="b"/>
            <a:pathLst>
              <a:path w="1712527" h="1712527">
                <a:moveTo>
                  <a:pt x="1712527" y="0"/>
                </a:moveTo>
                <a:lnTo>
                  <a:pt x="0" y="0"/>
                </a:lnTo>
                <a:lnTo>
                  <a:pt x="0" y="1712527"/>
                </a:lnTo>
                <a:lnTo>
                  <a:pt x="1712527" y="1712527"/>
                </a:lnTo>
                <a:lnTo>
                  <a:pt x="1712527"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fr-FR"/>
          </a:p>
        </p:txBody>
      </p:sp>
      <p:sp>
        <p:nvSpPr>
          <p:cNvPr id="6" name="Freeform 6"/>
          <p:cNvSpPr/>
          <p:nvPr/>
        </p:nvSpPr>
        <p:spPr>
          <a:xfrm rot="-5400000" flipH="1">
            <a:off x="10734352" y="5343176"/>
            <a:ext cx="1141685" cy="1141685"/>
          </a:xfrm>
          <a:custGeom>
            <a:avLst/>
            <a:gdLst/>
            <a:ahLst/>
            <a:cxnLst/>
            <a:rect l="l" t="t" r="r" b="b"/>
            <a:pathLst>
              <a:path w="1712527" h="1712527">
                <a:moveTo>
                  <a:pt x="1712528" y="0"/>
                </a:moveTo>
                <a:lnTo>
                  <a:pt x="0" y="0"/>
                </a:lnTo>
                <a:lnTo>
                  <a:pt x="0" y="1712527"/>
                </a:lnTo>
                <a:lnTo>
                  <a:pt x="1712528" y="1712527"/>
                </a:lnTo>
                <a:lnTo>
                  <a:pt x="1712528"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fr-FR"/>
          </a:p>
        </p:txBody>
      </p:sp>
      <p:sp>
        <p:nvSpPr>
          <p:cNvPr id="15" name="Freeform 15"/>
          <p:cNvSpPr/>
          <p:nvPr/>
        </p:nvSpPr>
        <p:spPr>
          <a:xfrm>
            <a:off x="-1371600" y="-1371600"/>
            <a:ext cx="2743200" cy="27432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fr-FR"/>
          </a:p>
        </p:txBody>
      </p:sp>
      <p:sp>
        <p:nvSpPr>
          <p:cNvPr id="20" name="Freeform 20"/>
          <p:cNvSpPr/>
          <p:nvPr/>
        </p:nvSpPr>
        <p:spPr>
          <a:xfrm>
            <a:off x="10769073" y="1902823"/>
            <a:ext cx="281243" cy="281243"/>
          </a:xfrm>
          <a:custGeom>
            <a:avLst/>
            <a:gdLst/>
            <a:ahLst/>
            <a:cxnLst/>
            <a:rect l="l" t="t" r="r" b="b"/>
            <a:pathLst>
              <a:path w="421865" h="421865">
                <a:moveTo>
                  <a:pt x="0" y="0"/>
                </a:moveTo>
                <a:lnTo>
                  <a:pt x="421865" y="0"/>
                </a:lnTo>
                <a:lnTo>
                  <a:pt x="421865" y="421865"/>
                </a:lnTo>
                <a:lnTo>
                  <a:pt x="0" y="42186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fr-FR"/>
          </a:p>
        </p:txBody>
      </p:sp>
      <p:sp>
        <p:nvSpPr>
          <p:cNvPr id="21" name="Freeform 21"/>
          <p:cNvSpPr/>
          <p:nvPr/>
        </p:nvSpPr>
        <p:spPr>
          <a:xfrm>
            <a:off x="685801" y="4408619"/>
            <a:ext cx="281243" cy="281243"/>
          </a:xfrm>
          <a:custGeom>
            <a:avLst/>
            <a:gdLst/>
            <a:ahLst/>
            <a:cxnLst/>
            <a:rect l="l" t="t" r="r" b="b"/>
            <a:pathLst>
              <a:path w="421865" h="421865">
                <a:moveTo>
                  <a:pt x="0" y="0"/>
                </a:moveTo>
                <a:lnTo>
                  <a:pt x="421865" y="0"/>
                </a:lnTo>
                <a:lnTo>
                  <a:pt x="421865" y="421865"/>
                </a:lnTo>
                <a:lnTo>
                  <a:pt x="0" y="42186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fr-FR"/>
          </a:p>
        </p:txBody>
      </p:sp>
      <p:sp>
        <p:nvSpPr>
          <p:cNvPr id="25" name="TextBox 25"/>
          <p:cNvSpPr txBox="1"/>
          <p:nvPr/>
        </p:nvSpPr>
        <p:spPr>
          <a:xfrm>
            <a:off x="9991616" y="787582"/>
            <a:ext cx="850557" cy="179536"/>
          </a:xfrm>
          <a:prstGeom prst="rect">
            <a:avLst/>
          </a:prstGeom>
        </p:spPr>
        <p:txBody>
          <a:bodyPr lIns="0" tIns="0" rIns="0" bIns="0" rtlCol="0" anchor="t">
            <a:spAutoFit/>
          </a:bodyPr>
          <a:lstStyle/>
          <a:p>
            <a:pPr defTabSz="609630">
              <a:lnSpc>
                <a:spcPts val="1440"/>
              </a:lnSpc>
            </a:pPr>
            <a:r>
              <a:rPr lang="en-US" sz="1200">
                <a:solidFill>
                  <a:srgbClr val="FFFFFF"/>
                </a:solidFill>
                <a:latin typeface="Montserrat"/>
              </a:rPr>
              <a:t>Search . . .</a:t>
            </a:r>
          </a:p>
        </p:txBody>
      </p:sp>
      <p:sp>
        <p:nvSpPr>
          <p:cNvPr id="26" name="TextBox 26"/>
          <p:cNvSpPr txBox="1"/>
          <p:nvPr/>
        </p:nvSpPr>
        <p:spPr>
          <a:xfrm>
            <a:off x="535904" y="728278"/>
            <a:ext cx="978920" cy="246734"/>
          </a:xfrm>
          <a:prstGeom prst="rect">
            <a:avLst/>
          </a:prstGeom>
        </p:spPr>
        <p:txBody>
          <a:bodyPr lIns="0" tIns="0" rIns="0" bIns="0" rtlCol="0" anchor="t">
            <a:spAutoFit/>
          </a:bodyPr>
          <a:lstStyle/>
          <a:p>
            <a:pPr algn="r" defTabSz="609630">
              <a:lnSpc>
                <a:spcPts val="2147"/>
              </a:lnSpc>
            </a:pPr>
            <a:r>
              <a:rPr lang="en-US" sz="1533" dirty="0">
                <a:solidFill>
                  <a:srgbClr val="3B41C9"/>
                </a:solidFill>
                <a:latin typeface="Montserrat Classic Bold"/>
              </a:rPr>
              <a:t>OPTIRH</a:t>
            </a:r>
          </a:p>
        </p:txBody>
      </p:sp>
      <p:sp>
        <p:nvSpPr>
          <p:cNvPr id="28" name="TextBox 28"/>
          <p:cNvSpPr txBox="1"/>
          <p:nvPr/>
        </p:nvSpPr>
        <p:spPr>
          <a:xfrm>
            <a:off x="2179188" y="692883"/>
            <a:ext cx="7833625" cy="564257"/>
          </a:xfrm>
          <a:prstGeom prst="rect">
            <a:avLst/>
          </a:prstGeom>
        </p:spPr>
        <p:txBody>
          <a:bodyPr wrap="square" lIns="0" tIns="0" rIns="0" bIns="0" rtlCol="0" anchor="t">
            <a:spAutoFit/>
          </a:bodyPr>
          <a:lstStyle/>
          <a:p>
            <a:pPr algn="ctr" defTabSz="609630">
              <a:lnSpc>
                <a:spcPts val="4400"/>
              </a:lnSpc>
            </a:pPr>
            <a:r>
              <a:rPr lang="en-US" sz="4000" dirty="0">
                <a:solidFill>
                  <a:srgbClr val="3B41C9"/>
                </a:solidFill>
                <a:latin typeface="ADLaM Display" panose="02010000000000000000" pitchFamily="2" charset="0"/>
                <a:ea typeface="ADLaM Display" panose="02010000000000000000" pitchFamily="2" charset="0"/>
                <a:cs typeface="ADLaM Display" panose="02010000000000000000" pitchFamily="2" charset="0"/>
              </a:rPr>
              <a:t>FONCTIONNEMENT</a:t>
            </a:r>
          </a:p>
        </p:txBody>
      </p:sp>
      <p:sp>
        <p:nvSpPr>
          <p:cNvPr id="35" name="Freeform 35"/>
          <p:cNvSpPr/>
          <p:nvPr/>
        </p:nvSpPr>
        <p:spPr>
          <a:xfrm>
            <a:off x="1103848" y="6016533"/>
            <a:ext cx="311335" cy="311335"/>
          </a:xfrm>
          <a:custGeom>
            <a:avLst/>
            <a:gdLst/>
            <a:ahLst/>
            <a:cxnLst/>
            <a:rect l="l" t="t" r="r" b="b"/>
            <a:pathLst>
              <a:path w="467003" h="467003">
                <a:moveTo>
                  <a:pt x="0" y="0"/>
                </a:moveTo>
                <a:lnTo>
                  <a:pt x="467002" y="0"/>
                </a:lnTo>
                <a:lnTo>
                  <a:pt x="467002" y="467002"/>
                </a:lnTo>
                <a:lnTo>
                  <a:pt x="0" y="46700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fr-FR"/>
          </a:p>
        </p:txBody>
      </p:sp>
      <p:sp>
        <p:nvSpPr>
          <p:cNvPr id="36" name="Freeform 36"/>
          <p:cNvSpPr/>
          <p:nvPr/>
        </p:nvSpPr>
        <p:spPr>
          <a:xfrm>
            <a:off x="685801" y="6016533"/>
            <a:ext cx="311335" cy="311335"/>
          </a:xfrm>
          <a:custGeom>
            <a:avLst/>
            <a:gdLst/>
            <a:ahLst/>
            <a:cxnLst/>
            <a:rect l="l" t="t" r="r" b="b"/>
            <a:pathLst>
              <a:path w="467003" h="467003">
                <a:moveTo>
                  <a:pt x="0" y="0"/>
                </a:moveTo>
                <a:lnTo>
                  <a:pt x="467003" y="0"/>
                </a:lnTo>
                <a:lnTo>
                  <a:pt x="467003" y="467002"/>
                </a:lnTo>
                <a:lnTo>
                  <a:pt x="0" y="46700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fr-FR"/>
          </a:p>
        </p:txBody>
      </p:sp>
      <p:sp>
        <p:nvSpPr>
          <p:cNvPr id="37" name="Freeform 37"/>
          <p:cNvSpPr/>
          <p:nvPr/>
        </p:nvSpPr>
        <p:spPr>
          <a:xfrm>
            <a:off x="1224028" y="6105234"/>
            <a:ext cx="81364" cy="133933"/>
          </a:xfrm>
          <a:custGeom>
            <a:avLst/>
            <a:gdLst/>
            <a:ahLst/>
            <a:cxnLst/>
            <a:rect l="l" t="t" r="r" b="b"/>
            <a:pathLst>
              <a:path w="122046" h="200900">
                <a:moveTo>
                  <a:pt x="0" y="0"/>
                </a:moveTo>
                <a:lnTo>
                  <a:pt x="122047" y="0"/>
                </a:lnTo>
                <a:lnTo>
                  <a:pt x="122047" y="200900"/>
                </a:lnTo>
                <a:lnTo>
                  <a:pt x="0" y="20090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fr-FR"/>
          </a:p>
        </p:txBody>
      </p:sp>
      <p:sp>
        <p:nvSpPr>
          <p:cNvPr id="38" name="Freeform 38"/>
          <p:cNvSpPr/>
          <p:nvPr/>
        </p:nvSpPr>
        <p:spPr>
          <a:xfrm rot="-10800000">
            <a:off x="800785" y="6105234"/>
            <a:ext cx="81364" cy="133933"/>
          </a:xfrm>
          <a:custGeom>
            <a:avLst/>
            <a:gdLst/>
            <a:ahLst/>
            <a:cxnLst/>
            <a:rect l="l" t="t" r="r" b="b"/>
            <a:pathLst>
              <a:path w="122046" h="200900">
                <a:moveTo>
                  <a:pt x="0" y="0"/>
                </a:moveTo>
                <a:lnTo>
                  <a:pt x="122047" y="0"/>
                </a:lnTo>
                <a:lnTo>
                  <a:pt x="122047" y="200900"/>
                </a:lnTo>
                <a:lnTo>
                  <a:pt x="0" y="20090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fr-FR"/>
          </a:p>
        </p:txBody>
      </p:sp>
      <p:pic>
        <p:nvPicPr>
          <p:cNvPr id="7" name="Image 6">
            <a:extLst>
              <a:ext uri="{FF2B5EF4-FFF2-40B4-BE49-F238E27FC236}">
                <a16:creationId xmlns:a16="http://schemas.microsoft.com/office/drawing/2014/main" id="{F204920F-2F0F-4B69-AEDD-CD3554C47698}"/>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656563" y="1412460"/>
            <a:ext cx="7138067" cy="4648251"/>
          </a:xfrm>
          <a:prstGeom prst="rect">
            <a:avLst/>
          </a:prstGeom>
          <a:effectLst>
            <a:outerShdw blurRad="63500" sx="102000" sy="102000" algn="ctr" rotWithShape="0">
              <a:prstClr val="black">
                <a:alpha val="40000"/>
              </a:prstClr>
            </a:outerShdw>
          </a:effectLst>
        </p:spPr>
      </p:pic>
      <p:sp>
        <p:nvSpPr>
          <p:cNvPr id="2" name="Espace réservé du numéro de diapositive 4">
            <a:extLst>
              <a:ext uri="{FF2B5EF4-FFF2-40B4-BE49-F238E27FC236}">
                <a16:creationId xmlns:a16="http://schemas.microsoft.com/office/drawing/2014/main" id="{A31F70A3-9006-2D80-E0F6-ABCC0FE7F18F}"/>
              </a:ext>
            </a:extLst>
          </p:cNvPr>
          <p:cNvSpPr>
            <a:spLocks noGrp="1"/>
          </p:cNvSpPr>
          <p:nvPr>
            <p:ph type="sldNum" sz="quarter" idx="12"/>
          </p:nvPr>
        </p:nvSpPr>
        <p:spPr>
          <a:xfrm>
            <a:off x="5729859" y="6248666"/>
            <a:ext cx="723492" cy="500106"/>
          </a:xfrm>
          <a:prstGeom prst="ellipse">
            <a:avLst/>
          </a:prstGeom>
          <a:ln>
            <a:solidFill>
              <a:srgbClr val="0070C0"/>
            </a:solidFill>
          </a:ln>
        </p:spPr>
        <p:style>
          <a:lnRef idx="2">
            <a:schemeClr val="accent2"/>
          </a:lnRef>
          <a:fillRef idx="1">
            <a:schemeClr val="lt1"/>
          </a:fillRef>
          <a:effectRef idx="0">
            <a:schemeClr val="accent2"/>
          </a:effectRef>
          <a:fontRef idx="minor">
            <a:schemeClr val="dk1"/>
          </a:fontRef>
        </p:style>
        <p:txBody>
          <a:bodyPr/>
          <a:lstStyle/>
          <a:p>
            <a:r>
              <a:rPr lang="fr-ML" sz="2000" b="1" dirty="0">
                <a:solidFill>
                  <a:srgbClr val="002060"/>
                </a:solidFill>
                <a:latin typeface="Nunito Sans Black" pitchFamily="2" charset="0"/>
              </a:rPr>
              <a:t>11</a:t>
            </a:r>
          </a:p>
        </p:txBody>
      </p:sp>
    </p:spTree>
    <p:extLst>
      <p:ext uri="{BB962C8B-B14F-4D97-AF65-F5344CB8AC3E}">
        <p14:creationId xmlns:p14="http://schemas.microsoft.com/office/powerpoint/2010/main" val="2009859986"/>
      </p:ext>
    </p:ext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rot="-5400000" flipH="1">
            <a:off x="11050316" y="5716316"/>
            <a:ext cx="1141685" cy="1141685"/>
          </a:xfrm>
          <a:custGeom>
            <a:avLst/>
            <a:gdLst/>
            <a:ahLst/>
            <a:cxnLst/>
            <a:rect l="l" t="t" r="r" b="b"/>
            <a:pathLst>
              <a:path w="1712527" h="1712527">
                <a:moveTo>
                  <a:pt x="1712527" y="0"/>
                </a:moveTo>
                <a:lnTo>
                  <a:pt x="0" y="0"/>
                </a:lnTo>
                <a:lnTo>
                  <a:pt x="0" y="1712527"/>
                </a:lnTo>
                <a:lnTo>
                  <a:pt x="1712527" y="1712527"/>
                </a:lnTo>
                <a:lnTo>
                  <a:pt x="1712527"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fr-FR"/>
          </a:p>
        </p:txBody>
      </p:sp>
      <p:sp>
        <p:nvSpPr>
          <p:cNvPr id="6" name="Freeform 6"/>
          <p:cNvSpPr/>
          <p:nvPr/>
        </p:nvSpPr>
        <p:spPr>
          <a:xfrm rot="-5400000" flipH="1">
            <a:off x="10734352" y="5343176"/>
            <a:ext cx="1141685" cy="1141685"/>
          </a:xfrm>
          <a:custGeom>
            <a:avLst/>
            <a:gdLst/>
            <a:ahLst/>
            <a:cxnLst/>
            <a:rect l="l" t="t" r="r" b="b"/>
            <a:pathLst>
              <a:path w="1712527" h="1712527">
                <a:moveTo>
                  <a:pt x="1712528" y="0"/>
                </a:moveTo>
                <a:lnTo>
                  <a:pt x="0" y="0"/>
                </a:lnTo>
                <a:lnTo>
                  <a:pt x="0" y="1712527"/>
                </a:lnTo>
                <a:lnTo>
                  <a:pt x="1712528" y="1712527"/>
                </a:lnTo>
                <a:lnTo>
                  <a:pt x="1712528"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fr-FR"/>
          </a:p>
        </p:txBody>
      </p:sp>
      <p:sp>
        <p:nvSpPr>
          <p:cNvPr id="15" name="Freeform 15"/>
          <p:cNvSpPr/>
          <p:nvPr/>
        </p:nvSpPr>
        <p:spPr>
          <a:xfrm>
            <a:off x="-1371600" y="-1371600"/>
            <a:ext cx="2743200" cy="27432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fr-FR"/>
          </a:p>
        </p:txBody>
      </p:sp>
      <p:sp>
        <p:nvSpPr>
          <p:cNvPr id="20" name="Freeform 20"/>
          <p:cNvSpPr/>
          <p:nvPr/>
        </p:nvSpPr>
        <p:spPr>
          <a:xfrm>
            <a:off x="10769073" y="1902823"/>
            <a:ext cx="281243" cy="281243"/>
          </a:xfrm>
          <a:custGeom>
            <a:avLst/>
            <a:gdLst/>
            <a:ahLst/>
            <a:cxnLst/>
            <a:rect l="l" t="t" r="r" b="b"/>
            <a:pathLst>
              <a:path w="421865" h="421865">
                <a:moveTo>
                  <a:pt x="0" y="0"/>
                </a:moveTo>
                <a:lnTo>
                  <a:pt x="421865" y="0"/>
                </a:lnTo>
                <a:lnTo>
                  <a:pt x="421865" y="421865"/>
                </a:lnTo>
                <a:lnTo>
                  <a:pt x="0" y="42186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fr-FR"/>
          </a:p>
        </p:txBody>
      </p:sp>
      <p:sp>
        <p:nvSpPr>
          <p:cNvPr id="21" name="Freeform 21"/>
          <p:cNvSpPr/>
          <p:nvPr/>
        </p:nvSpPr>
        <p:spPr>
          <a:xfrm>
            <a:off x="685801" y="4408619"/>
            <a:ext cx="281243" cy="281243"/>
          </a:xfrm>
          <a:custGeom>
            <a:avLst/>
            <a:gdLst/>
            <a:ahLst/>
            <a:cxnLst/>
            <a:rect l="l" t="t" r="r" b="b"/>
            <a:pathLst>
              <a:path w="421865" h="421865">
                <a:moveTo>
                  <a:pt x="0" y="0"/>
                </a:moveTo>
                <a:lnTo>
                  <a:pt x="421865" y="0"/>
                </a:lnTo>
                <a:lnTo>
                  <a:pt x="421865" y="421865"/>
                </a:lnTo>
                <a:lnTo>
                  <a:pt x="0" y="42186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fr-FR"/>
          </a:p>
        </p:txBody>
      </p:sp>
      <p:sp>
        <p:nvSpPr>
          <p:cNvPr id="25" name="TextBox 25"/>
          <p:cNvSpPr txBox="1"/>
          <p:nvPr/>
        </p:nvSpPr>
        <p:spPr>
          <a:xfrm>
            <a:off x="9991616" y="787582"/>
            <a:ext cx="850557" cy="179536"/>
          </a:xfrm>
          <a:prstGeom prst="rect">
            <a:avLst/>
          </a:prstGeom>
        </p:spPr>
        <p:txBody>
          <a:bodyPr lIns="0" tIns="0" rIns="0" bIns="0" rtlCol="0" anchor="t">
            <a:spAutoFit/>
          </a:bodyPr>
          <a:lstStyle/>
          <a:p>
            <a:pPr defTabSz="609630">
              <a:lnSpc>
                <a:spcPts val="1440"/>
              </a:lnSpc>
            </a:pPr>
            <a:r>
              <a:rPr lang="en-US" sz="1200">
                <a:solidFill>
                  <a:srgbClr val="FFFFFF"/>
                </a:solidFill>
                <a:latin typeface="Montserrat"/>
              </a:rPr>
              <a:t>Search . . .</a:t>
            </a:r>
          </a:p>
        </p:txBody>
      </p:sp>
      <p:sp>
        <p:nvSpPr>
          <p:cNvPr id="26" name="TextBox 26"/>
          <p:cNvSpPr txBox="1"/>
          <p:nvPr/>
        </p:nvSpPr>
        <p:spPr>
          <a:xfrm>
            <a:off x="535904" y="728278"/>
            <a:ext cx="978920" cy="246734"/>
          </a:xfrm>
          <a:prstGeom prst="rect">
            <a:avLst/>
          </a:prstGeom>
        </p:spPr>
        <p:txBody>
          <a:bodyPr lIns="0" tIns="0" rIns="0" bIns="0" rtlCol="0" anchor="t">
            <a:spAutoFit/>
          </a:bodyPr>
          <a:lstStyle/>
          <a:p>
            <a:pPr algn="r" defTabSz="609630">
              <a:lnSpc>
                <a:spcPts val="2147"/>
              </a:lnSpc>
            </a:pPr>
            <a:r>
              <a:rPr lang="en-US" sz="1533" dirty="0">
                <a:solidFill>
                  <a:srgbClr val="3B41C9"/>
                </a:solidFill>
                <a:latin typeface="Montserrat Classic Bold"/>
              </a:rPr>
              <a:t>OPTIRH</a:t>
            </a:r>
          </a:p>
        </p:txBody>
      </p:sp>
      <p:sp>
        <p:nvSpPr>
          <p:cNvPr id="35" name="Freeform 35"/>
          <p:cNvSpPr/>
          <p:nvPr/>
        </p:nvSpPr>
        <p:spPr>
          <a:xfrm>
            <a:off x="1103848" y="6016533"/>
            <a:ext cx="311335" cy="311335"/>
          </a:xfrm>
          <a:custGeom>
            <a:avLst/>
            <a:gdLst/>
            <a:ahLst/>
            <a:cxnLst/>
            <a:rect l="l" t="t" r="r" b="b"/>
            <a:pathLst>
              <a:path w="467003" h="467003">
                <a:moveTo>
                  <a:pt x="0" y="0"/>
                </a:moveTo>
                <a:lnTo>
                  <a:pt x="467002" y="0"/>
                </a:lnTo>
                <a:lnTo>
                  <a:pt x="467002" y="467002"/>
                </a:lnTo>
                <a:lnTo>
                  <a:pt x="0" y="46700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fr-FR"/>
          </a:p>
        </p:txBody>
      </p:sp>
      <p:sp>
        <p:nvSpPr>
          <p:cNvPr id="36" name="Freeform 36"/>
          <p:cNvSpPr/>
          <p:nvPr/>
        </p:nvSpPr>
        <p:spPr>
          <a:xfrm>
            <a:off x="685801" y="6016533"/>
            <a:ext cx="311335" cy="311335"/>
          </a:xfrm>
          <a:custGeom>
            <a:avLst/>
            <a:gdLst/>
            <a:ahLst/>
            <a:cxnLst/>
            <a:rect l="l" t="t" r="r" b="b"/>
            <a:pathLst>
              <a:path w="467003" h="467003">
                <a:moveTo>
                  <a:pt x="0" y="0"/>
                </a:moveTo>
                <a:lnTo>
                  <a:pt x="467003" y="0"/>
                </a:lnTo>
                <a:lnTo>
                  <a:pt x="467003" y="467002"/>
                </a:lnTo>
                <a:lnTo>
                  <a:pt x="0" y="46700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fr-FR"/>
          </a:p>
        </p:txBody>
      </p:sp>
      <p:sp>
        <p:nvSpPr>
          <p:cNvPr id="37" name="Freeform 37"/>
          <p:cNvSpPr/>
          <p:nvPr/>
        </p:nvSpPr>
        <p:spPr>
          <a:xfrm>
            <a:off x="1224028" y="6105234"/>
            <a:ext cx="81364" cy="133933"/>
          </a:xfrm>
          <a:custGeom>
            <a:avLst/>
            <a:gdLst/>
            <a:ahLst/>
            <a:cxnLst/>
            <a:rect l="l" t="t" r="r" b="b"/>
            <a:pathLst>
              <a:path w="122046" h="200900">
                <a:moveTo>
                  <a:pt x="0" y="0"/>
                </a:moveTo>
                <a:lnTo>
                  <a:pt x="122047" y="0"/>
                </a:lnTo>
                <a:lnTo>
                  <a:pt x="122047" y="200900"/>
                </a:lnTo>
                <a:lnTo>
                  <a:pt x="0" y="20090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fr-FR"/>
          </a:p>
        </p:txBody>
      </p:sp>
      <p:sp>
        <p:nvSpPr>
          <p:cNvPr id="38" name="Freeform 38"/>
          <p:cNvSpPr/>
          <p:nvPr/>
        </p:nvSpPr>
        <p:spPr>
          <a:xfrm rot="-10800000">
            <a:off x="800785" y="6105234"/>
            <a:ext cx="81364" cy="133933"/>
          </a:xfrm>
          <a:custGeom>
            <a:avLst/>
            <a:gdLst/>
            <a:ahLst/>
            <a:cxnLst/>
            <a:rect l="l" t="t" r="r" b="b"/>
            <a:pathLst>
              <a:path w="122046" h="200900">
                <a:moveTo>
                  <a:pt x="0" y="0"/>
                </a:moveTo>
                <a:lnTo>
                  <a:pt x="122047" y="0"/>
                </a:lnTo>
                <a:lnTo>
                  <a:pt x="122047" y="200900"/>
                </a:lnTo>
                <a:lnTo>
                  <a:pt x="0" y="20090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fr-FR"/>
          </a:p>
        </p:txBody>
      </p:sp>
      <p:sp>
        <p:nvSpPr>
          <p:cNvPr id="2" name="TextBox 28">
            <a:extLst>
              <a:ext uri="{FF2B5EF4-FFF2-40B4-BE49-F238E27FC236}">
                <a16:creationId xmlns:a16="http://schemas.microsoft.com/office/drawing/2014/main" id="{B37832A1-CEA4-C017-D1CA-5DA59BCB9DFD}"/>
              </a:ext>
            </a:extLst>
          </p:cNvPr>
          <p:cNvSpPr txBox="1"/>
          <p:nvPr/>
        </p:nvSpPr>
        <p:spPr>
          <a:xfrm>
            <a:off x="2582127" y="692883"/>
            <a:ext cx="7056449" cy="564257"/>
          </a:xfrm>
          <a:prstGeom prst="rect">
            <a:avLst/>
          </a:prstGeom>
        </p:spPr>
        <p:txBody>
          <a:bodyPr lIns="0" tIns="0" rIns="0" bIns="0" rtlCol="0" anchor="t">
            <a:spAutoFit/>
          </a:bodyPr>
          <a:lstStyle/>
          <a:p>
            <a:pPr algn="ctr" defTabSz="609630">
              <a:lnSpc>
                <a:spcPts val="4400"/>
              </a:lnSpc>
            </a:pPr>
            <a:r>
              <a:rPr lang="en-US" sz="4000" dirty="0">
                <a:solidFill>
                  <a:srgbClr val="3B41C9"/>
                </a:solidFill>
                <a:latin typeface="ADLaM Display" panose="02010000000000000000" pitchFamily="2" charset="0"/>
                <a:ea typeface="ADLaM Display" panose="02010000000000000000" pitchFamily="2" charset="0"/>
                <a:cs typeface="ADLaM Display" panose="02010000000000000000" pitchFamily="2" charset="0"/>
              </a:rPr>
              <a:t>ARCHITECTURE ADOPTEE</a:t>
            </a:r>
          </a:p>
        </p:txBody>
      </p:sp>
      <p:sp>
        <p:nvSpPr>
          <p:cNvPr id="3" name="ZoneTexte 2">
            <a:extLst>
              <a:ext uri="{FF2B5EF4-FFF2-40B4-BE49-F238E27FC236}">
                <a16:creationId xmlns:a16="http://schemas.microsoft.com/office/drawing/2014/main" id="{6CA611EA-F053-F695-5073-8B03C3C823A3}"/>
              </a:ext>
            </a:extLst>
          </p:cNvPr>
          <p:cNvSpPr txBox="1"/>
          <p:nvPr/>
        </p:nvSpPr>
        <p:spPr>
          <a:xfrm>
            <a:off x="1415183" y="1506035"/>
            <a:ext cx="9398868" cy="4821833"/>
          </a:xfrm>
          <a:prstGeom prst="rect">
            <a:avLst/>
          </a:prstGeom>
          <a:noFill/>
        </p:spPr>
        <p:txBody>
          <a:bodyPr wrap="square" rtlCol="0">
            <a:spAutoFit/>
          </a:bodyPr>
          <a:lstStyle/>
          <a:p>
            <a:pPr>
              <a:lnSpc>
                <a:spcPct val="250000"/>
              </a:lnSpc>
            </a:pPr>
            <a:r>
              <a:rPr lang="fr-FR" dirty="0">
                <a:latin typeface="ADLaM Display" panose="02010000000000000000" pitchFamily="2" charset="0"/>
                <a:ea typeface="ADLaM Display" panose="02010000000000000000" pitchFamily="2" charset="0"/>
                <a:cs typeface="ADLaM Display" panose="02010000000000000000" pitchFamily="2" charset="0"/>
              </a:rPr>
              <a:t>L'architecture de la plateforme OptiRH repose sur le modèle MVC (Modèle-Vue-Contrôleur). Ce modèle divise soigneusement une application en trois composants distincts mais interdépendants .</a:t>
            </a:r>
          </a:p>
          <a:p>
            <a:pPr>
              <a:lnSpc>
                <a:spcPct val="250000"/>
              </a:lnSpc>
            </a:pPr>
            <a:r>
              <a:rPr lang="fr-FR" dirty="0">
                <a:latin typeface="ADLaM Display" panose="02010000000000000000" pitchFamily="2" charset="0"/>
                <a:ea typeface="ADLaM Display" panose="02010000000000000000" pitchFamily="2" charset="0"/>
                <a:cs typeface="ADLaM Display" panose="02010000000000000000" pitchFamily="2" charset="0"/>
              </a:rPr>
              <a:t>Modèle: Il définit la structure des données.</a:t>
            </a:r>
          </a:p>
          <a:p>
            <a:pPr>
              <a:lnSpc>
                <a:spcPct val="250000"/>
              </a:lnSpc>
            </a:pPr>
            <a:r>
              <a:rPr lang="fr-FR" dirty="0">
                <a:latin typeface="ADLaM Display" panose="02010000000000000000" pitchFamily="2" charset="0"/>
                <a:ea typeface="ADLaM Display" panose="02010000000000000000" pitchFamily="2" charset="0"/>
                <a:cs typeface="ADLaM Display" panose="02010000000000000000" pitchFamily="2" charset="0"/>
              </a:rPr>
              <a:t>Vue : Elle gère l'interface utilisateur et la présentation des données.</a:t>
            </a:r>
          </a:p>
          <a:p>
            <a:pPr>
              <a:lnSpc>
                <a:spcPct val="250000"/>
              </a:lnSpc>
            </a:pPr>
            <a:r>
              <a:rPr lang="fr-FR" dirty="0">
                <a:latin typeface="ADLaM Display" panose="02010000000000000000" pitchFamily="2" charset="0"/>
                <a:ea typeface="ADLaM Display" panose="02010000000000000000" pitchFamily="2" charset="0"/>
                <a:cs typeface="ADLaM Display" panose="02010000000000000000" pitchFamily="2" charset="0"/>
              </a:rPr>
              <a:t>Contrôleur : Il interprète les entrées de l'utilisateur, les traite et met à jour le modèle et la vue en conséquence.</a:t>
            </a:r>
          </a:p>
        </p:txBody>
      </p:sp>
      <p:sp>
        <p:nvSpPr>
          <p:cNvPr id="4" name="Espace réservé du numéro de diapositive 4">
            <a:extLst>
              <a:ext uri="{FF2B5EF4-FFF2-40B4-BE49-F238E27FC236}">
                <a16:creationId xmlns:a16="http://schemas.microsoft.com/office/drawing/2014/main" id="{9313B5F1-5DDB-15A1-D336-F039640BE4A8}"/>
              </a:ext>
            </a:extLst>
          </p:cNvPr>
          <p:cNvSpPr>
            <a:spLocks noGrp="1"/>
          </p:cNvSpPr>
          <p:nvPr>
            <p:ph type="sldNum" sz="quarter" idx="12"/>
          </p:nvPr>
        </p:nvSpPr>
        <p:spPr>
          <a:xfrm>
            <a:off x="5729859" y="6248666"/>
            <a:ext cx="723492" cy="500106"/>
          </a:xfrm>
          <a:prstGeom prst="ellipse">
            <a:avLst/>
          </a:prstGeom>
          <a:ln>
            <a:solidFill>
              <a:srgbClr val="0070C0"/>
            </a:solidFill>
          </a:ln>
        </p:spPr>
        <p:style>
          <a:lnRef idx="2">
            <a:schemeClr val="accent2"/>
          </a:lnRef>
          <a:fillRef idx="1">
            <a:schemeClr val="lt1"/>
          </a:fillRef>
          <a:effectRef idx="0">
            <a:schemeClr val="accent2"/>
          </a:effectRef>
          <a:fontRef idx="minor">
            <a:schemeClr val="dk1"/>
          </a:fontRef>
        </p:style>
        <p:txBody>
          <a:bodyPr/>
          <a:lstStyle/>
          <a:p>
            <a:r>
              <a:rPr lang="fr-ML" sz="2000" b="1" dirty="0">
                <a:solidFill>
                  <a:srgbClr val="002060"/>
                </a:solidFill>
                <a:latin typeface="Nunito Sans Black" pitchFamily="2" charset="0"/>
              </a:rPr>
              <a:t>12</a:t>
            </a:r>
          </a:p>
        </p:txBody>
      </p:sp>
    </p:spTree>
    <p:extLst>
      <p:ext uri="{BB962C8B-B14F-4D97-AF65-F5344CB8AC3E}">
        <p14:creationId xmlns:p14="http://schemas.microsoft.com/office/powerpoint/2010/main" val="2124381187"/>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rot="-5400000" flipH="1">
            <a:off x="11050316" y="5716316"/>
            <a:ext cx="1141685" cy="1141685"/>
          </a:xfrm>
          <a:custGeom>
            <a:avLst/>
            <a:gdLst/>
            <a:ahLst/>
            <a:cxnLst/>
            <a:rect l="l" t="t" r="r" b="b"/>
            <a:pathLst>
              <a:path w="1712527" h="1712527">
                <a:moveTo>
                  <a:pt x="1712527" y="0"/>
                </a:moveTo>
                <a:lnTo>
                  <a:pt x="0" y="0"/>
                </a:lnTo>
                <a:lnTo>
                  <a:pt x="0" y="1712527"/>
                </a:lnTo>
                <a:lnTo>
                  <a:pt x="1712527" y="1712527"/>
                </a:lnTo>
                <a:lnTo>
                  <a:pt x="1712527"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fr-FR"/>
          </a:p>
        </p:txBody>
      </p:sp>
      <p:sp>
        <p:nvSpPr>
          <p:cNvPr id="6" name="Freeform 6"/>
          <p:cNvSpPr/>
          <p:nvPr/>
        </p:nvSpPr>
        <p:spPr>
          <a:xfrm rot="-5400000" flipH="1">
            <a:off x="10734352" y="5343176"/>
            <a:ext cx="1141685" cy="1141685"/>
          </a:xfrm>
          <a:custGeom>
            <a:avLst/>
            <a:gdLst/>
            <a:ahLst/>
            <a:cxnLst/>
            <a:rect l="l" t="t" r="r" b="b"/>
            <a:pathLst>
              <a:path w="1712527" h="1712527">
                <a:moveTo>
                  <a:pt x="1712528" y="0"/>
                </a:moveTo>
                <a:lnTo>
                  <a:pt x="0" y="0"/>
                </a:lnTo>
                <a:lnTo>
                  <a:pt x="0" y="1712527"/>
                </a:lnTo>
                <a:lnTo>
                  <a:pt x="1712528" y="1712527"/>
                </a:lnTo>
                <a:lnTo>
                  <a:pt x="1712528"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fr-FR"/>
          </a:p>
        </p:txBody>
      </p:sp>
      <p:sp>
        <p:nvSpPr>
          <p:cNvPr id="15" name="Freeform 15"/>
          <p:cNvSpPr/>
          <p:nvPr/>
        </p:nvSpPr>
        <p:spPr>
          <a:xfrm>
            <a:off x="-1371600" y="-1371600"/>
            <a:ext cx="2743200" cy="27432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fr-FR"/>
          </a:p>
        </p:txBody>
      </p:sp>
      <p:sp>
        <p:nvSpPr>
          <p:cNvPr id="20" name="Freeform 20"/>
          <p:cNvSpPr/>
          <p:nvPr/>
        </p:nvSpPr>
        <p:spPr>
          <a:xfrm>
            <a:off x="10769073" y="1902823"/>
            <a:ext cx="281243" cy="281243"/>
          </a:xfrm>
          <a:custGeom>
            <a:avLst/>
            <a:gdLst/>
            <a:ahLst/>
            <a:cxnLst/>
            <a:rect l="l" t="t" r="r" b="b"/>
            <a:pathLst>
              <a:path w="421865" h="421865">
                <a:moveTo>
                  <a:pt x="0" y="0"/>
                </a:moveTo>
                <a:lnTo>
                  <a:pt x="421865" y="0"/>
                </a:lnTo>
                <a:lnTo>
                  <a:pt x="421865" y="421865"/>
                </a:lnTo>
                <a:lnTo>
                  <a:pt x="0" y="42186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fr-FR"/>
          </a:p>
        </p:txBody>
      </p:sp>
      <p:sp>
        <p:nvSpPr>
          <p:cNvPr id="21" name="Freeform 21"/>
          <p:cNvSpPr/>
          <p:nvPr/>
        </p:nvSpPr>
        <p:spPr>
          <a:xfrm>
            <a:off x="685801" y="4408619"/>
            <a:ext cx="281243" cy="281243"/>
          </a:xfrm>
          <a:custGeom>
            <a:avLst/>
            <a:gdLst/>
            <a:ahLst/>
            <a:cxnLst/>
            <a:rect l="l" t="t" r="r" b="b"/>
            <a:pathLst>
              <a:path w="421865" h="421865">
                <a:moveTo>
                  <a:pt x="0" y="0"/>
                </a:moveTo>
                <a:lnTo>
                  <a:pt x="421865" y="0"/>
                </a:lnTo>
                <a:lnTo>
                  <a:pt x="421865" y="421865"/>
                </a:lnTo>
                <a:lnTo>
                  <a:pt x="0" y="42186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fr-FR"/>
          </a:p>
        </p:txBody>
      </p:sp>
      <p:sp>
        <p:nvSpPr>
          <p:cNvPr id="25" name="TextBox 25"/>
          <p:cNvSpPr txBox="1"/>
          <p:nvPr/>
        </p:nvSpPr>
        <p:spPr>
          <a:xfrm>
            <a:off x="9991616" y="787582"/>
            <a:ext cx="850557" cy="179536"/>
          </a:xfrm>
          <a:prstGeom prst="rect">
            <a:avLst/>
          </a:prstGeom>
        </p:spPr>
        <p:txBody>
          <a:bodyPr lIns="0" tIns="0" rIns="0" bIns="0" rtlCol="0" anchor="t">
            <a:spAutoFit/>
          </a:bodyPr>
          <a:lstStyle/>
          <a:p>
            <a:pPr defTabSz="609630">
              <a:lnSpc>
                <a:spcPts val="1440"/>
              </a:lnSpc>
            </a:pPr>
            <a:r>
              <a:rPr lang="en-US" sz="1200">
                <a:solidFill>
                  <a:srgbClr val="FFFFFF"/>
                </a:solidFill>
                <a:latin typeface="Montserrat"/>
              </a:rPr>
              <a:t>Search . . .</a:t>
            </a:r>
          </a:p>
        </p:txBody>
      </p:sp>
      <p:sp>
        <p:nvSpPr>
          <p:cNvPr id="26" name="TextBox 26"/>
          <p:cNvSpPr txBox="1"/>
          <p:nvPr/>
        </p:nvSpPr>
        <p:spPr>
          <a:xfrm>
            <a:off x="535904" y="728278"/>
            <a:ext cx="978920" cy="246734"/>
          </a:xfrm>
          <a:prstGeom prst="rect">
            <a:avLst/>
          </a:prstGeom>
        </p:spPr>
        <p:txBody>
          <a:bodyPr lIns="0" tIns="0" rIns="0" bIns="0" rtlCol="0" anchor="t">
            <a:spAutoFit/>
          </a:bodyPr>
          <a:lstStyle/>
          <a:p>
            <a:pPr algn="r" defTabSz="609630">
              <a:lnSpc>
                <a:spcPts val="2147"/>
              </a:lnSpc>
            </a:pPr>
            <a:r>
              <a:rPr lang="en-US" sz="1533" dirty="0">
                <a:solidFill>
                  <a:srgbClr val="3B41C9"/>
                </a:solidFill>
                <a:latin typeface="Montserrat Classic Bold"/>
              </a:rPr>
              <a:t>OPTIRH</a:t>
            </a:r>
          </a:p>
        </p:txBody>
      </p:sp>
      <p:sp>
        <p:nvSpPr>
          <p:cNvPr id="28" name="TextBox 28"/>
          <p:cNvSpPr txBox="1"/>
          <p:nvPr/>
        </p:nvSpPr>
        <p:spPr>
          <a:xfrm>
            <a:off x="2582127" y="692883"/>
            <a:ext cx="7056449" cy="564257"/>
          </a:xfrm>
          <a:prstGeom prst="rect">
            <a:avLst/>
          </a:prstGeom>
        </p:spPr>
        <p:txBody>
          <a:bodyPr lIns="0" tIns="0" rIns="0" bIns="0" rtlCol="0" anchor="t">
            <a:spAutoFit/>
          </a:bodyPr>
          <a:lstStyle/>
          <a:p>
            <a:pPr algn="ctr" defTabSz="609630">
              <a:lnSpc>
                <a:spcPts val="4400"/>
              </a:lnSpc>
            </a:pPr>
            <a:r>
              <a:rPr lang="en-US" sz="4000" dirty="0">
                <a:solidFill>
                  <a:srgbClr val="3B41C9"/>
                </a:solidFill>
                <a:latin typeface="ADLaM Display" panose="02010000000000000000" pitchFamily="2" charset="0"/>
                <a:ea typeface="ADLaM Display" panose="02010000000000000000" pitchFamily="2" charset="0"/>
                <a:cs typeface="ADLaM Display" panose="02010000000000000000" pitchFamily="2" charset="0"/>
              </a:rPr>
              <a:t>FONCTIONNEMENT DU MVC</a:t>
            </a:r>
          </a:p>
        </p:txBody>
      </p:sp>
      <p:sp>
        <p:nvSpPr>
          <p:cNvPr id="35" name="Freeform 35"/>
          <p:cNvSpPr/>
          <p:nvPr/>
        </p:nvSpPr>
        <p:spPr>
          <a:xfrm>
            <a:off x="1103848" y="6016533"/>
            <a:ext cx="311335" cy="311335"/>
          </a:xfrm>
          <a:custGeom>
            <a:avLst/>
            <a:gdLst/>
            <a:ahLst/>
            <a:cxnLst/>
            <a:rect l="l" t="t" r="r" b="b"/>
            <a:pathLst>
              <a:path w="467003" h="467003">
                <a:moveTo>
                  <a:pt x="0" y="0"/>
                </a:moveTo>
                <a:lnTo>
                  <a:pt x="467002" y="0"/>
                </a:lnTo>
                <a:lnTo>
                  <a:pt x="467002" y="467002"/>
                </a:lnTo>
                <a:lnTo>
                  <a:pt x="0" y="46700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fr-FR"/>
          </a:p>
        </p:txBody>
      </p:sp>
      <p:sp>
        <p:nvSpPr>
          <p:cNvPr id="36" name="Freeform 36"/>
          <p:cNvSpPr/>
          <p:nvPr/>
        </p:nvSpPr>
        <p:spPr>
          <a:xfrm>
            <a:off x="685801" y="6016533"/>
            <a:ext cx="311335" cy="311335"/>
          </a:xfrm>
          <a:custGeom>
            <a:avLst/>
            <a:gdLst/>
            <a:ahLst/>
            <a:cxnLst/>
            <a:rect l="l" t="t" r="r" b="b"/>
            <a:pathLst>
              <a:path w="467003" h="467003">
                <a:moveTo>
                  <a:pt x="0" y="0"/>
                </a:moveTo>
                <a:lnTo>
                  <a:pt x="467003" y="0"/>
                </a:lnTo>
                <a:lnTo>
                  <a:pt x="467003" y="467002"/>
                </a:lnTo>
                <a:lnTo>
                  <a:pt x="0" y="46700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fr-FR"/>
          </a:p>
        </p:txBody>
      </p:sp>
      <p:sp>
        <p:nvSpPr>
          <p:cNvPr id="37" name="Freeform 37"/>
          <p:cNvSpPr/>
          <p:nvPr/>
        </p:nvSpPr>
        <p:spPr>
          <a:xfrm>
            <a:off x="1224028" y="6105234"/>
            <a:ext cx="81364" cy="133933"/>
          </a:xfrm>
          <a:custGeom>
            <a:avLst/>
            <a:gdLst/>
            <a:ahLst/>
            <a:cxnLst/>
            <a:rect l="l" t="t" r="r" b="b"/>
            <a:pathLst>
              <a:path w="122046" h="200900">
                <a:moveTo>
                  <a:pt x="0" y="0"/>
                </a:moveTo>
                <a:lnTo>
                  <a:pt x="122047" y="0"/>
                </a:lnTo>
                <a:lnTo>
                  <a:pt x="122047" y="200900"/>
                </a:lnTo>
                <a:lnTo>
                  <a:pt x="0" y="20090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fr-FR"/>
          </a:p>
        </p:txBody>
      </p:sp>
      <p:sp>
        <p:nvSpPr>
          <p:cNvPr id="38" name="Freeform 38"/>
          <p:cNvSpPr/>
          <p:nvPr/>
        </p:nvSpPr>
        <p:spPr>
          <a:xfrm rot="-10800000">
            <a:off x="800785" y="6105234"/>
            <a:ext cx="81364" cy="133933"/>
          </a:xfrm>
          <a:custGeom>
            <a:avLst/>
            <a:gdLst/>
            <a:ahLst/>
            <a:cxnLst/>
            <a:rect l="l" t="t" r="r" b="b"/>
            <a:pathLst>
              <a:path w="122046" h="200900">
                <a:moveTo>
                  <a:pt x="0" y="0"/>
                </a:moveTo>
                <a:lnTo>
                  <a:pt x="122047" y="0"/>
                </a:lnTo>
                <a:lnTo>
                  <a:pt x="122047" y="200900"/>
                </a:lnTo>
                <a:lnTo>
                  <a:pt x="0" y="20090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fr-FR"/>
          </a:p>
        </p:txBody>
      </p:sp>
      <p:pic>
        <p:nvPicPr>
          <p:cNvPr id="3" name="Image 2">
            <a:extLst>
              <a:ext uri="{FF2B5EF4-FFF2-40B4-BE49-F238E27FC236}">
                <a16:creationId xmlns:a16="http://schemas.microsoft.com/office/drawing/2014/main" id="{F5E4385D-C38B-42FB-8C5C-BF4EC18D5417}"/>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114040" y="1452703"/>
            <a:ext cx="5963920" cy="4998198"/>
          </a:xfrm>
          <a:prstGeom prst="rect">
            <a:avLst/>
          </a:prstGeom>
          <a:effectLst>
            <a:outerShdw blurRad="63500" sx="102000" sy="102000" algn="ctr" rotWithShape="0">
              <a:prstClr val="black">
                <a:alpha val="40000"/>
              </a:prstClr>
            </a:outerShdw>
          </a:effectLst>
        </p:spPr>
      </p:pic>
      <p:sp>
        <p:nvSpPr>
          <p:cNvPr id="2" name="Espace réservé du numéro de diapositive 4">
            <a:extLst>
              <a:ext uri="{FF2B5EF4-FFF2-40B4-BE49-F238E27FC236}">
                <a16:creationId xmlns:a16="http://schemas.microsoft.com/office/drawing/2014/main" id="{A52DF6AB-EB47-7097-6F3E-2FB82CBC1891}"/>
              </a:ext>
            </a:extLst>
          </p:cNvPr>
          <p:cNvSpPr>
            <a:spLocks noGrp="1"/>
          </p:cNvSpPr>
          <p:nvPr>
            <p:ph type="sldNum" sz="quarter" idx="12"/>
          </p:nvPr>
        </p:nvSpPr>
        <p:spPr>
          <a:xfrm>
            <a:off x="9393924" y="6234808"/>
            <a:ext cx="723492" cy="500106"/>
          </a:xfrm>
          <a:prstGeom prst="ellipse">
            <a:avLst/>
          </a:prstGeom>
          <a:ln>
            <a:solidFill>
              <a:srgbClr val="0070C0"/>
            </a:solidFill>
          </a:ln>
        </p:spPr>
        <p:style>
          <a:lnRef idx="2">
            <a:schemeClr val="accent2"/>
          </a:lnRef>
          <a:fillRef idx="1">
            <a:schemeClr val="lt1"/>
          </a:fillRef>
          <a:effectRef idx="0">
            <a:schemeClr val="accent2"/>
          </a:effectRef>
          <a:fontRef idx="minor">
            <a:schemeClr val="dk1"/>
          </a:fontRef>
        </p:style>
        <p:txBody>
          <a:bodyPr/>
          <a:lstStyle/>
          <a:p>
            <a:r>
              <a:rPr lang="fr-ML" sz="2000" b="1" dirty="0">
                <a:solidFill>
                  <a:srgbClr val="002060"/>
                </a:solidFill>
                <a:latin typeface="Nunito Sans Black" pitchFamily="2" charset="0"/>
              </a:rPr>
              <a:t>13</a:t>
            </a:r>
          </a:p>
        </p:txBody>
      </p:sp>
    </p:spTree>
    <p:extLst>
      <p:ext uri="{BB962C8B-B14F-4D97-AF65-F5344CB8AC3E}">
        <p14:creationId xmlns:p14="http://schemas.microsoft.com/office/powerpoint/2010/main" val="3051610408"/>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842171" y="-1270282"/>
            <a:ext cx="2743200" cy="27432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fr-FR"/>
          </a:p>
        </p:txBody>
      </p:sp>
      <p:sp>
        <p:nvSpPr>
          <p:cNvPr id="6" name="TextBox 6"/>
          <p:cNvSpPr txBox="1"/>
          <p:nvPr/>
        </p:nvSpPr>
        <p:spPr>
          <a:xfrm>
            <a:off x="9991616" y="787582"/>
            <a:ext cx="850557" cy="179536"/>
          </a:xfrm>
          <a:prstGeom prst="rect">
            <a:avLst/>
          </a:prstGeom>
        </p:spPr>
        <p:txBody>
          <a:bodyPr lIns="0" tIns="0" rIns="0" bIns="0" rtlCol="0" anchor="t">
            <a:spAutoFit/>
          </a:bodyPr>
          <a:lstStyle/>
          <a:p>
            <a:pPr defTabSz="609630">
              <a:lnSpc>
                <a:spcPts val="1440"/>
              </a:lnSpc>
            </a:pPr>
            <a:r>
              <a:rPr lang="en-US" sz="1200">
                <a:solidFill>
                  <a:srgbClr val="FFFFFF"/>
                </a:solidFill>
                <a:latin typeface="Montserrat"/>
              </a:rPr>
              <a:t>Search . . .</a:t>
            </a:r>
          </a:p>
        </p:txBody>
      </p:sp>
      <p:sp>
        <p:nvSpPr>
          <p:cNvPr id="7" name="TextBox 7"/>
          <p:cNvSpPr txBox="1"/>
          <p:nvPr/>
        </p:nvSpPr>
        <p:spPr>
          <a:xfrm>
            <a:off x="535904" y="728278"/>
            <a:ext cx="978920" cy="246734"/>
          </a:xfrm>
          <a:prstGeom prst="rect">
            <a:avLst/>
          </a:prstGeom>
        </p:spPr>
        <p:txBody>
          <a:bodyPr lIns="0" tIns="0" rIns="0" bIns="0" rtlCol="0" anchor="t">
            <a:spAutoFit/>
          </a:bodyPr>
          <a:lstStyle/>
          <a:p>
            <a:pPr algn="r" defTabSz="609630">
              <a:lnSpc>
                <a:spcPts val="2147"/>
              </a:lnSpc>
            </a:pPr>
            <a:r>
              <a:rPr lang="en-US" sz="1533" dirty="0">
                <a:solidFill>
                  <a:srgbClr val="3B41C9"/>
                </a:solidFill>
                <a:latin typeface="Montserrat Classic Bold"/>
              </a:rPr>
              <a:t>OPTIRH</a:t>
            </a:r>
          </a:p>
        </p:txBody>
      </p:sp>
      <p:sp>
        <p:nvSpPr>
          <p:cNvPr id="9" name="Freeform 9"/>
          <p:cNvSpPr/>
          <p:nvPr/>
        </p:nvSpPr>
        <p:spPr>
          <a:xfrm>
            <a:off x="-1870312" y="3633703"/>
            <a:ext cx="6770271" cy="6770271"/>
          </a:xfrm>
          <a:custGeom>
            <a:avLst/>
            <a:gdLst/>
            <a:ahLst/>
            <a:cxnLst/>
            <a:rect l="l" t="t" r="r" b="b"/>
            <a:pathLst>
              <a:path w="10155406" h="10155406">
                <a:moveTo>
                  <a:pt x="0" y="0"/>
                </a:moveTo>
                <a:lnTo>
                  <a:pt x="10155406" y="0"/>
                </a:lnTo>
                <a:lnTo>
                  <a:pt x="10155406" y="10155406"/>
                </a:lnTo>
                <a:lnTo>
                  <a:pt x="0" y="101554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fr-FR"/>
          </a:p>
        </p:txBody>
      </p:sp>
      <p:grpSp>
        <p:nvGrpSpPr>
          <p:cNvPr id="10" name="Group 10"/>
          <p:cNvGrpSpPr/>
          <p:nvPr/>
        </p:nvGrpSpPr>
        <p:grpSpPr>
          <a:xfrm>
            <a:off x="1230556" y="1314579"/>
            <a:ext cx="4228843" cy="4228843"/>
            <a:chOff x="0" y="0"/>
            <a:chExt cx="6350000" cy="6350000"/>
          </a:xfrm>
        </p:grpSpPr>
        <p:sp>
          <p:nvSpPr>
            <p:cNvPr id="11" name="Freeform 11"/>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5BE4A"/>
            </a:solidFill>
          </p:spPr>
          <p:txBody>
            <a:bodyPr/>
            <a:lstStyle/>
            <a:p>
              <a:endParaRPr lang="fr-FR"/>
            </a:p>
          </p:txBody>
        </p:sp>
      </p:grpSp>
      <p:grpSp>
        <p:nvGrpSpPr>
          <p:cNvPr id="12" name="Group 12"/>
          <p:cNvGrpSpPr>
            <a:grpSpLocks noChangeAspect="1"/>
          </p:cNvGrpSpPr>
          <p:nvPr/>
        </p:nvGrpSpPr>
        <p:grpSpPr>
          <a:xfrm>
            <a:off x="1455064" y="1539095"/>
            <a:ext cx="3779826" cy="3779811"/>
            <a:chOff x="0" y="0"/>
            <a:chExt cx="6350000" cy="6349975"/>
          </a:xfrm>
        </p:grpSpPr>
        <p:sp>
          <p:nvSpPr>
            <p:cNvPr id="13" name="Freeform 13"/>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7">
                <a:extLst>
                  <a:ext uri="{28A0092B-C50C-407E-A947-70E740481C1C}">
                    <a14:useLocalDpi xmlns:a14="http://schemas.microsoft.com/office/drawing/2010/main" val="0"/>
                  </a:ext>
                </a:extLst>
              </a:blip>
              <a:stretch>
                <a:fillRect/>
              </a:stretch>
            </a:blipFill>
          </p:spPr>
          <p:txBody>
            <a:bodyPr/>
            <a:lstStyle/>
            <a:p>
              <a:endParaRPr lang="fr-FR"/>
            </a:p>
          </p:txBody>
        </p:sp>
      </p:grpSp>
      <p:sp>
        <p:nvSpPr>
          <p:cNvPr id="18" name="TextBox 18"/>
          <p:cNvSpPr txBox="1"/>
          <p:nvPr/>
        </p:nvSpPr>
        <p:spPr>
          <a:xfrm>
            <a:off x="6109091" y="750322"/>
            <a:ext cx="4733080" cy="564257"/>
          </a:xfrm>
          <a:prstGeom prst="rect">
            <a:avLst/>
          </a:prstGeom>
        </p:spPr>
        <p:txBody>
          <a:bodyPr lIns="0" tIns="0" rIns="0" bIns="0" rtlCol="0" anchor="t">
            <a:spAutoFit/>
          </a:bodyPr>
          <a:lstStyle/>
          <a:p>
            <a:pPr algn="ctr" defTabSz="609630">
              <a:lnSpc>
                <a:spcPts val="4400"/>
              </a:lnSpc>
            </a:pPr>
            <a:r>
              <a:rPr lang="en-US" sz="4000" dirty="0">
                <a:solidFill>
                  <a:srgbClr val="3B41C9"/>
                </a:solidFill>
                <a:latin typeface="ADLaM Display" panose="02010000000000000000" pitchFamily="2" charset="0"/>
                <a:ea typeface="ADLaM Display" panose="02010000000000000000" pitchFamily="2" charset="0"/>
                <a:cs typeface="ADLaM Display" panose="02010000000000000000" pitchFamily="2" charset="0"/>
              </a:rPr>
              <a:t>Conception</a:t>
            </a:r>
          </a:p>
        </p:txBody>
      </p:sp>
      <p:sp>
        <p:nvSpPr>
          <p:cNvPr id="19" name="Freeform 19"/>
          <p:cNvSpPr/>
          <p:nvPr/>
        </p:nvSpPr>
        <p:spPr>
          <a:xfrm rot="-5400000">
            <a:off x="-343176" y="3428724"/>
            <a:ext cx="1372706" cy="686353"/>
          </a:xfrm>
          <a:custGeom>
            <a:avLst/>
            <a:gdLst/>
            <a:ahLst/>
            <a:cxnLst/>
            <a:rect l="l" t="t" r="r" b="b"/>
            <a:pathLst>
              <a:path w="2059059" h="1029529">
                <a:moveTo>
                  <a:pt x="0" y="0"/>
                </a:moveTo>
                <a:lnTo>
                  <a:pt x="2059059" y="0"/>
                </a:lnTo>
                <a:lnTo>
                  <a:pt x="2059059" y="1029530"/>
                </a:lnTo>
                <a:lnTo>
                  <a:pt x="0" y="102953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fr-FR"/>
          </a:p>
        </p:txBody>
      </p:sp>
      <p:sp>
        <p:nvSpPr>
          <p:cNvPr id="21" name="Freeform 21"/>
          <p:cNvSpPr/>
          <p:nvPr/>
        </p:nvSpPr>
        <p:spPr>
          <a:xfrm>
            <a:off x="545732" y="6031579"/>
            <a:ext cx="281243" cy="281243"/>
          </a:xfrm>
          <a:custGeom>
            <a:avLst/>
            <a:gdLst/>
            <a:ahLst/>
            <a:cxnLst/>
            <a:rect l="l" t="t" r="r" b="b"/>
            <a:pathLst>
              <a:path w="421865" h="421865">
                <a:moveTo>
                  <a:pt x="0" y="0"/>
                </a:moveTo>
                <a:lnTo>
                  <a:pt x="421865" y="0"/>
                </a:lnTo>
                <a:lnTo>
                  <a:pt x="421865" y="421866"/>
                </a:lnTo>
                <a:lnTo>
                  <a:pt x="0" y="42186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fr-FR"/>
          </a:p>
        </p:txBody>
      </p:sp>
      <p:sp>
        <p:nvSpPr>
          <p:cNvPr id="22" name="TextBox 22"/>
          <p:cNvSpPr txBox="1"/>
          <p:nvPr/>
        </p:nvSpPr>
        <p:spPr>
          <a:xfrm>
            <a:off x="5665037" y="1539095"/>
            <a:ext cx="6364403" cy="5034968"/>
          </a:xfrm>
          <a:prstGeom prst="rect">
            <a:avLst/>
          </a:prstGeom>
        </p:spPr>
        <p:txBody>
          <a:bodyPr wrap="square" lIns="0" tIns="0" rIns="0" bIns="0" rtlCol="0" anchor="t">
            <a:spAutoFit/>
          </a:bodyPr>
          <a:lstStyle/>
          <a:p>
            <a:pPr algn="just" defTabSz="609630">
              <a:lnSpc>
                <a:spcPct val="300000"/>
              </a:lnSpc>
            </a:pPr>
            <a:r>
              <a:rPr lang="fr-FR" sz="1600" dirty="0">
                <a:latin typeface="ADLaM Display" panose="02010000000000000000" pitchFamily="2" charset="0"/>
                <a:ea typeface="ADLaM Display" panose="02010000000000000000" pitchFamily="2" charset="0"/>
                <a:cs typeface="ADLaM Display" panose="02010000000000000000" pitchFamily="2" charset="0"/>
              </a:rPr>
              <a:t>La conception de notre application OptiRH a pour but de rendre flexible la gestion des ressources humaines au sein de la BIM SA. En d'autres termes, elle doit répondre à la question : </a:t>
            </a:r>
            <a:r>
              <a:rPr lang="fr-FR" sz="1600" b="1" dirty="0">
                <a:latin typeface="ADLaM Display" panose="02010000000000000000" pitchFamily="2" charset="0"/>
                <a:ea typeface="ADLaM Display" panose="02010000000000000000" pitchFamily="2" charset="0"/>
                <a:cs typeface="ADLaM Display" panose="02010000000000000000" pitchFamily="2" charset="0"/>
              </a:rPr>
              <a:t>comment optimiser efficacement la gestion des RH dans un contexte bancaire ?</a:t>
            </a:r>
            <a:r>
              <a:rPr lang="fr-FR" sz="1600" dirty="0">
                <a:latin typeface="ADLaM Display" panose="02010000000000000000" pitchFamily="2" charset="0"/>
                <a:ea typeface="ADLaM Display" panose="02010000000000000000" pitchFamily="2" charset="0"/>
                <a:cs typeface="ADLaM Display" panose="02010000000000000000" pitchFamily="2" charset="0"/>
              </a:rPr>
              <a:t> UML sera utilisé pour produire les différents diagrammes qui illustreront l'architecture et les processus du système.</a:t>
            </a:r>
          </a:p>
        </p:txBody>
      </p:sp>
      <p:sp>
        <p:nvSpPr>
          <p:cNvPr id="3" name="Espace réservé du numéro de diapositive 4">
            <a:extLst>
              <a:ext uri="{FF2B5EF4-FFF2-40B4-BE49-F238E27FC236}">
                <a16:creationId xmlns:a16="http://schemas.microsoft.com/office/drawing/2014/main" id="{14C31E23-34EF-0BE1-2B4D-63F0BAD68DB4}"/>
              </a:ext>
            </a:extLst>
          </p:cNvPr>
          <p:cNvSpPr>
            <a:spLocks noGrp="1"/>
          </p:cNvSpPr>
          <p:nvPr>
            <p:ph type="sldNum" sz="quarter" idx="12"/>
          </p:nvPr>
        </p:nvSpPr>
        <p:spPr>
          <a:xfrm>
            <a:off x="8113885" y="6031579"/>
            <a:ext cx="723492" cy="500106"/>
          </a:xfrm>
          <a:prstGeom prst="ellipse">
            <a:avLst/>
          </a:prstGeom>
          <a:ln>
            <a:solidFill>
              <a:srgbClr val="0070C0"/>
            </a:solidFill>
          </a:ln>
        </p:spPr>
        <p:style>
          <a:lnRef idx="2">
            <a:schemeClr val="accent2"/>
          </a:lnRef>
          <a:fillRef idx="1">
            <a:schemeClr val="lt1"/>
          </a:fillRef>
          <a:effectRef idx="0">
            <a:schemeClr val="accent2"/>
          </a:effectRef>
          <a:fontRef idx="minor">
            <a:schemeClr val="dk1"/>
          </a:fontRef>
        </p:style>
        <p:txBody>
          <a:bodyPr/>
          <a:lstStyle/>
          <a:p>
            <a:r>
              <a:rPr lang="fr-ML" sz="2000" b="1" dirty="0">
                <a:solidFill>
                  <a:srgbClr val="002060"/>
                </a:solidFill>
                <a:latin typeface="Nunito Sans Black" pitchFamily="2" charset="0"/>
              </a:rPr>
              <a:t>14</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9615108" y="-181245"/>
            <a:ext cx="3435856" cy="1717928"/>
          </a:xfrm>
          <a:custGeom>
            <a:avLst/>
            <a:gdLst/>
            <a:ahLst/>
            <a:cxnLst/>
            <a:rect l="l" t="t" r="r" b="b"/>
            <a:pathLst>
              <a:path w="5153784" h="2576892">
                <a:moveTo>
                  <a:pt x="0" y="0"/>
                </a:moveTo>
                <a:lnTo>
                  <a:pt x="5153784" y="0"/>
                </a:lnTo>
                <a:lnTo>
                  <a:pt x="5153784" y="2576892"/>
                </a:lnTo>
                <a:lnTo>
                  <a:pt x="0" y="25768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fr-FR"/>
          </a:p>
        </p:txBody>
      </p:sp>
      <p:sp>
        <p:nvSpPr>
          <p:cNvPr id="6" name="Freeform 6"/>
          <p:cNvSpPr/>
          <p:nvPr/>
        </p:nvSpPr>
        <p:spPr>
          <a:xfrm>
            <a:off x="8071945" y="3541986"/>
            <a:ext cx="5561238" cy="5529002"/>
          </a:xfrm>
          <a:custGeom>
            <a:avLst/>
            <a:gdLst/>
            <a:ahLst/>
            <a:cxnLst/>
            <a:rect l="l" t="t" r="r" b="b"/>
            <a:pathLst>
              <a:path w="8696364" h="8696364">
                <a:moveTo>
                  <a:pt x="0" y="0"/>
                </a:moveTo>
                <a:lnTo>
                  <a:pt x="8696364" y="0"/>
                </a:lnTo>
                <a:lnTo>
                  <a:pt x="8696364" y="8696364"/>
                </a:lnTo>
                <a:lnTo>
                  <a:pt x="0" y="869636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fr-FR"/>
          </a:p>
        </p:txBody>
      </p:sp>
      <p:sp>
        <p:nvSpPr>
          <p:cNvPr id="7" name="Freeform 7"/>
          <p:cNvSpPr/>
          <p:nvPr/>
        </p:nvSpPr>
        <p:spPr>
          <a:xfrm>
            <a:off x="11559557" y="6016533"/>
            <a:ext cx="311335" cy="311335"/>
          </a:xfrm>
          <a:custGeom>
            <a:avLst/>
            <a:gdLst/>
            <a:ahLst/>
            <a:cxnLst/>
            <a:rect l="l" t="t" r="r" b="b"/>
            <a:pathLst>
              <a:path w="467003" h="467003">
                <a:moveTo>
                  <a:pt x="0" y="0"/>
                </a:moveTo>
                <a:lnTo>
                  <a:pt x="467003" y="0"/>
                </a:lnTo>
                <a:lnTo>
                  <a:pt x="467003" y="467002"/>
                </a:lnTo>
                <a:lnTo>
                  <a:pt x="0" y="46700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fr-FR"/>
          </a:p>
        </p:txBody>
      </p:sp>
      <p:sp>
        <p:nvSpPr>
          <p:cNvPr id="8" name="Freeform 8"/>
          <p:cNvSpPr/>
          <p:nvPr/>
        </p:nvSpPr>
        <p:spPr>
          <a:xfrm>
            <a:off x="11141509" y="6016533"/>
            <a:ext cx="311335" cy="311335"/>
          </a:xfrm>
          <a:custGeom>
            <a:avLst/>
            <a:gdLst/>
            <a:ahLst/>
            <a:cxnLst/>
            <a:rect l="l" t="t" r="r" b="b"/>
            <a:pathLst>
              <a:path w="467003" h="467003">
                <a:moveTo>
                  <a:pt x="0" y="0"/>
                </a:moveTo>
                <a:lnTo>
                  <a:pt x="467003" y="0"/>
                </a:lnTo>
                <a:lnTo>
                  <a:pt x="467003" y="467002"/>
                </a:lnTo>
                <a:lnTo>
                  <a:pt x="0" y="46700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fr-FR"/>
          </a:p>
        </p:txBody>
      </p:sp>
      <p:sp>
        <p:nvSpPr>
          <p:cNvPr id="9" name="Freeform 9"/>
          <p:cNvSpPr/>
          <p:nvPr/>
        </p:nvSpPr>
        <p:spPr>
          <a:xfrm>
            <a:off x="11679737" y="6105234"/>
            <a:ext cx="81364" cy="133933"/>
          </a:xfrm>
          <a:custGeom>
            <a:avLst/>
            <a:gdLst/>
            <a:ahLst/>
            <a:cxnLst/>
            <a:rect l="l" t="t" r="r" b="b"/>
            <a:pathLst>
              <a:path w="122046" h="200900">
                <a:moveTo>
                  <a:pt x="0" y="0"/>
                </a:moveTo>
                <a:lnTo>
                  <a:pt x="122046" y="0"/>
                </a:lnTo>
                <a:lnTo>
                  <a:pt x="122046" y="200900"/>
                </a:lnTo>
                <a:lnTo>
                  <a:pt x="0" y="20090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fr-FR"/>
          </a:p>
        </p:txBody>
      </p:sp>
      <p:sp>
        <p:nvSpPr>
          <p:cNvPr id="10" name="Freeform 10"/>
          <p:cNvSpPr/>
          <p:nvPr/>
        </p:nvSpPr>
        <p:spPr>
          <a:xfrm rot="-10800000">
            <a:off x="11256494" y="6105234"/>
            <a:ext cx="81364" cy="133933"/>
          </a:xfrm>
          <a:custGeom>
            <a:avLst/>
            <a:gdLst/>
            <a:ahLst/>
            <a:cxnLst/>
            <a:rect l="l" t="t" r="r" b="b"/>
            <a:pathLst>
              <a:path w="122046" h="200900">
                <a:moveTo>
                  <a:pt x="0" y="0"/>
                </a:moveTo>
                <a:lnTo>
                  <a:pt x="122047" y="0"/>
                </a:lnTo>
                <a:lnTo>
                  <a:pt x="122047" y="200900"/>
                </a:lnTo>
                <a:lnTo>
                  <a:pt x="0" y="20090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fr-FR"/>
          </a:p>
        </p:txBody>
      </p:sp>
      <p:sp>
        <p:nvSpPr>
          <p:cNvPr id="11" name="Freeform 11"/>
          <p:cNvSpPr/>
          <p:nvPr/>
        </p:nvSpPr>
        <p:spPr>
          <a:xfrm flipH="1">
            <a:off x="0" y="5716316"/>
            <a:ext cx="1141685" cy="1141685"/>
          </a:xfrm>
          <a:custGeom>
            <a:avLst/>
            <a:gdLst/>
            <a:ahLst/>
            <a:cxnLst/>
            <a:rect l="l" t="t" r="r" b="b"/>
            <a:pathLst>
              <a:path w="1712527" h="1712527">
                <a:moveTo>
                  <a:pt x="1712527" y="0"/>
                </a:moveTo>
                <a:lnTo>
                  <a:pt x="0" y="0"/>
                </a:lnTo>
                <a:lnTo>
                  <a:pt x="0" y="1712527"/>
                </a:lnTo>
                <a:lnTo>
                  <a:pt x="1712527" y="1712527"/>
                </a:lnTo>
                <a:lnTo>
                  <a:pt x="1712527"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fr-FR"/>
          </a:p>
        </p:txBody>
      </p:sp>
      <p:sp>
        <p:nvSpPr>
          <p:cNvPr id="15" name="TextBox 15"/>
          <p:cNvSpPr txBox="1"/>
          <p:nvPr/>
        </p:nvSpPr>
        <p:spPr>
          <a:xfrm>
            <a:off x="535904" y="728278"/>
            <a:ext cx="978920" cy="246734"/>
          </a:xfrm>
          <a:prstGeom prst="rect">
            <a:avLst/>
          </a:prstGeom>
        </p:spPr>
        <p:txBody>
          <a:bodyPr lIns="0" tIns="0" rIns="0" bIns="0" rtlCol="0" anchor="t">
            <a:spAutoFit/>
          </a:bodyPr>
          <a:lstStyle/>
          <a:p>
            <a:pPr algn="r" defTabSz="609630">
              <a:lnSpc>
                <a:spcPts val="2147"/>
              </a:lnSpc>
            </a:pPr>
            <a:r>
              <a:rPr lang="en-US" sz="1533" dirty="0">
                <a:solidFill>
                  <a:srgbClr val="3B41C9"/>
                </a:solidFill>
                <a:latin typeface="Montserrat Classic Bold"/>
              </a:rPr>
              <a:t>OPTIRH</a:t>
            </a:r>
          </a:p>
        </p:txBody>
      </p:sp>
      <p:sp>
        <p:nvSpPr>
          <p:cNvPr id="17" name="TextBox 17"/>
          <p:cNvSpPr txBox="1"/>
          <p:nvPr/>
        </p:nvSpPr>
        <p:spPr>
          <a:xfrm>
            <a:off x="1450318" y="1024052"/>
            <a:ext cx="9291365" cy="1085490"/>
          </a:xfrm>
          <a:prstGeom prst="rect">
            <a:avLst/>
          </a:prstGeom>
        </p:spPr>
        <p:txBody>
          <a:bodyPr wrap="square" lIns="0" tIns="0" rIns="0" bIns="0" rtlCol="0" anchor="t">
            <a:spAutoFit/>
          </a:bodyPr>
          <a:lstStyle/>
          <a:p>
            <a:pPr algn="ctr" defTabSz="609630">
              <a:lnSpc>
                <a:spcPts val="4400"/>
              </a:lnSpc>
            </a:pPr>
            <a:r>
              <a:rPr lang="fr-FR" sz="3200" dirty="0">
                <a:solidFill>
                  <a:srgbClr val="3B41C9"/>
                </a:solidFill>
                <a:latin typeface="ADLaM Display" panose="02010000000000000000" pitchFamily="2" charset="0"/>
                <a:ea typeface="ADLaM Display" panose="02010000000000000000" pitchFamily="2" charset="0"/>
                <a:cs typeface="ADLaM Display" panose="02010000000000000000" pitchFamily="2" charset="0"/>
              </a:rPr>
              <a:t>L’approche de conception logicielle utilisé:</a:t>
            </a:r>
          </a:p>
          <a:p>
            <a:pPr algn="ctr" defTabSz="609630">
              <a:lnSpc>
                <a:spcPts val="4400"/>
              </a:lnSpc>
            </a:pPr>
            <a:r>
              <a:rPr lang="fr-FR" sz="3200" dirty="0">
                <a:solidFill>
                  <a:srgbClr val="3B41C9"/>
                </a:solidFill>
                <a:latin typeface="ADLaM Display" panose="02010000000000000000" pitchFamily="2" charset="0"/>
                <a:ea typeface="ADLaM Display" panose="02010000000000000000" pitchFamily="2" charset="0"/>
                <a:cs typeface="ADLaM Display" panose="02010000000000000000" pitchFamily="2" charset="0"/>
              </a:rPr>
              <a:t>Domain-Driven Design (DDD)  </a:t>
            </a:r>
          </a:p>
        </p:txBody>
      </p:sp>
      <p:sp>
        <p:nvSpPr>
          <p:cNvPr id="20" name="Freeform 20"/>
          <p:cNvSpPr/>
          <p:nvPr/>
        </p:nvSpPr>
        <p:spPr>
          <a:xfrm>
            <a:off x="1514824" y="2426409"/>
            <a:ext cx="717575" cy="717575"/>
          </a:xfrm>
          <a:custGeom>
            <a:avLst/>
            <a:gdLst/>
            <a:ahLst/>
            <a:cxnLst/>
            <a:rect l="l" t="t" r="r" b="b"/>
            <a:pathLst>
              <a:path w="1076362" h="1076362">
                <a:moveTo>
                  <a:pt x="0" y="0"/>
                </a:moveTo>
                <a:lnTo>
                  <a:pt x="1076361" y="0"/>
                </a:lnTo>
                <a:lnTo>
                  <a:pt x="1076361" y="1076361"/>
                </a:lnTo>
                <a:lnTo>
                  <a:pt x="0" y="107636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fr-FR"/>
          </a:p>
        </p:txBody>
      </p:sp>
      <p:sp>
        <p:nvSpPr>
          <p:cNvPr id="21" name="Freeform 21"/>
          <p:cNvSpPr/>
          <p:nvPr/>
        </p:nvSpPr>
        <p:spPr>
          <a:xfrm>
            <a:off x="1514824" y="4606899"/>
            <a:ext cx="717575" cy="717575"/>
          </a:xfrm>
          <a:custGeom>
            <a:avLst/>
            <a:gdLst/>
            <a:ahLst/>
            <a:cxnLst/>
            <a:rect l="l" t="t" r="r" b="b"/>
            <a:pathLst>
              <a:path w="1076362" h="1076362">
                <a:moveTo>
                  <a:pt x="0" y="0"/>
                </a:moveTo>
                <a:lnTo>
                  <a:pt x="1076361" y="0"/>
                </a:lnTo>
                <a:lnTo>
                  <a:pt x="1076361" y="1076362"/>
                </a:lnTo>
                <a:lnTo>
                  <a:pt x="0" y="107636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fr-FR"/>
          </a:p>
        </p:txBody>
      </p:sp>
      <p:sp>
        <p:nvSpPr>
          <p:cNvPr id="22" name="TextBox 22"/>
          <p:cNvSpPr txBox="1"/>
          <p:nvPr/>
        </p:nvSpPr>
        <p:spPr>
          <a:xfrm>
            <a:off x="1616983" y="2639570"/>
            <a:ext cx="513257" cy="246734"/>
          </a:xfrm>
          <a:prstGeom prst="rect">
            <a:avLst/>
          </a:prstGeom>
        </p:spPr>
        <p:txBody>
          <a:bodyPr lIns="0" tIns="0" rIns="0" bIns="0" rtlCol="0" anchor="t">
            <a:spAutoFit/>
          </a:bodyPr>
          <a:lstStyle/>
          <a:p>
            <a:pPr algn="ctr" defTabSz="609630">
              <a:lnSpc>
                <a:spcPts val="2146"/>
              </a:lnSpc>
            </a:pPr>
            <a:r>
              <a:rPr lang="en-US" sz="1533" dirty="0">
                <a:solidFill>
                  <a:srgbClr val="3B41C9"/>
                </a:solidFill>
                <a:latin typeface="ADLaM Display" panose="02010000000000000000" pitchFamily="2" charset="0"/>
                <a:ea typeface="ADLaM Display" panose="02010000000000000000" pitchFamily="2" charset="0"/>
                <a:cs typeface="ADLaM Display" panose="02010000000000000000" pitchFamily="2" charset="0"/>
              </a:rPr>
              <a:t>01</a:t>
            </a:r>
          </a:p>
        </p:txBody>
      </p:sp>
      <p:sp>
        <p:nvSpPr>
          <p:cNvPr id="23" name="TextBox 23"/>
          <p:cNvSpPr txBox="1"/>
          <p:nvPr/>
        </p:nvSpPr>
        <p:spPr>
          <a:xfrm>
            <a:off x="1616983" y="4820060"/>
            <a:ext cx="513257" cy="246734"/>
          </a:xfrm>
          <a:prstGeom prst="rect">
            <a:avLst/>
          </a:prstGeom>
        </p:spPr>
        <p:txBody>
          <a:bodyPr lIns="0" tIns="0" rIns="0" bIns="0" rtlCol="0" anchor="t">
            <a:spAutoFit/>
          </a:bodyPr>
          <a:lstStyle/>
          <a:p>
            <a:pPr algn="ctr" defTabSz="609630">
              <a:lnSpc>
                <a:spcPts val="2146"/>
              </a:lnSpc>
            </a:pPr>
            <a:r>
              <a:rPr lang="en-US" sz="1533" dirty="0">
                <a:solidFill>
                  <a:srgbClr val="3B41C9"/>
                </a:solidFill>
                <a:latin typeface="ADLaM Display" panose="02010000000000000000" pitchFamily="2" charset="0"/>
                <a:ea typeface="ADLaM Display" panose="02010000000000000000" pitchFamily="2" charset="0"/>
                <a:cs typeface="ADLaM Display" panose="02010000000000000000" pitchFamily="2" charset="0"/>
              </a:rPr>
              <a:t>02</a:t>
            </a:r>
          </a:p>
        </p:txBody>
      </p:sp>
      <p:sp>
        <p:nvSpPr>
          <p:cNvPr id="24" name="TextBox 24"/>
          <p:cNvSpPr txBox="1"/>
          <p:nvPr/>
        </p:nvSpPr>
        <p:spPr>
          <a:xfrm>
            <a:off x="2334557" y="2639570"/>
            <a:ext cx="2181015" cy="246734"/>
          </a:xfrm>
          <a:prstGeom prst="rect">
            <a:avLst/>
          </a:prstGeom>
        </p:spPr>
        <p:txBody>
          <a:bodyPr wrap="square" lIns="0" tIns="0" rIns="0" bIns="0" rtlCol="0" anchor="t">
            <a:spAutoFit/>
          </a:bodyPr>
          <a:lstStyle/>
          <a:p>
            <a:pPr defTabSz="609630">
              <a:lnSpc>
                <a:spcPts val="2146"/>
              </a:lnSpc>
            </a:pPr>
            <a:r>
              <a:rPr lang="en-US" sz="1533" dirty="0">
                <a:solidFill>
                  <a:srgbClr val="3B41C9"/>
                </a:solidFill>
                <a:latin typeface="ADLaM Display" panose="02010000000000000000" pitchFamily="2" charset="0"/>
                <a:ea typeface="ADLaM Display" panose="02010000000000000000" pitchFamily="2" charset="0"/>
                <a:cs typeface="ADLaM Display" panose="02010000000000000000" pitchFamily="2" charset="0"/>
              </a:rPr>
              <a:t>FOCALISATION</a:t>
            </a:r>
          </a:p>
        </p:txBody>
      </p:sp>
      <p:sp>
        <p:nvSpPr>
          <p:cNvPr id="25" name="TextBox 25"/>
          <p:cNvSpPr txBox="1"/>
          <p:nvPr/>
        </p:nvSpPr>
        <p:spPr>
          <a:xfrm>
            <a:off x="2334558" y="4842319"/>
            <a:ext cx="2181015" cy="246734"/>
          </a:xfrm>
          <a:prstGeom prst="rect">
            <a:avLst/>
          </a:prstGeom>
        </p:spPr>
        <p:txBody>
          <a:bodyPr lIns="0" tIns="0" rIns="0" bIns="0" rtlCol="0" anchor="t">
            <a:spAutoFit/>
          </a:bodyPr>
          <a:lstStyle/>
          <a:p>
            <a:pPr defTabSz="609630">
              <a:lnSpc>
                <a:spcPts val="2146"/>
              </a:lnSpc>
            </a:pPr>
            <a:r>
              <a:rPr lang="en-US" sz="1533" dirty="0">
                <a:solidFill>
                  <a:srgbClr val="3B41C9"/>
                </a:solidFill>
                <a:latin typeface="ADLaM Display" panose="02010000000000000000" pitchFamily="2" charset="0"/>
                <a:ea typeface="ADLaM Display" panose="02010000000000000000" pitchFamily="2" charset="0"/>
                <a:cs typeface="ADLaM Display" panose="02010000000000000000" pitchFamily="2" charset="0"/>
              </a:rPr>
              <a:t>MODELISATION</a:t>
            </a:r>
          </a:p>
        </p:txBody>
      </p:sp>
      <p:sp>
        <p:nvSpPr>
          <p:cNvPr id="26" name="Freeform 26"/>
          <p:cNvSpPr/>
          <p:nvPr/>
        </p:nvSpPr>
        <p:spPr>
          <a:xfrm>
            <a:off x="6461834" y="537098"/>
            <a:ext cx="281243" cy="281243"/>
          </a:xfrm>
          <a:custGeom>
            <a:avLst/>
            <a:gdLst/>
            <a:ahLst/>
            <a:cxnLst/>
            <a:rect l="l" t="t" r="r" b="b"/>
            <a:pathLst>
              <a:path w="421865" h="421865">
                <a:moveTo>
                  <a:pt x="0" y="0"/>
                </a:moveTo>
                <a:lnTo>
                  <a:pt x="421865" y="0"/>
                </a:lnTo>
                <a:lnTo>
                  <a:pt x="421865" y="421865"/>
                </a:lnTo>
                <a:lnTo>
                  <a:pt x="0" y="421865"/>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fr-FR"/>
          </a:p>
        </p:txBody>
      </p:sp>
      <p:sp>
        <p:nvSpPr>
          <p:cNvPr id="27" name="Freeform 27"/>
          <p:cNvSpPr/>
          <p:nvPr/>
        </p:nvSpPr>
        <p:spPr>
          <a:xfrm>
            <a:off x="545732" y="6031579"/>
            <a:ext cx="281243" cy="281243"/>
          </a:xfrm>
          <a:custGeom>
            <a:avLst/>
            <a:gdLst/>
            <a:ahLst/>
            <a:cxnLst/>
            <a:rect l="l" t="t" r="r" b="b"/>
            <a:pathLst>
              <a:path w="421865" h="421865">
                <a:moveTo>
                  <a:pt x="0" y="0"/>
                </a:moveTo>
                <a:lnTo>
                  <a:pt x="421865" y="0"/>
                </a:lnTo>
                <a:lnTo>
                  <a:pt x="421865" y="421866"/>
                </a:lnTo>
                <a:lnTo>
                  <a:pt x="0" y="421866"/>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fr-FR"/>
          </a:p>
        </p:txBody>
      </p:sp>
      <p:sp>
        <p:nvSpPr>
          <p:cNvPr id="28" name="Freeform 20">
            <a:extLst>
              <a:ext uri="{FF2B5EF4-FFF2-40B4-BE49-F238E27FC236}">
                <a16:creationId xmlns:a16="http://schemas.microsoft.com/office/drawing/2014/main" id="{C592DBAC-BE67-4E57-9C1C-F6AACEA4B3EA}"/>
              </a:ext>
            </a:extLst>
          </p:cNvPr>
          <p:cNvSpPr/>
          <p:nvPr/>
        </p:nvSpPr>
        <p:spPr>
          <a:xfrm>
            <a:off x="5378425" y="2421080"/>
            <a:ext cx="717575" cy="717575"/>
          </a:xfrm>
          <a:custGeom>
            <a:avLst/>
            <a:gdLst/>
            <a:ahLst/>
            <a:cxnLst/>
            <a:rect l="l" t="t" r="r" b="b"/>
            <a:pathLst>
              <a:path w="1076362" h="1076362">
                <a:moveTo>
                  <a:pt x="0" y="0"/>
                </a:moveTo>
                <a:lnTo>
                  <a:pt x="1076361" y="0"/>
                </a:lnTo>
                <a:lnTo>
                  <a:pt x="1076361" y="1076361"/>
                </a:lnTo>
                <a:lnTo>
                  <a:pt x="0" y="107636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fr-FR"/>
          </a:p>
        </p:txBody>
      </p:sp>
      <p:sp>
        <p:nvSpPr>
          <p:cNvPr id="29" name="TextBox 22">
            <a:extLst>
              <a:ext uri="{FF2B5EF4-FFF2-40B4-BE49-F238E27FC236}">
                <a16:creationId xmlns:a16="http://schemas.microsoft.com/office/drawing/2014/main" id="{EA492203-9F14-456B-B2E5-BFC432BC2E73}"/>
              </a:ext>
            </a:extLst>
          </p:cNvPr>
          <p:cNvSpPr txBox="1"/>
          <p:nvPr/>
        </p:nvSpPr>
        <p:spPr>
          <a:xfrm>
            <a:off x="5480584" y="2634241"/>
            <a:ext cx="513257" cy="246734"/>
          </a:xfrm>
          <a:prstGeom prst="rect">
            <a:avLst/>
          </a:prstGeom>
        </p:spPr>
        <p:txBody>
          <a:bodyPr lIns="0" tIns="0" rIns="0" bIns="0" rtlCol="0" anchor="t">
            <a:spAutoFit/>
          </a:bodyPr>
          <a:lstStyle/>
          <a:p>
            <a:pPr algn="ctr" defTabSz="609630">
              <a:lnSpc>
                <a:spcPts val="2146"/>
              </a:lnSpc>
            </a:pPr>
            <a:r>
              <a:rPr lang="en-US" sz="1533" dirty="0">
                <a:solidFill>
                  <a:srgbClr val="3B41C9"/>
                </a:solidFill>
                <a:latin typeface="ADLaM Display" panose="02010000000000000000" pitchFamily="2" charset="0"/>
                <a:ea typeface="ADLaM Display" panose="02010000000000000000" pitchFamily="2" charset="0"/>
                <a:cs typeface="ADLaM Display" panose="02010000000000000000" pitchFamily="2" charset="0"/>
              </a:rPr>
              <a:t>03</a:t>
            </a:r>
          </a:p>
        </p:txBody>
      </p:sp>
      <p:sp>
        <p:nvSpPr>
          <p:cNvPr id="30" name="Freeform 20">
            <a:extLst>
              <a:ext uri="{FF2B5EF4-FFF2-40B4-BE49-F238E27FC236}">
                <a16:creationId xmlns:a16="http://schemas.microsoft.com/office/drawing/2014/main" id="{58CB4095-BB25-4257-A569-BC1321B25590}"/>
              </a:ext>
            </a:extLst>
          </p:cNvPr>
          <p:cNvSpPr/>
          <p:nvPr/>
        </p:nvSpPr>
        <p:spPr>
          <a:xfrm>
            <a:off x="5378425" y="4606899"/>
            <a:ext cx="717575" cy="717575"/>
          </a:xfrm>
          <a:custGeom>
            <a:avLst/>
            <a:gdLst/>
            <a:ahLst/>
            <a:cxnLst/>
            <a:rect l="l" t="t" r="r" b="b"/>
            <a:pathLst>
              <a:path w="1076362" h="1076362">
                <a:moveTo>
                  <a:pt x="0" y="0"/>
                </a:moveTo>
                <a:lnTo>
                  <a:pt x="1076361" y="0"/>
                </a:lnTo>
                <a:lnTo>
                  <a:pt x="1076361" y="1076361"/>
                </a:lnTo>
                <a:lnTo>
                  <a:pt x="0" y="107636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fr-FR"/>
          </a:p>
        </p:txBody>
      </p:sp>
      <p:sp>
        <p:nvSpPr>
          <p:cNvPr id="31" name="TextBox 22">
            <a:extLst>
              <a:ext uri="{FF2B5EF4-FFF2-40B4-BE49-F238E27FC236}">
                <a16:creationId xmlns:a16="http://schemas.microsoft.com/office/drawing/2014/main" id="{F22D2CCC-5DC0-4A1E-AECE-D4E98931714B}"/>
              </a:ext>
            </a:extLst>
          </p:cNvPr>
          <p:cNvSpPr txBox="1"/>
          <p:nvPr/>
        </p:nvSpPr>
        <p:spPr>
          <a:xfrm>
            <a:off x="5480584" y="4820060"/>
            <a:ext cx="513257" cy="246734"/>
          </a:xfrm>
          <a:prstGeom prst="rect">
            <a:avLst/>
          </a:prstGeom>
        </p:spPr>
        <p:txBody>
          <a:bodyPr lIns="0" tIns="0" rIns="0" bIns="0" rtlCol="0" anchor="t">
            <a:spAutoFit/>
          </a:bodyPr>
          <a:lstStyle/>
          <a:p>
            <a:pPr algn="ctr" defTabSz="609630">
              <a:lnSpc>
                <a:spcPts val="2146"/>
              </a:lnSpc>
            </a:pPr>
            <a:r>
              <a:rPr lang="en-US" sz="1533" dirty="0">
                <a:solidFill>
                  <a:srgbClr val="3B41C9"/>
                </a:solidFill>
                <a:latin typeface="ADLaM Display" panose="02010000000000000000" pitchFamily="2" charset="0"/>
                <a:ea typeface="ADLaM Display" panose="02010000000000000000" pitchFamily="2" charset="0"/>
                <a:cs typeface="ADLaM Display" panose="02010000000000000000" pitchFamily="2" charset="0"/>
              </a:rPr>
              <a:t>04</a:t>
            </a:r>
          </a:p>
        </p:txBody>
      </p:sp>
      <p:sp>
        <p:nvSpPr>
          <p:cNvPr id="32" name="TextBox 24">
            <a:extLst>
              <a:ext uri="{FF2B5EF4-FFF2-40B4-BE49-F238E27FC236}">
                <a16:creationId xmlns:a16="http://schemas.microsoft.com/office/drawing/2014/main" id="{26E8FFF5-7B53-49A1-98AD-741D626D2393}"/>
              </a:ext>
            </a:extLst>
          </p:cNvPr>
          <p:cNvSpPr txBox="1"/>
          <p:nvPr/>
        </p:nvSpPr>
        <p:spPr>
          <a:xfrm>
            <a:off x="6198159" y="2634241"/>
            <a:ext cx="2181015" cy="516039"/>
          </a:xfrm>
          <a:prstGeom prst="rect">
            <a:avLst/>
          </a:prstGeom>
        </p:spPr>
        <p:txBody>
          <a:bodyPr lIns="0" tIns="0" rIns="0" bIns="0" rtlCol="0" anchor="t">
            <a:spAutoFit/>
          </a:bodyPr>
          <a:lstStyle/>
          <a:p>
            <a:pPr defTabSz="609630">
              <a:lnSpc>
                <a:spcPts val="2146"/>
              </a:lnSpc>
            </a:pPr>
            <a:r>
              <a:rPr lang="en-US" sz="1533" dirty="0">
                <a:solidFill>
                  <a:srgbClr val="3B41C9"/>
                </a:solidFill>
                <a:latin typeface="ADLaM Display" panose="02010000000000000000" pitchFamily="2" charset="0"/>
                <a:ea typeface="ADLaM Display" panose="02010000000000000000" pitchFamily="2" charset="0"/>
                <a:cs typeface="ADLaM Display" panose="02010000000000000000" pitchFamily="2" charset="0"/>
              </a:rPr>
              <a:t>CONTEXTE DELIMITE</a:t>
            </a:r>
          </a:p>
          <a:p>
            <a:pPr defTabSz="609630">
              <a:lnSpc>
                <a:spcPts val="2146"/>
              </a:lnSpc>
            </a:pPr>
            <a:endParaRPr lang="en-US" sz="1533" dirty="0">
              <a:solidFill>
                <a:srgbClr val="3B41C9"/>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33" name="TextBox 24">
            <a:extLst>
              <a:ext uri="{FF2B5EF4-FFF2-40B4-BE49-F238E27FC236}">
                <a16:creationId xmlns:a16="http://schemas.microsoft.com/office/drawing/2014/main" id="{5DB4FA32-F0A9-4D08-8DBF-F6DC7E7D57F4}"/>
              </a:ext>
            </a:extLst>
          </p:cNvPr>
          <p:cNvSpPr txBox="1"/>
          <p:nvPr/>
        </p:nvSpPr>
        <p:spPr>
          <a:xfrm>
            <a:off x="6198158" y="4820060"/>
            <a:ext cx="2181015" cy="246734"/>
          </a:xfrm>
          <a:prstGeom prst="rect">
            <a:avLst/>
          </a:prstGeom>
        </p:spPr>
        <p:txBody>
          <a:bodyPr lIns="0" tIns="0" rIns="0" bIns="0" rtlCol="0" anchor="t">
            <a:spAutoFit/>
          </a:bodyPr>
          <a:lstStyle/>
          <a:p>
            <a:pPr defTabSz="609630">
              <a:lnSpc>
                <a:spcPts val="2146"/>
              </a:lnSpc>
            </a:pPr>
            <a:r>
              <a:rPr lang="en-US" sz="1533" dirty="0">
                <a:solidFill>
                  <a:srgbClr val="3B41C9"/>
                </a:solidFill>
                <a:latin typeface="ADLaM Display" panose="02010000000000000000" pitchFamily="2" charset="0"/>
                <a:ea typeface="ADLaM Display" panose="02010000000000000000" pitchFamily="2" charset="0"/>
                <a:cs typeface="ADLaM Display" panose="02010000000000000000" pitchFamily="2" charset="0"/>
              </a:rPr>
              <a:t>LANGAGE COMMUN</a:t>
            </a:r>
          </a:p>
        </p:txBody>
      </p:sp>
      <p:sp>
        <p:nvSpPr>
          <p:cNvPr id="3" name="Espace réservé du numéro de diapositive 4">
            <a:extLst>
              <a:ext uri="{FF2B5EF4-FFF2-40B4-BE49-F238E27FC236}">
                <a16:creationId xmlns:a16="http://schemas.microsoft.com/office/drawing/2014/main" id="{FE2782BB-9F78-A7CA-0C84-BFCBDD92BECF}"/>
              </a:ext>
            </a:extLst>
          </p:cNvPr>
          <p:cNvSpPr>
            <a:spLocks noGrp="1"/>
          </p:cNvSpPr>
          <p:nvPr>
            <p:ph type="sldNum" sz="quarter" idx="12"/>
          </p:nvPr>
        </p:nvSpPr>
        <p:spPr>
          <a:xfrm>
            <a:off x="5118838" y="6056434"/>
            <a:ext cx="723492" cy="500106"/>
          </a:xfrm>
          <a:prstGeom prst="ellipse">
            <a:avLst/>
          </a:prstGeom>
          <a:ln>
            <a:solidFill>
              <a:srgbClr val="0070C0"/>
            </a:solidFill>
          </a:ln>
        </p:spPr>
        <p:style>
          <a:lnRef idx="2">
            <a:schemeClr val="accent2"/>
          </a:lnRef>
          <a:fillRef idx="1">
            <a:schemeClr val="lt1"/>
          </a:fillRef>
          <a:effectRef idx="0">
            <a:schemeClr val="accent2"/>
          </a:effectRef>
          <a:fontRef idx="minor">
            <a:schemeClr val="dk1"/>
          </a:fontRef>
        </p:style>
        <p:txBody>
          <a:bodyPr/>
          <a:lstStyle/>
          <a:p>
            <a:r>
              <a:rPr lang="fr-ML" sz="2000" b="1" dirty="0">
                <a:solidFill>
                  <a:srgbClr val="002060"/>
                </a:solidFill>
                <a:latin typeface="Nunito Sans Black" pitchFamily="2" charset="0"/>
              </a:rPr>
              <a:t>15</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1000"/>
                                        <p:tgtEl>
                                          <p:spTgt spid="20"/>
                                        </p:tgtEl>
                                      </p:cBhvr>
                                    </p:animEffect>
                                    <p:anim calcmode="lin" valueType="num">
                                      <p:cBhvr>
                                        <p:cTn id="14" dur="1000" fill="hold"/>
                                        <p:tgtEl>
                                          <p:spTgt spid="20"/>
                                        </p:tgtEl>
                                        <p:attrNameLst>
                                          <p:attrName>ppt_x</p:attrName>
                                        </p:attrNameLst>
                                      </p:cBhvr>
                                      <p:tavLst>
                                        <p:tav tm="0">
                                          <p:val>
                                            <p:strVal val="#ppt_x"/>
                                          </p:val>
                                        </p:tav>
                                        <p:tav tm="100000">
                                          <p:val>
                                            <p:strVal val="#ppt_x"/>
                                          </p:val>
                                        </p:tav>
                                      </p:tavLst>
                                    </p:anim>
                                    <p:anim calcmode="lin" valueType="num">
                                      <p:cBhvr>
                                        <p:cTn id="15" dur="1000" fill="hold"/>
                                        <p:tgtEl>
                                          <p:spTgt spid="20"/>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1000"/>
                                        <p:tgtEl>
                                          <p:spTgt spid="22"/>
                                        </p:tgtEl>
                                      </p:cBhvr>
                                    </p:animEffect>
                                    <p:anim calcmode="lin" valueType="num">
                                      <p:cBhvr>
                                        <p:cTn id="20" dur="1000" fill="hold"/>
                                        <p:tgtEl>
                                          <p:spTgt spid="22"/>
                                        </p:tgtEl>
                                        <p:attrNameLst>
                                          <p:attrName>ppt_x</p:attrName>
                                        </p:attrNameLst>
                                      </p:cBhvr>
                                      <p:tavLst>
                                        <p:tav tm="0">
                                          <p:val>
                                            <p:strVal val="#ppt_x"/>
                                          </p:val>
                                        </p:tav>
                                        <p:tav tm="100000">
                                          <p:val>
                                            <p:strVal val="#ppt_x"/>
                                          </p:val>
                                        </p:tav>
                                      </p:tavLst>
                                    </p:anim>
                                    <p:anim calcmode="lin" valueType="num">
                                      <p:cBhvr>
                                        <p:cTn id="21" dur="1000" fill="hold"/>
                                        <p:tgtEl>
                                          <p:spTgt spid="22"/>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grpId="0" nodeType="after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1000"/>
                                        <p:tgtEl>
                                          <p:spTgt spid="24"/>
                                        </p:tgtEl>
                                      </p:cBhvr>
                                    </p:animEffect>
                                    <p:anim calcmode="lin" valueType="num">
                                      <p:cBhvr>
                                        <p:cTn id="26" dur="1000" fill="hold"/>
                                        <p:tgtEl>
                                          <p:spTgt spid="24"/>
                                        </p:tgtEl>
                                        <p:attrNameLst>
                                          <p:attrName>ppt_x</p:attrName>
                                        </p:attrNameLst>
                                      </p:cBhvr>
                                      <p:tavLst>
                                        <p:tav tm="0">
                                          <p:val>
                                            <p:strVal val="#ppt_x"/>
                                          </p:val>
                                        </p:tav>
                                        <p:tav tm="100000">
                                          <p:val>
                                            <p:strVal val="#ppt_x"/>
                                          </p:val>
                                        </p:tav>
                                      </p:tavLst>
                                    </p:anim>
                                    <p:anim calcmode="lin" valueType="num">
                                      <p:cBhvr>
                                        <p:cTn id="27" dur="1000" fill="hold"/>
                                        <p:tgtEl>
                                          <p:spTgt spid="24"/>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2" presetClass="entr" presetSubtype="0" fill="hold" nodeType="after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1000"/>
                                        <p:tgtEl>
                                          <p:spTgt spid="21"/>
                                        </p:tgtEl>
                                      </p:cBhvr>
                                    </p:animEffect>
                                    <p:anim calcmode="lin" valueType="num">
                                      <p:cBhvr>
                                        <p:cTn id="32" dur="1000" fill="hold"/>
                                        <p:tgtEl>
                                          <p:spTgt spid="21"/>
                                        </p:tgtEl>
                                        <p:attrNameLst>
                                          <p:attrName>ppt_x</p:attrName>
                                        </p:attrNameLst>
                                      </p:cBhvr>
                                      <p:tavLst>
                                        <p:tav tm="0">
                                          <p:val>
                                            <p:strVal val="#ppt_x"/>
                                          </p:val>
                                        </p:tav>
                                        <p:tav tm="100000">
                                          <p:val>
                                            <p:strVal val="#ppt_x"/>
                                          </p:val>
                                        </p:tav>
                                      </p:tavLst>
                                    </p:anim>
                                    <p:anim calcmode="lin" valueType="num">
                                      <p:cBhvr>
                                        <p:cTn id="33" dur="1000" fill="hold"/>
                                        <p:tgtEl>
                                          <p:spTgt spid="21"/>
                                        </p:tgtEl>
                                        <p:attrNameLst>
                                          <p:attrName>ppt_y</p:attrName>
                                        </p:attrNameLst>
                                      </p:cBhvr>
                                      <p:tavLst>
                                        <p:tav tm="0">
                                          <p:val>
                                            <p:strVal val="#ppt_y+.1"/>
                                          </p:val>
                                        </p:tav>
                                        <p:tav tm="100000">
                                          <p:val>
                                            <p:strVal val="#ppt_y"/>
                                          </p:val>
                                        </p:tav>
                                      </p:tavLst>
                                    </p:anim>
                                  </p:childTnLst>
                                </p:cTn>
                              </p:par>
                            </p:childTnLst>
                          </p:cTn>
                        </p:par>
                        <p:par>
                          <p:cTn id="34" fill="hold">
                            <p:stCondLst>
                              <p:cond delay="5000"/>
                            </p:stCondLst>
                            <p:childTnLst>
                              <p:par>
                                <p:cTn id="35" presetID="42" presetClass="entr" presetSubtype="0" fill="hold" grpId="0" nodeType="after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1000"/>
                                        <p:tgtEl>
                                          <p:spTgt spid="23"/>
                                        </p:tgtEl>
                                      </p:cBhvr>
                                    </p:animEffect>
                                    <p:anim calcmode="lin" valueType="num">
                                      <p:cBhvr>
                                        <p:cTn id="38" dur="1000" fill="hold"/>
                                        <p:tgtEl>
                                          <p:spTgt spid="23"/>
                                        </p:tgtEl>
                                        <p:attrNameLst>
                                          <p:attrName>ppt_x</p:attrName>
                                        </p:attrNameLst>
                                      </p:cBhvr>
                                      <p:tavLst>
                                        <p:tav tm="0">
                                          <p:val>
                                            <p:strVal val="#ppt_x"/>
                                          </p:val>
                                        </p:tav>
                                        <p:tav tm="100000">
                                          <p:val>
                                            <p:strVal val="#ppt_x"/>
                                          </p:val>
                                        </p:tav>
                                      </p:tavLst>
                                    </p:anim>
                                    <p:anim calcmode="lin" valueType="num">
                                      <p:cBhvr>
                                        <p:cTn id="39" dur="1000" fill="hold"/>
                                        <p:tgtEl>
                                          <p:spTgt spid="23"/>
                                        </p:tgtEl>
                                        <p:attrNameLst>
                                          <p:attrName>ppt_y</p:attrName>
                                        </p:attrNameLst>
                                      </p:cBhvr>
                                      <p:tavLst>
                                        <p:tav tm="0">
                                          <p:val>
                                            <p:strVal val="#ppt_y+.1"/>
                                          </p:val>
                                        </p:tav>
                                        <p:tav tm="100000">
                                          <p:val>
                                            <p:strVal val="#ppt_y"/>
                                          </p:val>
                                        </p:tav>
                                      </p:tavLst>
                                    </p:anim>
                                  </p:childTnLst>
                                </p:cTn>
                              </p:par>
                            </p:childTnLst>
                          </p:cTn>
                        </p:par>
                        <p:par>
                          <p:cTn id="40" fill="hold">
                            <p:stCondLst>
                              <p:cond delay="6000"/>
                            </p:stCondLst>
                            <p:childTnLst>
                              <p:par>
                                <p:cTn id="41" presetID="42" presetClass="entr" presetSubtype="0" fill="hold" grpId="0" nodeType="after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1000"/>
                                        <p:tgtEl>
                                          <p:spTgt spid="25"/>
                                        </p:tgtEl>
                                      </p:cBhvr>
                                    </p:animEffect>
                                    <p:anim calcmode="lin" valueType="num">
                                      <p:cBhvr>
                                        <p:cTn id="44" dur="1000" fill="hold"/>
                                        <p:tgtEl>
                                          <p:spTgt spid="25"/>
                                        </p:tgtEl>
                                        <p:attrNameLst>
                                          <p:attrName>ppt_x</p:attrName>
                                        </p:attrNameLst>
                                      </p:cBhvr>
                                      <p:tavLst>
                                        <p:tav tm="0">
                                          <p:val>
                                            <p:strVal val="#ppt_x"/>
                                          </p:val>
                                        </p:tav>
                                        <p:tav tm="100000">
                                          <p:val>
                                            <p:strVal val="#ppt_x"/>
                                          </p:val>
                                        </p:tav>
                                      </p:tavLst>
                                    </p:anim>
                                    <p:anim calcmode="lin" valueType="num">
                                      <p:cBhvr>
                                        <p:cTn id="45" dur="1000" fill="hold"/>
                                        <p:tgtEl>
                                          <p:spTgt spid="25"/>
                                        </p:tgtEl>
                                        <p:attrNameLst>
                                          <p:attrName>ppt_y</p:attrName>
                                        </p:attrNameLst>
                                      </p:cBhvr>
                                      <p:tavLst>
                                        <p:tav tm="0">
                                          <p:val>
                                            <p:strVal val="#ppt_y+.1"/>
                                          </p:val>
                                        </p:tav>
                                        <p:tav tm="100000">
                                          <p:val>
                                            <p:strVal val="#ppt_y"/>
                                          </p:val>
                                        </p:tav>
                                      </p:tavLst>
                                    </p:anim>
                                  </p:childTnLst>
                                </p:cTn>
                              </p:par>
                            </p:childTnLst>
                          </p:cTn>
                        </p:par>
                        <p:par>
                          <p:cTn id="46" fill="hold">
                            <p:stCondLst>
                              <p:cond delay="7000"/>
                            </p:stCondLst>
                            <p:childTnLst>
                              <p:par>
                                <p:cTn id="47" presetID="42" presetClass="entr" presetSubtype="0" fill="hold" nodeType="after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fade">
                                      <p:cBhvr>
                                        <p:cTn id="49" dur="1000"/>
                                        <p:tgtEl>
                                          <p:spTgt spid="28"/>
                                        </p:tgtEl>
                                      </p:cBhvr>
                                    </p:animEffect>
                                    <p:anim calcmode="lin" valueType="num">
                                      <p:cBhvr>
                                        <p:cTn id="50" dur="1000" fill="hold"/>
                                        <p:tgtEl>
                                          <p:spTgt spid="28"/>
                                        </p:tgtEl>
                                        <p:attrNameLst>
                                          <p:attrName>ppt_x</p:attrName>
                                        </p:attrNameLst>
                                      </p:cBhvr>
                                      <p:tavLst>
                                        <p:tav tm="0">
                                          <p:val>
                                            <p:strVal val="#ppt_x"/>
                                          </p:val>
                                        </p:tav>
                                        <p:tav tm="100000">
                                          <p:val>
                                            <p:strVal val="#ppt_x"/>
                                          </p:val>
                                        </p:tav>
                                      </p:tavLst>
                                    </p:anim>
                                    <p:anim calcmode="lin" valueType="num">
                                      <p:cBhvr>
                                        <p:cTn id="51" dur="1000" fill="hold"/>
                                        <p:tgtEl>
                                          <p:spTgt spid="28"/>
                                        </p:tgtEl>
                                        <p:attrNameLst>
                                          <p:attrName>ppt_y</p:attrName>
                                        </p:attrNameLst>
                                      </p:cBhvr>
                                      <p:tavLst>
                                        <p:tav tm="0">
                                          <p:val>
                                            <p:strVal val="#ppt_y+.1"/>
                                          </p:val>
                                        </p:tav>
                                        <p:tav tm="100000">
                                          <p:val>
                                            <p:strVal val="#ppt_y"/>
                                          </p:val>
                                        </p:tav>
                                      </p:tavLst>
                                    </p:anim>
                                  </p:childTnLst>
                                </p:cTn>
                              </p:par>
                            </p:childTnLst>
                          </p:cTn>
                        </p:par>
                        <p:par>
                          <p:cTn id="52" fill="hold">
                            <p:stCondLst>
                              <p:cond delay="8000"/>
                            </p:stCondLst>
                            <p:childTnLst>
                              <p:par>
                                <p:cTn id="53" presetID="42" presetClass="entr" presetSubtype="0" fill="hold" grpId="0" nodeType="after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5" dur="1000"/>
                                        <p:tgtEl>
                                          <p:spTgt spid="29"/>
                                        </p:tgtEl>
                                      </p:cBhvr>
                                    </p:animEffect>
                                    <p:anim calcmode="lin" valueType="num">
                                      <p:cBhvr>
                                        <p:cTn id="56" dur="1000" fill="hold"/>
                                        <p:tgtEl>
                                          <p:spTgt spid="29"/>
                                        </p:tgtEl>
                                        <p:attrNameLst>
                                          <p:attrName>ppt_x</p:attrName>
                                        </p:attrNameLst>
                                      </p:cBhvr>
                                      <p:tavLst>
                                        <p:tav tm="0">
                                          <p:val>
                                            <p:strVal val="#ppt_x"/>
                                          </p:val>
                                        </p:tav>
                                        <p:tav tm="100000">
                                          <p:val>
                                            <p:strVal val="#ppt_x"/>
                                          </p:val>
                                        </p:tav>
                                      </p:tavLst>
                                    </p:anim>
                                    <p:anim calcmode="lin" valueType="num">
                                      <p:cBhvr>
                                        <p:cTn id="57" dur="1000" fill="hold"/>
                                        <p:tgtEl>
                                          <p:spTgt spid="29"/>
                                        </p:tgtEl>
                                        <p:attrNameLst>
                                          <p:attrName>ppt_y</p:attrName>
                                        </p:attrNameLst>
                                      </p:cBhvr>
                                      <p:tavLst>
                                        <p:tav tm="0">
                                          <p:val>
                                            <p:strVal val="#ppt_y+.1"/>
                                          </p:val>
                                        </p:tav>
                                        <p:tav tm="100000">
                                          <p:val>
                                            <p:strVal val="#ppt_y"/>
                                          </p:val>
                                        </p:tav>
                                      </p:tavLst>
                                    </p:anim>
                                  </p:childTnLst>
                                </p:cTn>
                              </p:par>
                            </p:childTnLst>
                          </p:cTn>
                        </p:par>
                        <p:par>
                          <p:cTn id="58" fill="hold">
                            <p:stCondLst>
                              <p:cond delay="9000"/>
                            </p:stCondLst>
                            <p:childTnLst>
                              <p:par>
                                <p:cTn id="59" presetID="42" presetClass="entr" presetSubtype="0" fill="hold" grpId="0" nodeType="afterEffect">
                                  <p:stCondLst>
                                    <p:cond delay="0"/>
                                  </p:stCondLst>
                                  <p:childTnLst>
                                    <p:set>
                                      <p:cBhvr>
                                        <p:cTn id="60" dur="1" fill="hold">
                                          <p:stCondLst>
                                            <p:cond delay="0"/>
                                          </p:stCondLst>
                                        </p:cTn>
                                        <p:tgtEl>
                                          <p:spTgt spid="32"/>
                                        </p:tgtEl>
                                        <p:attrNameLst>
                                          <p:attrName>style.visibility</p:attrName>
                                        </p:attrNameLst>
                                      </p:cBhvr>
                                      <p:to>
                                        <p:strVal val="visible"/>
                                      </p:to>
                                    </p:set>
                                    <p:animEffect transition="in" filter="fade">
                                      <p:cBhvr>
                                        <p:cTn id="61" dur="1000"/>
                                        <p:tgtEl>
                                          <p:spTgt spid="32"/>
                                        </p:tgtEl>
                                      </p:cBhvr>
                                    </p:animEffect>
                                    <p:anim calcmode="lin" valueType="num">
                                      <p:cBhvr>
                                        <p:cTn id="62" dur="1000" fill="hold"/>
                                        <p:tgtEl>
                                          <p:spTgt spid="32"/>
                                        </p:tgtEl>
                                        <p:attrNameLst>
                                          <p:attrName>ppt_x</p:attrName>
                                        </p:attrNameLst>
                                      </p:cBhvr>
                                      <p:tavLst>
                                        <p:tav tm="0">
                                          <p:val>
                                            <p:strVal val="#ppt_x"/>
                                          </p:val>
                                        </p:tav>
                                        <p:tav tm="100000">
                                          <p:val>
                                            <p:strVal val="#ppt_x"/>
                                          </p:val>
                                        </p:tav>
                                      </p:tavLst>
                                    </p:anim>
                                    <p:anim calcmode="lin" valueType="num">
                                      <p:cBhvr>
                                        <p:cTn id="63" dur="1000" fill="hold"/>
                                        <p:tgtEl>
                                          <p:spTgt spid="32"/>
                                        </p:tgtEl>
                                        <p:attrNameLst>
                                          <p:attrName>ppt_y</p:attrName>
                                        </p:attrNameLst>
                                      </p:cBhvr>
                                      <p:tavLst>
                                        <p:tav tm="0">
                                          <p:val>
                                            <p:strVal val="#ppt_y+.1"/>
                                          </p:val>
                                        </p:tav>
                                        <p:tav tm="100000">
                                          <p:val>
                                            <p:strVal val="#ppt_y"/>
                                          </p:val>
                                        </p:tav>
                                      </p:tavLst>
                                    </p:anim>
                                  </p:childTnLst>
                                </p:cTn>
                              </p:par>
                            </p:childTnLst>
                          </p:cTn>
                        </p:par>
                        <p:par>
                          <p:cTn id="64" fill="hold">
                            <p:stCondLst>
                              <p:cond delay="10000"/>
                            </p:stCondLst>
                            <p:childTnLst>
                              <p:par>
                                <p:cTn id="65" presetID="42" presetClass="entr" presetSubtype="0" fill="hold" nodeType="after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1000"/>
                                        <p:tgtEl>
                                          <p:spTgt spid="30"/>
                                        </p:tgtEl>
                                      </p:cBhvr>
                                    </p:animEffect>
                                    <p:anim calcmode="lin" valueType="num">
                                      <p:cBhvr>
                                        <p:cTn id="68" dur="1000" fill="hold"/>
                                        <p:tgtEl>
                                          <p:spTgt spid="30"/>
                                        </p:tgtEl>
                                        <p:attrNameLst>
                                          <p:attrName>ppt_x</p:attrName>
                                        </p:attrNameLst>
                                      </p:cBhvr>
                                      <p:tavLst>
                                        <p:tav tm="0">
                                          <p:val>
                                            <p:strVal val="#ppt_x"/>
                                          </p:val>
                                        </p:tav>
                                        <p:tav tm="100000">
                                          <p:val>
                                            <p:strVal val="#ppt_x"/>
                                          </p:val>
                                        </p:tav>
                                      </p:tavLst>
                                    </p:anim>
                                    <p:anim calcmode="lin" valueType="num">
                                      <p:cBhvr>
                                        <p:cTn id="69" dur="1000" fill="hold"/>
                                        <p:tgtEl>
                                          <p:spTgt spid="30"/>
                                        </p:tgtEl>
                                        <p:attrNameLst>
                                          <p:attrName>ppt_y</p:attrName>
                                        </p:attrNameLst>
                                      </p:cBhvr>
                                      <p:tavLst>
                                        <p:tav tm="0">
                                          <p:val>
                                            <p:strVal val="#ppt_y+.1"/>
                                          </p:val>
                                        </p:tav>
                                        <p:tav tm="100000">
                                          <p:val>
                                            <p:strVal val="#ppt_y"/>
                                          </p:val>
                                        </p:tav>
                                      </p:tavLst>
                                    </p:anim>
                                  </p:childTnLst>
                                </p:cTn>
                              </p:par>
                            </p:childTnLst>
                          </p:cTn>
                        </p:par>
                        <p:par>
                          <p:cTn id="70" fill="hold">
                            <p:stCondLst>
                              <p:cond delay="11000"/>
                            </p:stCondLst>
                            <p:childTnLst>
                              <p:par>
                                <p:cTn id="71" presetID="42" presetClass="entr" presetSubtype="0" fill="hold" grpId="0" nodeType="after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fade">
                                      <p:cBhvr>
                                        <p:cTn id="73" dur="1000"/>
                                        <p:tgtEl>
                                          <p:spTgt spid="31"/>
                                        </p:tgtEl>
                                      </p:cBhvr>
                                    </p:animEffect>
                                    <p:anim calcmode="lin" valueType="num">
                                      <p:cBhvr>
                                        <p:cTn id="74" dur="1000" fill="hold"/>
                                        <p:tgtEl>
                                          <p:spTgt spid="31"/>
                                        </p:tgtEl>
                                        <p:attrNameLst>
                                          <p:attrName>ppt_x</p:attrName>
                                        </p:attrNameLst>
                                      </p:cBhvr>
                                      <p:tavLst>
                                        <p:tav tm="0">
                                          <p:val>
                                            <p:strVal val="#ppt_x"/>
                                          </p:val>
                                        </p:tav>
                                        <p:tav tm="100000">
                                          <p:val>
                                            <p:strVal val="#ppt_x"/>
                                          </p:val>
                                        </p:tav>
                                      </p:tavLst>
                                    </p:anim>
                                    <p:anim calcmode="lin" valueType="num">
                                      <p:cBhvr>
                                        <p:cTn id="75" dur="1000" fill="hold"/>
                                        <p:tgtEl>
                                          <p:spTgt spid="31"/>
                                        </p:tgtEl>
                                        <p:attrNameLst>
                                          <p:attrName>ppt_y</p:attrName>
                                        </p:attrNameLst>
                                      </p:cBhvr>
                                      <p:tavLst>
                                        <p:tav tm="0">
                                          <p:val>
                                            <p:strVal val="#ppt_y+.1"/>
                                          </p:val>
                                        </p:tav>
                                        <p:tav tm="100000">
                                          <p:val>
                                            <p:strVal val="#ppt_y"/>
                                          </p:val>
                                        </p:tav>
                                      </p:tavLst>
                                    </p:anim>
                                  </p:childTnLst>
                                </p:cTn>
                              </p:par>
                            </p:childTnLst>
                          </p:cTn>
                        </p:par>
                        <p:par>
                          <p:cTn id="76" fill="hold">
                            <p:stCondLst>
                              <p:cond delay="12000"/>
                            </p:stCondLst>
                            <p:childTnLst>
                              <p:par>
                                <p:cTn id="77" presetID="42" presetClass="entr" presetSubtype="0" fill="hold" grpId="0" nodeType="afterEffect">
                                  <p:stCondLst>
                                    <p:cond delay="0"/>
                                  </p:stCondLst>
                                  <p:childTnLst>
                                    <p:set>
                                      <p:cBhvr>
                                        <p:cTn id="78" dur="1" fill="hold">
                                          <p:stCondLst>
                                            <p:cond delay="0"/>
                                          </p:stCondLst>
                                        </p:cTn>
                                        <p:tgtEl>
                                          <p:spTgt spid="33"/>
                                        </p:tgtEl>
                                        <p:attrNameLst>
                                          <p:attrName>style.visibility</p:attrName>
                                        </p:attrNameLst>
                                      </p:cBhvr>
                                      <p:to>
                                        <p:strVal val="visible"/>
                                      </p:to>
                                    </p:set>
                                    <p:animEffect transition="in" filter="fade">
                                      <p:cBhvr>
                                        <p:cTn id="79" dur="1000"/>
                                        <p:tgtEl>
                                          <p:spTgt spid="33"/>
                                        </p:tgtEl>
                                      </p:cBhvr>
                                    </p:animEffect>
                                    <p:anim calcmode="lin" valueType="num">
                                      <p:cBhvr>
                                        <p:cTn id="80" dur="1000" fill="hold"/>
                                        <p:tgtEl>
                                          <p:spTgt spid="33"/>
                                        </p:tgtEl>
                                        <p:attrNameLst>
                                          <p:attrName>ppt_x</p:attrName>
                                        </p:attrNameLst>
                                      </p:cBhvr>
                                      <p:tavLst>
                                        <p:tav tm="0">
                                          <p:val>
                                            <p:strVal val="#ppt_x"/>
                                          </p:val>
                                        </p:tav>
                                        <p:tav tm="100000">
                                          <p:val>
                                            <p:strVal val="#ppt_x"/>
                                          </p:val>
                                        </p:tav>
                                      </p:tavLst>
                                    </p:anim>
                                    <p:anim calcmode="lin" valueType="num">
                                      <p:cBhvr>
                                        <p:cTn id="81"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2" grpId="0"/>
      <p:bldP spid="23" grpId="0"/>
      <p:bldP spid="24" grpId="0"/>
      <p:bldP spid="25" grpId="0"/>
      <p:bldP spid="29" grpId="0"/>
      <p:bldP spid="31" grpId="0"/>
      <p:bldP spid="32" grpId="0"/>
      <p:bldP spid="3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Image 20" descr="Une image contenant texte, capture d’écran, graphisme, Graphique&#10;&#10;Description générée automatiquement">
            <a:extLst>
              <a:ext uri="{FF2B5EF4-FFF2-40B4-BE49-F238E27FC236}">
                <a16:creationId xmlns:a16="http://schemas.microsoft.com/office/drawing/2014/main" id="{05ACC0BD-E8B4-C6B3-2890-D3C1FB6FAA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8" name="Group 8"/>
          <p:cNvGrpSpPr/>
          <p:nvPr/>
        </p:nvGrpSpPr>
        <p:grpSpPr>
          <a:xfrm>
            <a:off x="7519704" y="630931"/>
            <a:ext cx="571911" cy="571911"/>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06464"/>
            </a:solidFill>
          </p:spPr>
          <p:txBody>
            <a:bodyPr/>
            <a:lstStyle/>
            <a:p>
              <a:pPr defTabSz="609630"/>
              <a:endParaRPr lang="fr-ML" sz="1200">
                <a:solidFill>
                  <a:prstClr val="black"/>
                </a:solidFill>
                <a:latin typeface="Calibri"/>
              </a:endParaRPr>
            </a:p>
          </p:txBody>
        </p:sp>
        <p:sp>
          <p:nvSpPr>
            <p:cNvPr id="10" name="TextBox 10"/>
            <p:cNvSpPr txBox="1"/>
            <p:nvPr/>
          </p:nvSpPr>
          <p:spPr>
            <a:xfrm>
              <a:off x="76200" y="76200"/>
              <a:ext cx="660400" cy="660400"/>
            </a:xfrm>
            <a:prstGeom prst="rect">
              <a:avLst/>
            </a:prstGeom>
          </p:spPr>
          <p:txBody>
            <a:bodyPr lIns="33867" tIns="33867" rIns="33867" bIns="33867" rtlCol="0" anchor="ctr"/>
            <a:lstStyle/>
            <a:p>
              <a:pPr algn="ctr" defTabSz="609630">
                <a:lnSpc>
                  <a:spcPts val="1237"/>
                </a:lnSpc>
              </a:pPr>
              <a:endParaRPr sz="1200">
                <a:solidFill>
                  <a:prstClr val="black"/>
                </a:solidFill>
                <a:latin typeface="Calibri"/>
              </a:endParaRPr>
            </a:p>
          </p:txBody>
        </p:sp>
      </p:grpSp>
      <p:grpSp>
        <p:nvGrpSpPr>
          <p:cNvPr id="11" name="Group 11"/>
          <p:cNvGrpSpPr/>
          <p:nvPr/>
        </p:nvGrpSpPr>
        <p:grpSpPr>
          <a:xfrm>
            <a:off x="7176960" y="1484064"/>
            <a:ext cx="403044" cy="403044"/>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8388"/>
            </a:solidFill>
          </p:spPr>
          <p:txBody>
            <a:bodyPr/>
            <a:lstStyle/>
            <a:p>
              <a:pPr defTabSz="609630"/>
              <a:endParaRPr lang="fr-ML" sz="1200">
                <a:solidFill>
                  <a:prstClr val="black"/>
                </a:solidFill>
                <a:latin typeface="Calibri"/>
              </a:endParaRPr>
            </a:p>
          </p:txBody>
        </p:sp>
        <p:sp>
          <p:nvSpPr>
            <p:cNvPr id="13" name="TextBox 13"/>
            <p:cNvSpPr txBox="1"/>
            <p:nvPr/>
          </p:nvSpPr>
          <p:spPr>
            <a:xfrm>
              <a:off x="76200" y="76200"/>
              <a:ext cx="660400" cy="660400"/>
            </a:xfrm>
            <a:prstGeom prst="rect">
              <a:avLst/>
            </a:prstGeom>
          </p:spPr>
          <p:txBody>
            <a:bodyPr lIns="33867" tIns="33867" rIns="33867" bIns="33867" rtlCol="0" anchor="ctr"/>
            <a:lstStyle/>
            <a:p>
              <a:pPr algn="ctr" defTabSz="609630">
                <a:lnSpc>
                  <a:spcPts val="1237"/>
                </a:lnSpc>
              </a:pPr>
              <a:endParaRPr sz="1200">
                <a:solidFill>
                  <a:prstClr val="black"/>
                </a:solidFill>
                <a:latin typeface="Calibri"/>
              </a:endParaRPr>
            </a:p>
          </p:txBody>
        </p:sp>
      </p:grpSp>
      <p:grpSp>
        <p:nvGrpSpPr>
          <p:cNvPr id="14" name="Group 14"/>
          <p:cNvGrpSpPr/>
          <p:nvPr/>
        </p:nvGrpSpPr>
        <p:grpSpPr>
          <a:xfrm>
            <a:off x="7727021" y="454609"/>
            <a:ext cx="425089" cy="42508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6200" cap="sq">
              <a:solidFill>
                <a:srgbClr val="FDB034"/>
              </a:solidFill>
              <a:prstDash val="solid"/>
              <a:miter/>
            </a:ln>
          </p:spPr>
          <p:txBody>
            <a:bodyPr/>
            <a:lstStyle/>
            <a:p>
              <a:pPr defTabSz="609630"/>
              <a:endParaRPr lang="fr-ML" sz="1200">
                <a:solidFill>
                  <a:prstClr val="black"/>
                </a:solidFill>
                <a:latin typeface="Calibri"/>
              </a:endParaRPr>
            </a:p>
          </p:txBody>
        </p:sp>
        <p:sp>
          <p:nvSpPr>
            <p:cNvPr id="16" name="TextBox 16"/>
            <p:cNvSpPr txBox="1"/>
            <p:nvPr/>
          </p:nvSpPr>
          <p:spPr>
            <a:xfrm>
              <a:off x="76200" y="76200"/>
              <a:ext cx="660400" cy="660400"/>
            </a:xfrm>
            <a:prstGeom prst="rect">
              <a:avLst/>
            </a:prstGeom>
          </p:spPr>
          <p:txBody>
            <a:bodyPr lIns="33867" tIns="33867" rIns="33867" bIns="33867" rtlCol="0" anchor="ctr"/>
            <a:lstStyle/>
            <a:p>
              <a:pPr algn="ctr" defTabSz="609630">
                <a:lnSpc>
                  <a:spcPts val="1237"/>
                </a:lnSpc>
              </a:pPr>
              <a:endParaRPr sz="1200">
                <a:solidFill>
                  <a:prstClr val="black"/>
                </a:solidFill>
                <a:latin typeface="Calibri"/>
              </a:endParaRPr>
            </a:p>
          </p:txBody>
        </p:sp>
      </p:grpSp>
      <p:sp>
        <p:nvSpPr>
          <p:cNvPr id="2" name="Espace réservé du numéro de diapositive 4">
            <a:extLst>
              <a:ext uri="{FF2B5EF4-FFF2-40B4-BE49-F238E27FC236}">
                <a16:creationId xmlns:a16="http://schemas.microsoft.com/office/drawing/2014/main" id="{9BF7A66C-A79A-7661-26B3-2700A5E89E83}"/>
              </a:ext>
            </a:extLst>
          </p:cNvPr>
          <p:cNvSpPr>
            <a:spLocks noGrp="1"/>
          </p:cNvSpPr>
          <p:nvPr>
            <p:ph type="sldNum" sz="quarter" idx="12"/>
          </p:nvPr>
        </p:nvSpPr>
        <p:spPr>
          <a:xfrm>
            <a:off x="5734254" y="6008429"/>
            <a:ext cx="723492" cy="500106"/>
          </a:xfrm>
          <a:prstGeom prst="ellipse">
            <a:avLst/>
          </a:prstGeom>
          <a:ln>
            <a:solidFill>
              <a:srgbClr val="0070C0"/>
            </a:solidFill>
          </a:ln>
        </p:spPr>
        <p:style>
          <a:lnRef idx="2">
            <a:schemeClr val="accent2"/>
          </a:lnRef>
          <a:fillRef idx="1">
            <a:schemeClr val="lt1"/>
          </a:fillRef>
          <a:effectRef idx="0">
            <a:schemeClr val="accent2"/>
          </a:effectRef>
          <a:fontRef idx="minor">
            <a:schemeClr val="dk1"/>
          </a:fontRef>
        </p:style>
        <p:txBody>
          <a:bodyPr/>
          <a:lstStyle/>
          <a:p>
            <a:r>
              <a:rPr lang="fr-ML" sz="2000" b="1" dirty="0">
                <a:solidFill>
                  <a:srgbClr val="002060"/>
                </a:solidFill>
                <a:latin typeface="Nunito Sans Black" pitchFamily="2" charset="0"/>
              </a:rPr>
              <a:t>16</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0">
        <p159:morph option="byObject"/>
      </p:transition>
    </mc:Choice>
    <mc:Fallback xmlns="">
      <p:transition spd="slow" advClick="0" advTm="0">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rot="-5400000" flipH="1">
            <a:off x="11050316" y="5716316"/>
            <a:ext cx="1141685" cy="1141685"/>
          </a:xfrm>
          <a:custGeom>
            <a:avLst/>
            <a:gdLst/>
            <a:ahLst/>
            <a:cxnLst/>
            <a:rect l="l" t="t" r="r" b="b"/>
            <a:pathLst>
              <a:path w="1712527" h="1712527">
                <a:moveTo>
                  <a:pt x="1712527" y="0"/>
                </a:moveTo>
                <a:lnTo>
                  <a:pt x="0" y="0"/>
                </a:lnTo>
                <a:lnTo>
                  <a:pt x="0" y="1712527"/>
                </a:lnTo>
                <a:lnTo>
                  <a:pt x="1712527" y="1712527"/>
                </a:lnTo>
                <a:lnTo>
                  <a:pt x="1712527"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fr-FR"/>
          </a:p>
        </p:txBody>
      </p:sp>
      <p:sp>
        <p:nvSpPr>
          <p:cNvPr id="6" name="Freeform 6"/>
          <p:cNvSpPr/>
          <p:nvPr/>
        </p:nvSpPr>
        <p:spPr>
          <a:xfrm rot="-5400000" flipH="1">
            <a:off x="10734352" y="5343176"/>
            <a:ext cx="1141685" cy="1141685"/>
          </a:xfrm>
          <a:custGeom>
            <a:avLst/>
            <a:gdLst/>
            <a:ahLst/>
            <a:cxnLst/>
            <a:rect l="l" t="t" r="r" b="b"/>
            <a:pathLst>
              <a:path w="1712527" h="1712527">
                <a:moveTo>
                  <a:pt x="1712528" y="0"/>
                </a:moveTo>
                <a:lnTo>
                  <a:pt x="0" y="0"/>
                </a:lnTo>
                <a:lnTo>
                  <a:pt x="0" y="1712527"/>
                </a:lnTo>
                <a:lnTo>
                  <a:pt x="1712528" y="1712527"/>
                </a:lnTo>
                <a:lnTo>
                  <a:pt x="1712528"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fr-FR"/>
          </a:p>
        </p:txBody>
      </p:sp>
      <p:grpSp>
        <p:nvGrpSpPr>
          <p:cNvPr id="7" name="Group 7"/>
          <p:cNvGrpSpPr/>
          <p:nvPr/>
        </p:nvGrpSpPr>
        <p:grpSpPr>
          <a:xfrm>
            <a:off x="1734371" y="2998515"/>
            <a:ext cx="2766318" cy="1857264"/>
            <a:chOff x="0" y="0"/>
            <a:chExt cx="6888894" cy="6831323"/>
          </a:xfrm>
        </p:grpSpPr>
        <p:sp>
          <p:nvSpPr>
            <p:cNvPr id="8" name="Freeform 8"/>
            <p:cNvSpPr/>
            <p:nvPr/>
          </p:nvSpPr>
          <p:spPr>
            <a:xfrm>
              <a:off x="0" y="0"/>
              <a:ext cx="6888893" cy="6831323"/>
            </a:xfrm>
            <a:custGeom>
              <a:avLst/>
              <a:gdLst/>
              <a:ahLst/>
              <a:cxnLst/>
              <a:rect l="l" t="t" r="r" b="b"/>
              <a:pathLst>
                <a:path w="6888893" h="6831323">
                  <a:moveTo>
                    <a:pt x="0" y="0"/>
                  </a:moveTo>
                  <a:lnTo>
                    <a:pt x="0" y="6831323"/>
                  </a:lnTo>
                  <a:lnTo>
                    <a:pt x="6888893" y="6831323"/>
                  </a:lnTo>
                  <a:lnTo>
                    <a:pt x="6888893" y="0"/>
                  </a:lnTo>
                  <a:lnTo>
                    <a:pt x="0" y="0"/>
                  </a:lnTo>
                  <a:close/>
                  <a:moveTo>
                    <a:pt x="6827934" y="6770363"/>
                  </a:moveTo>
                  <a:lnTo>
                    <a:pt x="59690" y="6770363"/>
                  </a:lnTo>
                  <a:lnTo>
                    <a:pt x="59690" y="59690"/>
                  </a:lnTo>
                  <a:lnTo>
                    <a:pt x="6827934" y="59690"/>
                  </a:lnTo>
                  <a:lnTo>
                    <a:pt x="6827934" y="6770363"/>
                  </a:lnTo>
                  <a:close/>
                </a:path>
              </a:pathLst>
            </a:custGeom>
            <a:solidFill>
              <a:srgbClr val="F2BE40"/>
            </a:solidFill>
          </p:spPr>
          <p:txBody>
            <a:bodyPr/>
            <a:lstStyle/>
            <a:p>
              <a:endParaRPr lang="fr-FR"/>
            </a:p>
          </p:txBody>
        </p:sp>
      </p:grpSp>
      <p:grpSp>
        <p:nvGrpSpPr>
          <p:cNvPr id="9" name="Group 9"/>
          <p:cNvGrpSpPr/>
          <p:nvPr/>
        </p:nvGrpSpPr>
        <p:grpSpPr>
          <a:xfrm>
            <a:off x="2437609" y="2318594"/>
            <a:ext cx="1359842" cy="1359842"/>
            <a:chOff x="0" y="0"/>
            <a:chExt cx="6350000" cy="6350000"/>
          </a:xfrm>
        </p:grpSpPr>
        <p:sp>
          <p:nvSpPr>
            <p:cNvPr id="10" name="Freeform 10"/>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3B41C9"/>
            </a:solidFill>
            <a:ln>
              <a:solidFill>
                <a:schemeClr val="bg1"/>
              </a:solidFill>
            </a:ln>
          </p:spPr>
          <p:txBody>
            <a:bodyPr/>
            <a:lstStyle/>
            <a:p>
              <a:endParaRPr lang="fr-FR"/>
            </a:p>
          </p:txBody>
        </p:sp>
      </p:grpSp>
      <p:grpSp>
        <p:nvGrpSpPr>
          <p:cNvPr id="11" name="Group 11"/>
          <p:cNvGrpSpPr/>
          <p:nvPr/>
        </p:nvGrpSpPr>
        <p:grpSpPr>
          <a:xfrm>
            <a:off x="4712841" y="2998515"/>
            <a:ext cx="2766318" cy="1857264"/>
            <a:chOff x="0" y="0"/>
            <a:chExt cx="6888894" cy="6831323"/>
          </a:xfrm>
        </p:grpSpPr>
        <p:sp>
          <p:nvSpPr>
            <p:cNvPr id="12" name="Freeform 12"/>
            <p:cNvSpPr/>
            <p:nvPr/>
          </p:nvSpPr>
          <p:spPr>
            <a:xfrm>
              <a:off x="0" y="0"/>
              <a:ext cx="6888893" cy="6831323"/>
            </a:xfrm>
            <a:custGeom>
              <a:avLst/>
              <a:gdLst/>
              <a:ahLst/>
              <a:cxnLst/>
              <a:rect l="l" t="t" r="r" b="b"/>
              <a:pathLst>
                <a:path w="6888893" h="6831323">
                  <a:moveTo>
                    <a:pt x="0" y="0"/>
                  </a:moveTo>
                  <a:lnTo>
                    <a:pt x="0" y="6831323"/>
                  </a:lnTo>
                  <a:lnTo>
                    <a:pt x="6888893" y="6831323"/>
                  </a:lnTo>
                  <a:lnTo>
                    <a:pt x="6888893" y="0"/>
                  </a:lnTo>
                  <a:lnTo>
                    <a:pt x="0" y="0"/>
                  </a:lnTo>
                  <a:close/>
                  <a:moveTo>
                    <a:pt x="6827934" y="6770363"/>
                  </a:moveTo>
                  <a:lnTo>
                    <a:pt x="59690" y="6770363"/>
                  </a:lnTo>
                  <a:lnTo>
                    <a:pt x="59690" y="59690"/>
                  </a:lnTo>
                  <a:lnTo>
                    <a:pt x="6827934" y="59690"/>
                  </a:lnTo>
                  <a:lnTo>
                    <a:pt x="6827934" y="6770363"/>
                  </a:lnTo>
                  <a:close/>
                </a:path>
              </a:pathLst>
            </a:custGeom>
            <a:solidFill>
              <a:srgbClr val="F2BE40"/>
            </a:solidFill>
          </p:spPr>
          <p:txBody>
            <a:bodyPr/>
            <a:lstStyle/>
            <a:p>
              <a:endParaRPr lang="fr-FR"/>
            </a:p>
          </p:txBody>
        </p:sp>
      </p:grpSp>
      <p:grpSp>
        <p:nvGrpSpPr>
          <p:cNvPr id="13" name="Group 13"/>
          <p:cNvGrpSpPr/>
          <p:nvPr/>
        </p:nvGrpSpPr>
        <p:grpSpPr>
          <a:xfrm>
            <a:off x="5416079" y="2318594"/>
            <a:ext cx="1359842" cy="1359842"/>
            <a:chOff x="0" y="0"/>
            <a:chExt cx="6350000" cy="6350000"/>
          </a:xfrm>
        </p:grpSpPr>
        <p:sp>
          <p:nvSpPr>
            <p:cNvPr id="14" name="Freeform 14"/>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3B41C9"/>
            </a:solidFill>
          </p:spPr>
          <p:txBody>
            <a:bodyPr/>
            <a:lstStyle/>
            <a:p>
              <a:endParaRPr lang="fr-FR"/>
            </a:p>
          </p:txBody>
        </p:sp>
      </p:grpSp>
      <p:sp>
        <p:nvSpPr>
          <p:cNvPr id="15" name="Freeform 15"/>
          <p:cNvSpPr/>
          <p:nvPr/>
        </p:nvSpPr>
        <p:spPr>
          <a:xfrm>
            <a:off x="-1371600" y="-1371600"/>
            <a:ext cx="2743200" cy="27432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fr-FR"/>
          </a:p>
        </p:txBody>
      </p:sp>
      <p:grpSp>
        <p:nvGrpSpPr>
          <p:cNvPr id="16" name="Group 16"/>
          <p:cNvGrpSpPr/>
          <p:nvPr/>
        </p:nvGrpSpPr>
        <p:grpSpPr>
          <a:xfrm>
            <a:off x="7691311" y="2998515"/>
            <a:ext cx="2766318" cy="1857264"/>
            <a:chOff x="0" y="0"/>
            <a:chExt cx="6888894" cy="6831323"/>
          </a:xfrm>
        </p:grpSpPr>
        <p:sp>
          <p:nvSpPr>
            <p:cNvPr id="17" name="Freeform 17"/>
            <p:cNvSpPr/>
            <p:nvPr/>
          </p:nvSpPr>
          <p:spPr>
            <a:xfrm>
              <a:off x="0" y="0"/>
              <a:ext cx="6888893" cy="6831323"/>
            </a:xfrm>
            <a:custGeom>
              <a:avLst/>
              <a:gdLst/>
              <a:ahLst/>
              <a:cxnLst/>
              <a:rect l="l" t="t" r="r" b="b"/>
              <a:pathLst>
                <a:path w="6888893" h="6831323">
                  <a:moveTo>
                    <a:pt x="0" y="0"/>
                  </a:moveTo>
                  <a:lnTo>
                    <a:pt x="0" y="6831323"/>
                  </a:lnTo>
                  <a:lnTo>
                    <a:pt x="6888893" y="6831323"/>
                  </a:lnTo>
                  <a:lnTo>
                    <a:pt x="6888893" y="0"/>
                  </a:lnTo>
                  <a:lnTo>
                    <a:pt x="0" y="0"/>
                  </a:lnTo>
                  <a:close/>
                  <a:moveTo>
                    <a:pt x="6827934" y="6770363"/>
                  </a:moveTo>
                  <a:lnTo>
                    <a:pt x="59690" y="6770363"/>
                  </a:lnTo>
                  <a:lnTo>
                    <a:pt x="59690" y="59690"/>
                  </a:lnTo>
                  <a:lnTo>
                    <a:pt x="6827934" y="59690"/>
                  </a:lnTo>
                  <a:lnTo>
                    <a:pt x="6827934" y="6770363"/>
                  </a:lnTo>
                  <a:close/>
                </a:path>
              </a:pathLst>
            </a:custGeom>
            <a:solidFill>
              <a:srgbClr val="F2BE40"/>
            </a:solidFill>
          </p:spPr>
          <p:txBody>
            <a:bodyPr/>
            <a:lstStyle/>
            <a:p>
              <a:endParaRPr lang="fr-FR"/>
            </a:p>
          </p:txBody>
        </p:sp>
      </p:grpSp>
      <p:grpSp>
        <p:nvGrpSpPr>
          <p:cNvPr id="18" name="Group 18"/>
          <p:cNvGrpSpPr/>
          <p:nvPr/>
        </p:nvGrpSpPr>
        <p:grpSpPr>
          <a:xfrm>
            <a:off x="8394549" y="2318594"/>
            <a:ext cx="1359842" cy="1359842"/>
            <a:chOff x="0" y="0"/>
            <a:chExt cx="6350000" cy="6350000"/>
          </a:xfrm>
        </p:grpSpPr>
        <p:sp>
          <p:nvSpPr>
            <p:cNvPr id="19" name="Freeform 19"/>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3B41C9"/>
            </a:solidFill>
          </p:spPr>
          <p:txBody>
            <a:bodyPr/>
            <a:lstStyle/>
            <a:p>
              <a:endParaRPr lang="fr-FR"/>
            </a:p>
          </p:txBody>
        </p:sp>
      </p:grpSp>
      <p:sp>
        <p:nvSpPr>
          <p:cNvPr id="20" name="Freeform 20"/>
          <p:cNvSpPr/>
          <p:nvPr/>
        </p:nvSpPr>
        <p:spPr>
          <a:xfrm>
            <a:off x="10769073" y="1902823"/>
            <a:ext cx="281243" cy="281243"/>
          </a:xfrm>
          <a:custGeom>
            <a:avLst/>
            <a:gdLst/>
            <a:ahLst/>
            <a:cxnLst/>
            <a:rect l="l" t="t" r="r" b="b"/>
            <a:pathLst>
              <a:path w="421865" h="421865">
                <a:moveTo>
                  <a:pt x="0" y="0"/>
                </a:moveTo>
                <a:lnTo>
                  <a:pt x="421865" y="0"/>
                </a:lnTo>
                <a:lnTo>
                  <a:pt x="421865" y="421865"/>
                </a:lnTo>
                <a:lnTo>
                  <a:pt x="0" y="42186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fr-FR"/>
          </a:p>
        </p:txBody>
      </p:sp>
      <p:sp>
        <p:nvSpPr>
          <p:cNvPr id="21" name="Freeform 21"/>
          <p:cNvSpPr/>
          <p:nvPr/>
        </p:nvSpPr>
        <p:spPr>
          <a:xfrm>
            <a:off x="685801" y="4408619"/>
            <a:ext cx="281243" cy="281243"/>
          </a:xfrm>
          <a:custGeom>
            <a:avLst/>
            <a:gdLst/>
            <a:ahLst/>
            <a:cxnLst/>
            <a:rect l="l" t="t" r="r" b="b"/>
            <a:pathLst>
              <a:path w="421865" h="421865">
                <a:moveTo>
                  <a:pt x="0" y="0"/>
                </a:moveTo>
                <a:lnTo>
                  <a:pt x="421865" y="0"/>
                </a:lnTo>
                <a:lnTo>
                  <a:pt x="421865" y="421865"/>
                </a:lnTo>
                <a:lnTo>
                  <a:pt x="0" y="42186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fr-FR"/>
          </a:p>
        </p:txBody>
      </p:sp>
      <p:sp>
        <p:nvSpPr>
          <p:cNvPr id="25" name="TextBox 25"/>
          <p:cNvSpPr txBox="1"/>
          <p:nvPr/>
        </p:nvSpPr>
        <p:spPr>
          <a:xfrm>
            <a:off x="9991616" y="787582"/>
            <a:ext cx="850557" cy="179536"/>
          </a:xfrm>
          <a:prstGeom prst="rect">
            <a:avLst/>
          </a:prstGeom>
        </p:spPr>
        <p:txBody>
          <a:bodyPr lIns="0" tIns="0" rIns="0" bIns="0" rtlCol="0" anchor="t">
            <a:spAutoFit/>
          </a:bodyPr>
          <a:lstStyle/>
          <a:p>
            <a:pPr defTabSz="609630">
              <a:lnSpc>
                <a:spcPts val="1440"/>
              </a:lnSpc>
            </a:pPr>
            <a:r>
              <a:rPr lang="en-US" sz="1200">
                <a:solidFill>
                  <a:srgbClr val="FFFFFF"/>
                </a:solidFill>
                <a:latin typeface="Montserrat"/>
              </a:rPr>
              <a:t>Search . . .</a:t>
            </a:r>
          </a:p>
        </p:txBody>
      </p:sp>
      <p:sp>
        <p:nvSpPr>
          <p:cNvPr id="26" name="TextBox 26"/>
          <p:cNvSpPr txBox="1"/>
          <p:nvPr/>
        </p:nvSpPr>
        <p:spPr>
          <a:xfrm>
            <a:off x="535904" y="728278"/>
            <a:ext cx="978920" cy="246734"/>
          </a:xfrm>
          <a:prstGeom prst="rect">
            <a:avLst/>
          </a:prstGeom>
        </p:spPr>
        <p:txBody>
          <a:bodyPr lIns="0" tIns="0" rIns="0" bIns="0" rtlCol="0" anchor="t">
            <a:spAutoFit/>
          </a:bodyPr>
          <a:lstStyle/>
          <a:p>
            <a:pPr algn="r" defTabSz="609630">
              <a:lnSpc>
                <a:spcPts val="2147"/>
              </a:lnSpc>
            </a:pPr>
            <a:r>
              <a:rPr lang="en-US" sz="1533" dirty="0">
                <a:solidFill>
                  <a:srgbClr val="3B41C9"/>
                </a:solidFill>
                <a:latin typeface="Montserrat Classic Bold"/>
              </a:rPr>
              <a:t>OPTIRH</a:t>
            </a:r>
          </a:p>
        </p:txBody>
      </p:sp>
      <p:sp>
        <p:nvSpPr>
          <p:cNvPr id="28" name="TextBox 28"/>
          <p:cNvSpPr txBox="1"/>
          <p:nvPr/>
        </p:nvSpPr>
        <p:spPr>
          <a:xfrm>
            <a:off x="1942723" y="684989"/>
            <a:ext cx="8306555" cy="1128514"/>
          </a:xfrm>
          <a:prstGeom prst="rect">
            <a:avLst/>
          </a:prstGeom>
        </p:spPr>
        <p:txBody>
          <a:bodyPr wrap="square" lIns="0" tIns="0" rIns="0" bIns="0" rtlCol="0" anchor="t">
            <a:spAutoFit/>
          </a:bodyPr>
          <a:lstStyle/>
          <a:p>
            <a:pPr algn="ctr" defTabSz="609630">
              <a:lnSpc>
                <a:spcPts val="4400"/>
              </a:lnSpc>
            </a:pPr>
            <a:r>
              <a:rPr lang="en-US" sz="4000" dirty="0">
                <a:solidFill>
                  <a:srgbClr val="3B41C9"/>
                </a:solidFill>
                <a:latin typeface="ADLaM Display" panose="02010000000000000000" pitchFamily="2" charset="0"/>
                <a:ea typeface="ADLaM Display" panose="02010000000000000000" pitchFamily="2" charset="0"/>
                <a:cs typeface="ADLaM Display" panose="02010000000000000000" pitchFamily="2" charset="0"/>
              </a:rPr>
              <a:t>Langages de programmation utilisés</a:t>
            </a:r>
          </a:p>
        </p:txBody>
      </p:sp>
      <p:sp>
        <p:nvSpPr>
          <p:cNvPr id="31" name="TextBox 31"/>
          <p:cNvSpPr txBox="1"/>
          <p:nvPr/>
        </p:nvSpPr>
        <p:spPr>
          <a:xfrm>
            <a:off x="2027023" y="4097960"/>
            <a:ext cx="2181015" cy="283219"/>
          </a:xfrm>
          <a:prstGeom prst="rect">
            <a:avLst/>
          </a:prstGeom>
        </p:spPr>
        <p:txBody>
          <a:bodyPr lIns="0" tIns="0" rIns="0" bIns="0" rtlCol="0" anchor="t">
            <a:spAutoFit/>
          </a:bodyPr>
          <a:lstStyle/>
          <a:p>
            <a:pPr algn="ctr" defTabSz="609630">
              <a:lnSpc>
                <a:spcPts val="2146"/>
              </a:lnSpc>
            </a:pPr>
            <a:r>
              <a:rPr lang="en-US" sz="2400" dirty="0">
                <a:solidFill>
                  <a:srgbClr val="3B41C9"/>
                </a:solidFill>
                <a:latin typeface="ADLaM Display" panose="02010000000000000000" pitchFamily="2" charset="0"/>
                <a:ea typeface="ADLaM Display" panose="02010000000000000000" pitchFamily="2" charset="0"/>
                <a:cs typeface="ADLaM Display" panose="02010000000000000000" pitchFamily="2" charset="0"/>
              </a:rPr>
              <a:t>HTML</a:t>
            </a:r>
          </a:p>
        </p:txBody>
      </p:sp>
      <p:sp>
        <p:nvSpPr>
          <p:cNvPr id="32" name="TextBox 32"/>
          <p:cNvSpPr txBox="1"/>
          <p:nvPr/>
        </p:nvSpPr>
        <p:spPr>
          <a:xfrm>
            <a:off x="7983963" y="4097960"/>
            <a:ext cx="2181015" cy="283219"/>
          </a:xfrm>
          <a:prstGeom prst="rect">
            <a:avLst/>
          </a:prstGeom>
        </p:spPr>
        <p:txBody>
          <a:bodyPr lIns="0" tIns="0" rIns="0" bIns="0" rtlCol="0" anchor="t">
            <a:spAutoFit/>
          </a:bodyPr>
          <a:lstStyle/>
          <a:p>
            <a:pPr algn="ctr" defTabSz="609630">
              <a:lnSpc>
                <a:spcPts val="2146"/>
              </a:lnSpc>
            </a:pPr>
            <a:r>
              <a:rPr lang="en-US" sz="2400" dirty="0">
                <a:solidFill>
                  <a:srgbClr val="3B41C9"/>
                </a:solidFill>
                <a:latin typeface="ADLaM Display" panose="02010000000000000000" pitchFamily="2" charset="0"/>
                <a:ea typeface="ADLaM Display" panose="02010000000000000000" pitchFamily="2" charset="0"/>
                <a:cs typeface="ADLaM Display" panose="02010000000000000000" pitchFamily="2" charset="0"/>
              </a:rPr>
              <a:t>JAVASCRIPT</a:t>
            </a:r>
          </a:p>
        </p:txBody>
      </p:sp>
      <p:sp>
        <p:nvSpPr>
          <p:cNvPr id="33" name="TextBox 33"/>
          <p:cNvSpPr txBox="1"/>
          <p:nvPr/>
        </p:nvSpPr>
        <p:spPr>
          <a:xfrm>
            <a:off x="5005493" y="4224489"/>
            <a:ext cx="2181015" cy="283219"/>
          </a:xfrm>
          <a:prstGeom prst="rect">
            <a:avLst/>
          </a:prstGeom>
        </p:spPr>
        <p:txBody>
          <a:bodyPr lIns="0" tIns="0" rIns="0" bIns="0" rtlCol="0" anchor="t">
            <a:spAutoFit/>
          </a:bodyPr>
          <a:lstStyle/>
          <a:p>
            <a:pPr algn="ctr" defTabSz="609630">
              <a:lnSpc>
                <a:spcPts val="2146"/>
              </a:lnSpc>
            </a:pPr>
            <a:r>
              <a:rPr lang="en-US" sz="2400" dirty="0">
                <a:solidFill>
                  <a:srgbClr val="3B41C9"/>
                </a:solidFill>
                <a:latin typeface="ADLaM Display" panose="02010000000000000000" pitchFamily="2" charset="0"/>
                <a:ea typeface="ADLaM Display" panose="02010000000000000000" pitchFamily="2" charset="0"/>
                <a:cs typeface="ADLaM Display" panose="02010000000000000000" pitchFamily="2" charset="0"/>
              </a:rPr>
              <a:t>CSS</a:t>
            </a:r>
          </a:p>
        </p:txBody>
      </p:sp>
      <p:sp>
        <p:nvSpPr>
          <p:cNvPr id="35" name="Freeform 35"/>
          <p:cNvSpPr/>
          <p:nvPr/>
        </p:nvSpPr>
        <p:spPr>
          <a:xfrm>
            <a:off x="1103848" y="6016533"/>
            <a:ext cx="311335" cy="311335"/>
          </a:xfrm>
          <a:custGeom>
            <a:avLst/>
            <a:gdLst/>
            <a:ahLst/>
            <a:cxnLst/>
            <a:rect l="l" t="t" r="r" b="b"/>
            <a:pathLst>
              <a:path w="467003" h="467003">
                <a:moveTo>
                  <a:pt x="0" y="0"/>
                </a:moveTo>
                <a:lnTo>
                  <a:pt x="467002" y="0"/>
                </a:lnTo>
                <a:lnTo>
                  <a:pt x="467002" y="467002"/>
                </a:lnTo>
                <a:lnTo>
                  <a:pt x="0" y="46700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fr-FR"/>
          </a:p>
        </p:txBody>
      </p:sp>
      <p:sp>
        <p:nvSpPr>
          <p:cNvPr id="36" name="Freeform 36"/>
          <p:cNvSpPr/>
          <p:nvPr/>
        </p:nvSpPr>
        <p:spPr>
          <a:xfrm>
            <a:off x="685801" y="6016533"/>
            <a:ext cx="311335" cy="311335"/>
          </a:xfrm>
          <a:custGeom>
            <a:avLst/>
            <a:gdLst/>
            <a:ahLst/>
            <a:cxnLst/>
            <a:rect l="l" t="t" r="r" b="b"/>
            <a:pathLst>
              <a:path w="467003" h="467003">
                <a:moveTo>
                  <a:pt x="0" y="0"/>
                </a:moveTo>
                <a:lnTo>
                  <a:pt x="467003" y="0"/>
                </a:lnTo>
                <a:lnTo>
                  <a:pt x="467003" y="467002"/>
                </a:lnTo>
                <a:lnTo>
                  <a:pt x="0" y="46700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fr-FR"/>
          </a:p>
        </p:txBody>
      </p:sp>
      <p:sp>
        <p:nvSpPr>
          <p:cNvPr id="37" name="Freeform 37"/>
          <p:cNvSpPr/>
          <p:nvPr/>
        </p:nvSpPr>
        <p:spPr>
          <a:xfrm>
            <a:off x="1224028" y="6105234"/>
            <a:ext cx="81364" cy="133933"/>
          </a:xfrm>
          <a:custGeom>
            <a:avLst/>
            <a:gdLst/>
            <a:ahLst/>
            <a:cxnLst/>
            <a:rect l="l" t="t" r="r" b="b"/>
            <a:pathLst>
              <a:path w="122046" h="200900">
                <a:moveTo>
                  <a:pt x="0" y="0"/>
                </a:moveTo>
                <a:lnTo>
                  <a:pt x="122047" y="0"/>
                </a:lnTo>
                <a:lnTo>
                  <a:pt x="122047" y="200900"/>
                </a:lnTo>
                <a:lnTo>
                  <a:pt x="0" y="20090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fr-FR"/>
          </a:p>
        </p:txBody>
      </p:sp>
      <p:sp>
        <p:nvSpPr>
          <p:cNvPr id="38" name="Freeform 38"/>
          <p:cNvSpPr/>
          <p:nvPr/>
        </p:nvSpPr>
        <p:spPr>
          <a:xfrm rot="-10800000">
            <a:off x="800785" y="6105234"/>
            <a:ext cx="81364" cy="133933"/>
          </a:xfrm>
          <a:custGeom>
            <a:avLst/>
            <a:gdLst/>
            <a:ahLst/>
            <a:cxnLst/>
            <a:rect l="l" t="t" r="r" b="b"/>
            <a:pathLst>
              <a:path w="122046" h="200900">
                <a:moveTo>
                  <a:pt x="0" y="0"/>
                </a:moveTo>
                <a:lnTo>
                  <a:pt x="122047" y="0"/>
                </a:lnTo>
                <a:lnTo>
                  <a:pt x="122047" y="200900"/>
                </a:lnTo>
                <a:lnTo>
                  <a:pt x="0" y="20090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fr-FR"/>
          </a:p>
        </p:txBody>
      </p:sp>
      <p:pic>
        <p:nvPicPr>
          <p:cNvPr id="29" name="Image 28" descr="Une image contenant logo, Graphique, Police, symbole&#10;&#10;Description générée automatiquement">
            <a:extLst>
              <a:ext uri="{FF2B5EF4-FFF2-40B4-BE49-F238E27FC236}">
                <a16:creationId xmlns:a16="http://schemas.microsoft.com/office/drawing/2014/main" id="{52DA5191-03BC-4953-A3D2-520EBD860FD7}"/>
              </a:ext>
            </a:extLst>
          </p:cNvPr>
          <p:cNvPicPr>
            <a:picLocks noChangeAspect="1"/>
          </p:cNvPicPr>
          <p:nvPr/>
        </p:nvPicPr>
        <p:blipFill>
          <a:blip r:embed="rId15" cstate="print">
            <a:extLst>
              <a:ext uri="{BEBA8EAE-BF5A-486C-A8C5-ECC9F3942E4B}">
                <a14:imgProps xmlns:a14="http://schemas.microsoft.com/office/drawing/2010/main">
                  <a14:imgLayer r:embed="rId16">
                    <a14:imgEffect>
                      <a14:backgroundRemoval t="6957" b="94457" l="7935" r="92609">
                        <a14:foregroundMark x1="40652" y1="35978" x2="51087" y2="37283"/>
                        <a14:foregroundMark x1="45652" y1="34891" x2="57174" y2="35761"/>
                        <a14:foregroundMark x1="57174" y1="35761" x2="64891" y2="40000"/>
                        <a14:foregroundMark x1="64891" y1="40000" x2="65109" y2="46087"/>
                        <a14:foregroundMark x1="39457" y1="36630" x2="35217" y2="44783"/>
                        <a14:foregroundMark x1="35217" y1="44783" x2="35543" y2="53478"/>
                        <a14:foregroundMark x1="35543" y1="53478" x2="35652" y2="53696"/>
                        <a14:foregroundMark x1="65000" y1="49457" x2="62826" y2="69565"/>
                        <a14:foregroundMark x1="44022" y1="48478" x2="55000" y2="50109"/>
                        <a14:foregroundMark x1="55000" y1="50109" x2="60870" y2="49130"/>
                        <a14:foregroundMark x1="62391" y1="68478" x2="47174" y2="68043"/>
                        <a14:foregroundMark x1="47174" y1="68043" x2="39130" y2="59891"/>
                        <a14:foregroundMark x1="39130" y1="59891" x2="37500" y2="56087"/>
                        <a14:foregroundMark x1="51304" y1="59348" x2="40978" y2="57174"/>
                        <a14:foregroundMark x1="39130" y1="66304" x2="57065" y2="69783"/>
                        <a14:foregroundMark x1="57065" y1="69783" x2="59348" y2="69239"/>
                        <a14:foregroundMark x1="47500" y1="68913" x2="34565" y2="66196"/>
                        <a14:foregroundMark x1="34565" y1="66196" x2="34565" y2="64022"/>
                        <a14:foregroundMark x1="36304" y1="65761" x2="55870" y2="71739"/>
                        <a14:foregroundMark x1="55870" y1="71739" x2="64457" y2="69783"/>
                        <a14:foregroundMark x1="61848" y1="24783" x2="64783" y2="29565"/>
                        <a14:foregroundMark x1="56087" y1="24348" x2="51522" y2="26413"/>
                        <a14:foregroundMark x1="45761" y1="28913" x2="48478" y2="23587"/>
                        <a14:foregroundMark x1="35326" y1="23696" x2="40217" y2="24674"/>
                        <a14:foregroundMark x1="34565" y1="23587" x2="34783" y2="29891"/>
                        <a14:foregroundMark x1="34565" y1="9130" x2="58152" y2="8913"/>
                        <a14:foregroundMark x1="58152" y1="8913" x2="59239" y2="8913"/>
                        <a14:foregroundMark x1="42283" y1="6413" x2="51848" y2="7065"/>
                        <a14:foregroundMark x1="51848" y1="7065" x2="59674" y2="7065"/>
                        <a14:foregroundMark x1="10543" y1="30109" x2="8043" y2="61522"/>
                        <a14:foregroundMark x1="8043" y1="61522" x2="10000" y2="68043"/>
                        <a14:foregroundMark x1="89565" y1="34022" x2="93478" y2="53370"/>
                        <a14:foregroundMark x1="93478" y1="53370" x2="92717" y2="62500"/>
                        <a14:foregroundMark x1="92717" y1="62500" x2="90761" y2="67609"/>
                        <a14:foregroundMark x1="33696" y1="90435" x2="43478" y2="91957"/>
                        <a14:foregroundMark x1="43478" y1="91957" x2="71522" y2="88913"/>
                        <a14:foregroundMark x1="49783" y1="94457" x2="49783" y2="94457"/>
                        <a14:foregroundMark x1="56630" y1="94239" x2="56630" y2="94239"/>
                        <a14:foregroundMark x1="43370" y1="93804" x2="43370" y2="93804"/>
                        <a14:foregroundMark x1="43261" y1="94022" x2="43261" y2="94022"/>
                        <a14:foregroundMark x1="43261" y1="94348" x2="43261" y2="94348"/>
                        <a14:backgroundMark x1="13804" y1="7935" x2="6630" y2="18370"/>
                      </a14:backgroundRemoval>
                    </a14:imgEffect>
                  </a14:imgLayer>
                </a14:imgProps>
              </a:ext>
              <a:ext uri="{28A0092B-C50C-407E-A947-70E740481C1C}">
                <a14:useLocalDpi xmlns:a14="http://schemas.microsoft.com/office/drawing/2010/main" val="0"/>
              </a:ext>
            </a:extLst>
          </a:blip>
          <a:srcRect/>
          <a:stretch>
            <a:fillRect/>
          </a:stretch>
        </p:blipFill>
        <p:spPr bwMode="auto">
          <a:xfrm>
            <a:off x="2440643" y="2315248"/>
            <a:ext cx="1353774" cy="1353774"/>
          </a:xfrm>
          <a:prstGeom prst="rect">
            <a:avLst/>
          </a:prstGeom>
          <a:noFill/>
          <a:ln>
            <a:noFill/>
          </a:ln>
        </p:spPr>
      </p:pic>
      <p:pic>
        <p:nvPicPr>
          <p:cNvPr id="30" name="Image 29">
            <a:extLst>
              <a:ext uri="{FF2B5EF4-FFF2-40B4-BE49-F238E27FC236}">
                <a16:creationId xmlns:a16="http://schemas.microsoft.com/office/drawing/2014/main" id="{C4EC143B-CA3D-4268-A987-89C61ED8A7A4}"/>
              </a:ext>
            </a:extLst>
          </p:cNvPr>
          <p:cNvPicPr>
            <a:picLocks noChangeAspect="1"/>
          </p:cNvPicPr>
          <p:nvPr/>
        </p:nvPicPr>
        <p:blipFill>
          <a:blip r:embed="rId17">
            <a:extLst>
              <a:ext uri="{BEBA8EAE-BF5A-486C-A8C5-ECC9F3942E4B}">
                <a14:imgProps xmlns:a14="http://schemas.microsoft.com/office/drawing/2010/main">
                  <a14:imgLayer r:embed="rId18">
                    <a14:imgEffect>
                      <a14:backgroundRemoval t="7556" b="91556" l="5778" r="94222">
                        <a14:foregroundMark x1="58667" y1="25333" x2="47556" y2="28444"/>
                        <a14:foregroundMark x1="43111" y1="26222" x2="44000" y2="30222"/>
                        <a14:foregroundMark x1="40444" y1="24889" x2="40444" y2="34222"/>
                        <a14:foregroundMark x1="33333" y1="36889" x2="58222" y2="39111"/>
                        <a14:foregroundMark x1="58222" y1="39111" x2="63556" y2="62222"/>
                        <a14:foregroundMark x1="63556" y1="62222" x2="41333" y2="71111"/>
                        <a14:foregroundMark x1="41333" y1="71111" x2="37333" y2="36444"/>
                        <a14:foregroundMark x1="62222" y1="34667" x2="62222" y2="34667"/>
                        <a14:foregroundMark x1="61778" y1="33778" x2="61778" y2="33778"/>
                        <a14:foregroundMark x1="60000" y1="34222" x2="51556" y2="35111"/>
                        <a14:foregroundMark x1="48000" y1="40000" x2="48000" y2="40000"/>
                        <a14:foregroundMark x1="48444" y1="41778" x2="48444" y2="41778"/>
                        <a14:foregroundMark x1="52000" y1="59556" x2="52000" y2="59556"/>
                        <a14:foregroundMark x1="50667" y1="59556" x2="50667" y2="59556"/>
                        <a14:foregroundMark x1="58667" y1="72444" x2="58667" y2="72444"/>
                        <a14:foregroundMark x1="58667" y1="72444" x2="58667" y2="72444"/>
                        <a14:foregroundMark x1="50222" y1="7556" x2="50222" y2="7556"/>
                        <a14:foregroundMark x1="50222" y1="7556" x2="50222" y2="7556"/>
                        <a14:foregroundMark x1="91556" y1="44000" x2="91556" y2="44000"/>
                        <a14:foregroundMark x1="91556" y1="44000" x2="91556" y2="44000"/>
                        <a14:foregroundMark x1="9333" y1="50222" x2="9333" y2="50222"/>
                        <a14:foregroundMark x1="9333" y1="50222" x2="9333" y2="50222"/>
                        <a14:foregroundMark x1="55556" y1="91556" x2="55556" y2="91556"/>
                        <a14:foregroundMark x1="55556" y1="91556" x2="55556" y2="91556"/>
                        <a14:foregroundMark x1="6222" y1="47556" x2="6222" y2="47556"/>
                        <a14:foregroundMark x1="94222" y1="48889" x2="94222" y2="48889"/>
                      </a14:backgroundRemoval>
                    </a14:imgEffect>
                  </a14:imgLayer>
                </a14:imgProps>
              </a:ext>
              <a:ext uri="{28A0092B-C50C-407E-A947-70E740481C1C}">
                <a14:useLocalDpi xmlns:a14="http://schemas.microsoft.com/office/drawing/2010/main" val="0"/>
              </a:ext>
            </a:extLst>
          </a:blip>
          <a:srcRect/>
          <a:stretch>
            <a:fillRect/>
          </a:stretch>
        </p:blipFill>
        <p:spPr bwMode="auto">
          <a:xfrm>
            <a:off x="5419113" y="2324662"/>
            <a:ext cx="1353774" cy="1353774"/>
          </a:xfrm>
          <a:prstGeom prst="rect">
            <a:avLst/>
          </a:prstGeom>
          <a:noFill/>
          <a:ln>
            <a:noFill/>
          </a:ln>
        </p:spPr>
      </p:pic>
      <p:pic>
        <p:nvPicPr>
          <p:cNvPr id="3" name="Image 2">
            <a:extLst>
              <a:ext uri="{FF2B5EF4-FFF2-40B4-BE49-F238E27FC236}">
                <a16:creationId xmlns:a16="http://schemas.microsoft.com/office/drawing/2014/main" id="{90D704C7-21B8-489F-BE6A-60F74DF294BA}"/>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8397583" y="2336320"/>
            <a:ext cx="1353774" cy="1353774"/>
          </a:xfrm>
          <a:prstGeom prst="rect">
            <a:avLst/>
          </a:prstGeom>
        </p:spPr>
      </p:pic>
      <p:sp>
        <p:nvSpPr>
          <p:cNvPr id="2" name="Espace réservé du numéro de diapositive 4">
            <a:extLst>
              <a:ext uri="{FF2B5EF4-FFF2-40B4-BE49-F238E27FC236}">
                <a16:creationId xmlns:a16="http://schemas.microsoft.com/office/drawing/2014/main" id="{2771C7D0-1BB2-2DBA-CD80-911488AF62BA}"/>
              </a:ext>
            </a:extLst>
          </p:cNvPr>
          <p:cNvSpPr>
            <a:spLocks noGrp="1"/>
          </p:cNvSpPr>
          <p:nvPr>
            <p:ph type="sldNum" sz="quarter" idx="12"/>
          </p:nvPr>
        </p:nvSpPr>
        <p:spPr>
          <a:xfrm>
            <a:off x="5713021" y="6002656"/>
            <a:ext cx="723492" cy="500106"/>
          </a:xfrm>
          <a:prstGeom prst="ellipse">
            <a:avLst/>
          </a:prstGeom>
          <a:ln>
            <a:solidFill>
              <a:srgbClr val="0070C0"/>
            </a:solidFill>
          </a:ln>
        </p:spPr>
        <p:style>
          <a:lnRef idx="2">
            <a:schemeClr val="accent2"/>
          </a:lnRef>
          <a:fillRef idx="1">
            <a:schemeClr val="lt1"/>
          </a:fillRef>
          <a:effectRef idx="0">
            <a:schemeClr val="accent2"/>
          </a:effectRef>
          <a:fontRef idx="minor">
            <a:schemeClr val="dk1"/>
          </a:fontRef>
        </p:style>
        <p:txBody>
          <a:bodyPr/>
          <a:lstStyle/>
          <a:p>
            <a:r>
              <a:rPr lang="fr-ML" sz="2000" b="1" dirty="0">
                <a:solidFill>
                  <a:srgbClr val="002060"/>
                </a:solidFill>
                <a:latin typeface="Nunito Sans Black" pitchFamily="2" charset="0"/>
              </a:rPr>
              <a:t>17</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p:cTn id="7" dur="1000" fill="hold"/>
                                        <p:tgtEl>
                                          <p:spTgt spid="29"/>
                                        </p:tgtEl>
                                        <p:attrNameLst>
                                          <p:attrName>ppt_w</p:attrName>
                                        </p:attrNameLst>
                                      </p:cBhvr>
                                      <p:tavLst>
                                        <p:tav tm="0">
                                          <p:val>
                                            <p:fltVal val="0"/>
                                          </p:val>
                                        </p:tav>
                                        <p:tav tm="100000">
                                          <p:val>
                                            <p:strVal val="#ppt_w"/>
                                          </p:val>
                                        </p:tav>
                                      </p:tavLst>
                                    </p:anim>
                                    <p:anim calcmode="lin" valueType="num">
                                      <p:cBhvr>
                                        <p:cTn id="8" dur="1000" fill="hold"/>
                                        <p:tgtEl>
                                          <p:spTgt spid="29"/>
                                        </p:tgtEl>
                                        <p:attrNameLst>
                                          <p:attrName>ppt_h</p:attrName>
                                        </p:attrNameLst>
                                      </p:cBhvr>
                                      <p:tavLst>
                                        <p:tav tm="0">
                                          <p:val>
                                            <p:fltVal val="0"/>
                                          </p:val>
                                        </p:tav>
                                        <p:tav tm="100000">
                                          <p:val>
                                            <p:strVal val="#ppt_h"/>
                                          </p:val>
                                        </p:tav>
                                      </p:tavLst>
                                    </p:anim>
                                    <p:animEffect transition="in" filter="fade">
                                      <p:cBhvr>
                                        <p:cTn id="9" dur="1000"/>
                                        <p:tgtEl>
                                          <p:spTgt spid="29"/>
                                        </p:tgtEl>
                                      </p:cBhvr>
                                    </p:animEffect>
                                  </p:childTnLst>
                                </p:cTn>
                              </p:par>
                              <p:par>
                                <p:cTn id="10" presetID="53" presetClass="entr" presetSubtype="16" fill="hold" nodeType="withEffect">
                                  <p:stCondLst>
                                    <p:cond delay="0"/>
                                  </p:stCondLst>
                                  <p:childTnLst>
                                    <p:set>
                                      <p:cBhvr>
                                        <p:cTn id="11" dur="1" fill="hold">
                                          <p:stCondLst>
                                            <p:cond delay="0"/>
                                          </p:stCondLst>
                                        </p:cTn>
                                        <p:tgtEl>
                                          <p:spTgt spid="30"/>
                                        </p:tgtEl>
                                        <p:attrNameLst>
                                          <p:attrName>style.visibility</p:attrName>
                                        </p:attrNameLst>
                                      </p:cBhvr>
                                      <p:to>
                                        <p:strVal val="visible"/>
                                      </p:to>
                                    </p:set>
                                    <p:anim calcmode="lin" valueType="num">
                                      <p:cBhvr>
                                        <p:cTn id="12" dur="1000" fill="hold"/>
                                        <p:tgtEl>
                                          <p:spTgt spid="30"/>
                                        </p:tgtEl>
                                        <p:attrNameLst>
                                          <p:attrName>ppt_w</p:attrName>
                                        </p:attrNameLst>
                                      </p:cBhvr>
                                      <p:tavLst>
                                        <p:tav tm="0">
                                          <p:val>
                                            <p:fltVal val="0"/>
                                          </p:val>
                                        </p:tav>
                                        <p:tav tm="100000">
                                          <p:val>
                                            <p:strVal val="#ppt_w"/>
                                          </p:val>
                                        </p:tav>
                                      </p:tavLst>
                                    </p:anim>
                                    <p:anim calcmode="lin" valueType="num">
                                      <p:cBhvr>
                                        <p:cTn id="13" dur="1000" fill="hold"/>
                                        <p:tgtEl>
                                          <p:spTgt spid="30"/>
                                        </p:tgtEl>
                                        <p:attrNameLst>
                                          <p:attrName>ppt_h</p:attrName>
                                        </p:attrNameLst>
                                      </p:cBhvr>
                                      <p:tavLst>
                                        <p:tav tm="0">
                                          <p:val>
                                            <p:fltVal val="0"/>
                                          </p:val>
                                        </p:tav>
                                        <p:tav tm="100000">
                                          <p:val>
                                            <p:strVal val="#ppt_h"/>
                                          </p:val>
                                        </p:tav>
                                      </p:tavLst>
                                    </p:anim>
                                    <p:animEffect transition="in" filter="fade">
                                      <p:cBhvr>
                                        <p:cTn id="14" dur="1000"/>
                                        <p:tgtEl>
                                          <p:spTgt spid="30"/>
                                        </p:tgtEl>
                                      </p:cBhvr>
                                    </p:animEffect>
                                  </p:childTnLst>
                                </p:cTn>
                              </p:par>
                            </p:childTnLst>
                          </p:cTn>
                        </p:par>
                        <p:par>
                          <p:cTn id="15" fill="hold">
                            <p:stCondLst>
                              <p:cond delay="1000"/>
                            </p:stCondLst>
                            <p:childTnLst>
                              <p:par>
                                <p:cTn id="16" presetID="53" presetClass="entr" presetSubtype="16"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p:cTn id="18" dur="500" fill="hold"/>
                                        <p:tgtEl>
                                          <p:spTgt spid="3"/>
                                        </p:tgtEl>
                                        <p:attrNameLst>
                                          <p:attrName>ppt_w</p:attrName>
                                        </p:attrNameLst>
                                      </p:cBhvr>
                                      <p:tavLst>
                                        <p:tav tm="0">
                                          <p:val>
                                            <p:fltVal val="0"/>
                                          </p:val>
                                        </p:tav>
                                        <p:tav tm="100000">
                                          <p:val>
                                            <p:strVal val="#ppt_w"/>
                                          </p:val>
                                        </p:tav>
                                      </p:tavLst>
                                    </p:anim>
                                    <p:anim calcmode="lin" valueType="num">
                                      <p:cBhvr>
                                        <p:cTn id="19" dur="500" fill="hold"/>
                                        <p:tgtEl>
                                          <p:spTgt spid="3"/>
                                        </p:tgtEl>
                                        <p:attrNameLst>
                                          <p:attrName>ppt_h</p:attrName>
                                        </p:attrNameLst>
                                      </p:cBhvr>
                                      <p:tavLst>
                                        <p:tav tm="0">
                                          <p:val>
                                            <p:fltVal val="0"/>
                                          </p:val>
                                        </p:tav>
                                        <p:tav tm="100000">
                                          <p:val>
                                            <p:strVal val="#ppt_h"/>
                                          </p:val>
                                        </p:tav>
                                      </p:tavLst>
                                    </p:anim>
                                    <p:animEffect transition="in" filter="fade">
                                      <p:cBhvr>
                                        <p:cTn id="2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rot="-5400000" flipH="1">
            <a:off x="11050316" y="5716316"/>
            <a:ext cx="1141685" cy="1141685"/>
          </a:xfrm>
          <a:custGeom>
            <a:avLst/>
            <a:gdLst/>
            <a:ahLst/>
            <a:cxnLst/>
            <a:rect l="l" t="t" r="r" b="b"/>
            <a:pathLst>
              <a:path w="1712527" h="1712527">
                <a:moveTo>
                  <a:pt x="1712527" y="0"/>
                </a:moveTo>
                <a:lnTo>
                  <a:pt x="0" y="0"/>
                </a:lnTo>
                <a:lnTo>
                  <a:pt x="0" y="1712527"/>
                </a:lnTo>
                <a:lnTo>
                  <a:pt x="1712527" y="1712527"/>
                </a:lnTo>
                <a:lnTo>
                  <a:pt x="1712527"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fr-FR"/>
          </a:p>
        </p:txBody>
      </p:sp>
      <p:sp>
        <p:nvSpPr>
          <p:cNvPr id="6" name="Freeform 6"/>
          <p:cNvSpPr/>
          <p:nvPr/>
        </p:nvSpPr>
        <p:spPr>
          <a:xfrm rot="-5400000" flipH="1">
            <a:off x="10734352" y="5343176"/>
            <a:ext cx="1141685" cy="1141685"/>
          </a:xfrm>
          <a:custGeom>
            <a:avLst/>
            <a:gdLst/>
            <a:ahLst/>
            <a:cxnLst/>
            <a:rect l="l" t="t" r="r" b="b"/>
            <a:pathLst>
              <a:path w="1712527" h="1712527">
                <a:moveTo>
                  <a:pt x="1712528" y="0"/>
                </a:moveTo>
                <a:lnTo>
                  <a:pt x="0" y="0"/>
                </a:lnTo>
                <a:lnTo>
                  <a:pt x="0" y="1712527"/>
                </a:lnTo>
                <a:lnTo>
                  <a:pt x="1712528" y="1712527"/>
                </a:lnTo>
                <a:lnTo>
                  <a:pt x="1712528"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fr-FR"/>
          </a:p>
        </p:txBody>
      </p:sp>
      <p:grpSp>
        <p:nvGrpSpPr>
          <p:cNvPr id="7" name="Group 7"/>
          <p:cNvGrpSpPr/>
          <p:nvPr/>
        </p:nvGrpSpPr>
        <p:grpSpPr>
          <a:xfrm>
            <a:off x="1734371" y="2998515"/>
            <a:ext cx="2766318" cy="1857264"/>
            <a:chOff x="0" y="0"/>
            <a:chExt cx="6888894" cy="6831323"/>
          </a:xfrm>
        </p:grpSpPr>
        <p:sp>
          <p:nvSpPr>
            <p:cNvPr id="8" name="Freeform 8"/>
            <p:cNvSpPr/>
            <p:nvPr/>
          </p:nvSpPr>
          <p:spPr>
            <a:xfrm>
              <a:off x="0" y="0"/>
              <a:ext cx="6888893" cy="6831323"/>
            </a:xfrm>
            <a:custGeom>
              <a:avLst/>
              <a:gdLst/>
              <a:ahLst/>
              <a:cxnLst/>
              <a:rect l="l" t="t" r="r" b="b"/>
              <a:pathLst>
                <a:path w="6888893" h="6831323">
                  <a:moveTo>
                    <a:pt x="0" y="0"/>
                  </a:moveTo>
                  <a:lnTo>
                    <a:pt x="0" y="6831323"/>
                  </a:lnTo>
                  <a:lnTo>
                    <a:pt x="6888893" y="6831323"/>
                  </a:lnTo>
                  <a:lnTo>
                    <a:pt x="6888893" y="0"/>
                  </a:lnTo>
                  <a:lnTo>
                    <a:pt x="0" y="0"/>
                  </a:lnTo>
                  <a:close/>
                  <a:moveTo>
                    <a:pt x="6827934" y="6770363"/>
                  </a:moveTo>
                  <a:lnTo>
                    <a:pt x="59690" y="6770363"/>
                  </a:lnTo>
                  <a:lnTo>
                    <a:pt x="59690" y="59690"/>
                  </a:lnTo>
                  <a:lnTo>
                    <a:pt x="6827934" y="59690"/>
                  </a:lnTo>
                  <a:lnTo>
                    <a:pt x="6827934" y="6770363"/>
                  </a:lnTo>
                  <a:close/>
                </a:path>
              </a:pathLst>
            </a:custGeom>
            <a:solidFill>
              <a:srgbClr val="F2BE40"/>
            </a:solidFill>
          </p:spPr>
          <p:txBody>
            <a:bodyPr/>
            <a:lstStyle/>
            <a:p>
              <a:endParaRPr lang="fr-FR"/>
            </a:p>
          </p:txBody>
        </p:sp>
      </p:grpSp>
      <p:grpSp>
        <p:nvGrpSpPr>
          <p:cNvPr id="9" name="Group 9"/>
          <p:cNvGrpSpPr/>
          <p:nvPr/>
        </p:nvGrpSpPr>
        <p:grpSpPr>
          <a:xfrm>
            <a:off x="2437609" y="2318594"/>
            <a:ext cx="1359842" cy="1359842"/>
            <a:chOff x="0" y="0"/>
            <a:chExt cx="6350000" cy="6350000"/>
          </a:xfrm>
        </p:grpSpPr>
        <p:sp>
          <p:nvSpPr>
            <p:cNvPr id="10" name="Freeform 10"/>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3B41C9"/>
            </a:solidFill>
          </p:spPr>
          <p:txBody>
            <a:bodyPr/>
            <a:lstStyle/>
            <a:p>
              <a:endParaRPr lang="fr-FR"/>
            </a:p>
          </p:txBody>
        </p:sp>
      </p:grpSp>
      <p:grpSp>
        <p:nvGrpSpPr>
          <p:cNvPr id="11" name="Group 11"/>
          <p:cNvGrpSpPr/>
          <p:nvPr/>
        </p:nvGrpSpPr>
        <p:grpSpPr>
          <a:xfrm>
            <a:off x="4712841" y="2998515"/>
            <a:ext cx="2766318" cy="1857264"/>
            <a:chOff x="0" y="0"/>
            <a:chExt cx="6888894" cy="6831323"/>
          </a:xfrm>
        </p:grpSpPr>
        <p:sp>
          <p:nvSpPr>
            <p:cNvPr id="12" name="Freeform 12"/>
            <p:cNvSpPr/>
            <p:nvPr/>
          </p:nvSpPr>
          <p:spPr>
            <a:xfrm>
              <a:off x="0" y="0"/>
              <a:ext cx="6888893" cy="6831323"/>
            </a:xfrm>
            <a:custGeom>
              <a:avLst/>
              <a:gdLst/>
              <a:ahLst/>
              <a:cxnLst/>
              <a:rect l="l" t="t" r="r" b="b"/>
              <a:pathLst>
                <a:path w="6888893" h="6831323">
                  <a:moveTo>
                    <a:pt x="0" y="0"/>
                  </a:moveTo>
                  <a:lnTo>
                    <a:pt x="0" y="6831323"/>
                  </a:lnTo>
                  <a:lnTo>
                    <a:pt x="6888893" y="6831323"/>
                  </a:lnTo>
                  <a:lnTo>
                    <a:pt x="6888893" y="0"/>
                  </a:lnTo>
                  <a:lnTo>
                    <a:pt x="0" y="0"/>
                  </a:lnTo>
                  <a:close/>
                  <a:moveTo>
                    <a:pt x="6827934" y="6770363"/>
                  </a:moveTo>
                  <a:lnTo>
                    <a:pt x="59690" y="6770363"/>
                  </a:lnTo>
                  <a:lnTo>
                    <a:pt x="59690" y="59690"/>
                  </a:lnTo>
                  <a:lnTo>
                    <a:pt x="6827934" y="59690"/>
                  </a:lnTo>
                  <a:lnTo>
                    <a:pt x="6827934" y="6770363"/>
                  </a:lnTo>
                  <a:close/>
                </a:path>
              </a:pathLst>
            </a:custGeom>
            <a:solidFill>
              <a:srgbClr val="F2BE40"/>
            </a:solidFill>
          </p:spPr>
          <p:txBody>
            <a:bodyPr/>
            <a:lstStyle/>
            <a:p>
              <a:endParaRPr lang="fr-FR"/>
            </a:p>
          </p:txBody>
        </p:sp>
      </p:grpSp>
      <p:grpSp>
        <p:nvGrpSpPr>
          <p:cNvPr id="13" name="Group 13"/>
          <p:cNvGrpSpPr/>
          <p:nvPr/>
        </p:nvGrpSpPr>
        <p:grpSpPr>
          <a:xfrm>
            <a:off x="5416079" y="2318594"/>
            <a:ext cx="1359842" cy="1359842"/>
            <a:chOff x="0" y="0"/>
            <a:chExt cx="6350000" cy="6350000"/>
          </a:xfrm>
        </p:grpSpPr>
        <p:sp>
          <p:nvSpPr>
            <p:cNvPr id="14" name="Freeform 14"/>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3B41C9"/>
            </a:solidFill>
          </p:spPr>
          <p:txBody>
            <a:bodyPr/>
            <a:lstStyle/>
            <a:p>
              <a:endParaRPr lang="fr-FR"/>
            </a:p>
          </p:txBody>
        </p:sp>
      </p:grpSp>
      <p:sp>
        <p:nvSpPr>
          <p:cNvPr id="15" name="Freeform 15"/>
          <p:cNvSpPr/>
          <p:nvPr/>
        </p:nvSpPr>
        <p:spPr>
          <a:xfrm>
            <a:off x="-1371600" y="-1371600"/>
            <a:ext cx="2743200" cy="27432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fr-FR"/>
          </a:p>
        </p:txBody>
      </p:sp>
      <p:grpSp>
        <p:nvGrpSpPr>
          <p:cNvPr id="16" name="Group 16"/>
          <p:cNvGrpSpPr/>
          <p:nvPr/>
        </p:nvGrpSpPr>
        <p:grpSpPr>
          <a:xfrm>
            <a:off x="7691311" y="2998515"/>
            <a:ext cx="2766318" cy="1857264"/>
            <a:chOff x="0" y="0"/>
            <a:chExt cx="6888894" cy="6831323"/>
          </a:xfrm>
        </p:grpSpPr>
        <p:sp>
          <p:nvSpPr>
            <p:cNvPr id="17" name="Freeform 17"/>
            <p:cNvSpPr/>
            <p:nvPr/>
          </p:nvSpPr>
          <p:spPr>
            <a:xfrm>
              <a:off x="0" y="0"/>
              <a:ext cx="6888893" cy="6831323"/>
            </a:xfrm>
            <a:custGeom>
              <a:avLst/>
              <a:gdLst/>
              <a:ahLst/>
              <a:cxnLst/>
              <a:rect l="l" t="t" r="r" b="b"/>
              <a:pathLst>
                <a:path w="6888893" h="6831323">
                  <a:moveTo>
                    <a:pt x="0" y="0"/>
                  </a:moveTo>
                  <a:lnTo>
                    <a:pt x="0" y="6831323"/>
                  </a:lnTo>
                  <a:lnTo>
                    <a:pt x="6888893" y="6831323"/>
                  </a:lnTo>
                  <a:lnTo>
                    <a:pt x="6888893" y="0"/>
                  </a:lnTo>
                  <a:lnTo>
                    <a:pt x="0" y="0"/>
                  </a:lnTo>
                  <a:close/>
                  <a:moveTo>
                    <a:pt x="6827934" y="6770363"/>
                  </a:moveTo>
                  <a:lnTo>
                    <a:pt x="59690" y="6770363"/>
                  </a:lnTo>
                  <a:lnTo>
                    <a:pt x="59690" y="59690"/>
                  </a:lnTo>
                  <a:lnTo>
                    <a:pt x="6827934" y="59690"/>
                  </a:lnTo>
                  <a:lnTo>
                    <a:pt x="6827934" y="6770363"/>
                  </a:lnTo>
                  <a:close/>
                </a:path>
              </a:pathLst>
            </a:custGeom>
            <a:solidFill>
              <a:srgbClr val="F2BE40"/>
            </a:solidFill>
          </p:spPr>
          <p:txBody>
            <a:bodyPr/>
            <a:lstStyle/>
            <a:p>
              <a:endParaRPr lang="fr-FR"/>
            </a:p>
          </p:txBody>
        </p:sp>
      </p:grpSp>
      <p:grpSp>
        <p:nvGrpSpPr>
          <p:cNvPr id="18" name="Group 18"/>
          <p:cNvGrpSpPr/>
          <p:nvPr/>
        </p:nvGrpSpPr>
        <p:grpSpPr>
          <a:xfrm>
            <a:off x="8394549" y="2318594"/>
            <a:ext cx="1359842" cy="1359842"/>
            <a:chOff x="0" y="0"/>
            <a:chExt cx="6350000" cy="6350000"/>
          </a:xfrm>
        </p:grpSpPr>
        <p:sp>
          <p:nvSpPr>
            <p:cNvPr id="19" name="Freeform 19"/>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3B41C9"/>
            </a:solidFill>
          </p:spPr>
          <p:txBody>
            <a:bodyPr/>
            <a:lstStyle/>
            <a:p>
              <a:endParaRPr lang="fr-FR"/>
            </a:p>
          </p:txBody>
        </p:sp>
      </p:grpSp>
      <p:sp>
        <p:nvSpPr>
          <p:cNvPr id="20" name="Freeform 20"/>
          <p:cNvSpPr/>
          <p:nvPr/>
        </p:nvSpPr>
        <p:spPr>
          <a:xfrm>
            <a:off x="10769073" y="1902823"/>
            <a:ext cx="281243" cy="281243"/>
          </a:xfrm>
          <a:custGeom>
            <a:avLst/>
            <a:gdLst/>
            <a:ahLst/>
            <a:cxnLst/>
            <a:rect l="l" t="t" r="r" b="b"/>
            <a:pathLst>
              <a:path w="421865" h="421865">
                <a:moveTo>
                  <a:pt x="0" y="0"/>
                </a:moveTo>
                <a:lnTo>
                  <a:pt x="421865" y="0"/>
                </a:lnTo>
                <a:lnTo>
                  <a:pt x="421865" y="421865"/>
                </a:lnTo>
                <a:lnTo>
                  <a:pt x="0" y="42186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fr-FR"/>
          </a:p>
        </p:txBody>
      </p:sp>
      <p:sp>
        <p:nvSpPr>
          <p:cNvPr id="21" name="Freeform 21"/>
          <p:cNvSpPr/>
          <p:nvPr/>
        </p:nvSpPr>
        <p:spPr>
          <a:xfrm>
            <a:off x="685801" y="4408619"/>
            <a:ext cx="281243" cy="281243"/>
          </a:xfrm>
          <a:custGeom>
            <a:avLst/>
            <a:gdLst/>
            <a:ahLst/>
            <a:cxnLst/>
            <a:rect l="l" t="t" r="r" b="b"/>
            <a:pathLst>
              <a:path w="421865" h="421865">
                <a:moveTo>
                  <a:pt x="0" y="0"/>
                </a:moveTo>
                <a:lnTo>
                  <a:pt x="421865" y="0"/>
                </a:lnTo>
                <a:lnTo>
                  <a:pt x="421865" y="421865"/>
                </a:lnTo>
                <a:lnTo>
                  <a:pt x="0" y="42186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fr-FR"/>
          </a:p>
        </p:txBody>
      </p:sp>
      <p:sp>
        <p:nvSpPr>
          <p:cNvPr id="25" name="TextBox 25"/>
          <p:cNvSpPr txBox="1"/>
          <p:nvPr/>
        </p:nvSpPr>
        <p:spPr>
          <a:xfrm>
            <a:off x="9991616" y="787582"/>
            <a:ext cx="850557" cy="179536"/>
          </a:xfrm>
          <a:prstGeom prst="rect">
            <a:avLst/>
          </a:prstGeom>
        </p:spPr>
        <p:txBody>
          <a:bodyPr lIns="0" tIns="0" rIns="0" bIns="0" rtlCol="0" anchor="t">
            <a:spAutoFit/>
          </a:bodyPr>
          <a:lstStyle/>
          <a:p>
            <a:pPr defTabSz="609630">
              <a:lnSpc>
                <a:spcPts val="1440"/>
              </a:lnSpc>
            </a:pPr>
            <a:r>
              <a:rPr lang="en-US" sz="1200">
                <a:solidFill>
                  <a:srgbClr val="FFFFFF"/>
                </a:solidFill>
                <a:latin typeface="Montserrat"/>
              </a:rPr>
              <a:t>Search . . .</a:t>
            </a:r>
          </a:p>
        </p:txBody>
      </p:sp>
      <p:sp>
        <p:nvSpPr>
          <p:cNvPr id="26" name="TextBox 26"/>
          <p:cNvSpPr txBox="1"/>
          <p:nvPr/>
        </p:nvSpPr>
        <p:spPr>
          <a:xfrm>
            <a:off x="535904" y="728278"/>
            <a:ext cx="978920" cy="246734"/>
          </a:xfrm>
          <a:prstGeom prst="rect">
            <a:avLst/>
          </a:prstGeom>
        </p:spPr>
        <p:txBody>
          <a:bodyPr lIns="0" tIns="0" rIns="0" bIns="0" rtlCol="0" anchor="t">
            <a:spAutoFit/>
          </a:bodyPr>
          <a:lstStyle/>
          <a:p>
            <a:pPr algn="r" defTabSz="609630">
              <a:lnSpc>
                <a:spcPts val="2147"/>
              </a:lnSpc>
            </a:pPr>
            <a:r>
              <a:rPr lang="en-US" sz="1533" dirty="0">
                <a:solidFill>
                  <a:srgbClr val="3B41C9"/>
                </a:solidFill>
                <a:latin typeface="Montserrat Classic Bold"/>
              </a:rPr>
              <a:t>OPTIRH</a:t>
            </a:r>
          </a:p>
        </p:txBody>
      </p:sp>
      <p:sp>
        <p:nvSpPr>
          <p:cNvPr id="28" name="TextBox 28"/>
          <p:cNvSpPr txBox="1"/>
          <p:nvPr/>
        </p:nvSpPr>
        <p:spPr>
          <a:xfrm>
            <a:off x="1942723" y="684989"/>
            <a:ext cx="8306555" cy="564257"/>
          </a:xfrm>
          <a:prstGeom prst="rect">
            <a:avLst/>
          </a:prstGeom>
        </p:spPr>
        <p:txBody>
          <a:bodyPr wrap="square" lIns="0" tIns="0" rIns="0" bIns="0" rtlCol="0" anchor="t">
            <a:spAutoFit/>
          </a:bodyPr>
          <a:lstStyle>
            <a:defPPr>
              <a:defRPr lang="fr-FR"/>
            </a:defPPr>
            <a:lvl1pPr algn="ctr" defTabSz="609630">
              <a:lnSpc>
                <a:spcPts val="4400"/>
              </a:lnSpc>
              <a:defRPr sz="4000">
                <a:solidFill>
                  <a:srgbClr val="3B41C9"/>
                </a:solidFill>
                <a:latin typeface="Times New Roman" panose="02020603050405020304" pitchFamily="18" charset="0"/>
                <a:cs typeface="Times New Roman" panose="02020603050405020304" pitchFamily="18" charset="0"/>
              </a:defRPr>
            </a:lvl1pPr>
          </a:lstStyle>
          <a:p>
            <a:r>
              <a:rPr lang="en-US" dirty="0">
                <a:latin typeface="ADLaM Display" panose="02010000000000000000" pitchFamily="2" charset="0"/>
                <a:ea typeface="ADLaM Display" panose="02010000000000000000" pitchFamily="2" charset="0"/>
                <a:cs typeface="ADLaM Display" panose="02010000000000000000" pitchFamily="2" charset="0"/>
              </a:rPr>
              <a:t>Framworks utilisés</a:t>
            </a:r>
          </a:p>
        </p:txBody>
      </p:sp>
      <p:sp>
        <p:nvSpPr>
          <p:cNvPr id="31" name="TextBox 31"/>
          <p:cNvSpPr txBox="1"/>
          <p:nvPr/>
        </p:nvSpPr>
        <p:spPr>
          <a:xfrm>
            <a:off x="2027023" y="4097960"/>
            <a:ext cx="2181015" cy="283219"/>
          </a:xfrm>
          <a:prstGeom prst="rect">
            <a:avLst/>
          </a:prstGeom>
        </p:spPr>
        <p:txBody>
          <a:bodyPr lIns="0" tIns="0" rIns="0" bIns="0" rtlCol="0" anchor="t">
            <a:spAutoFit/>
          </a:bodyPr>
          <a:lstStyle/>
          <a:p>
            <a:pPr algn="ctr" defTabSz="609630">
              <a:lnSpc>
                <a:spcPts val="2146"/>
              </a:lnSpc>
            </a:pPr>
            <a:r>
              <a:rPr lang="en-US" sz="2400" dirty="0">
                <a:solidFill>
                  <a:srgbClr val="3B41C9"/>
                </a:solidFill>
                <a:latin typeface="ADLaM Display" panose="02010000000000000000" pitchFamily="2" charset="0"/>
                <a:ea typeface="ADLaM Display" panose="02010000000000000000" pitchFamily="2" charset="0"/>
                <a:cs typeface="ADLaM Display" panose="02010000000000000000" pitchFamily="2" charset="0"/>
              </a:rPr>
              <a:t>BOOTSRAP</a:t>
            </a:r>
          </a:p>
        </p:txBody>
      </p:sp>
      <p:sp>
        <p:nvSpPr>
          <p:cNvPr id="32" name="TextBox 32"/>
          <p:cNvSpPr txBox="1"/>
          <p:nvPr/>
        </p:nvSpPr>
        <p:spPr>
          <a:xfrm>
            <a:off x="7983963" y="4097960"/>
            <a:ext cx="2181015" cy="283219"/>
          </a:xfrm>
          <a:prstGeom prst="rect">
            <a:avLst/>
          </a:prstGeom>
        </p:spPr>
        <p:txBody>
          <a:bodyPr lIns="0" tIns="0" rIns="0" bIns="0" rtlCol="0" anchor="t">
            <a:spAutoFit/>
          </a:bodyPr>
          <a:lstStyle/>
          <a:p>
            <a:pPr algn="ctr" defTabSz="609630">
              <a:lnSpc>
                <a:spcPts val="2146"/>
              </a:lnSpc>
            </a:pPr>
            <a:r>
              <a:rPr lang="en-US" sz="2400" dirty="0">
                <a:solidFill>
                  <a:srgbClr val="3B41C9"/>
                </a:solidFill>
                <a:latin typeface="ADLaM Display" panose="02010000000000000000" pitchFamily="2" charset="0"/>
                <a:ea typeface="ADLaM Display" panose="02010000000000000000" pitchFamily="2" charset="0"/>
                <a:cs typeface="ADLaM Display" panose="02010000000000000000" pitchFamily="2" charset="0"/>
              </a:rPr>
              <a:t>LIVEWIRE</a:t>
            </a:r>
          </a:p>
        </p:txBody>
      </p:sp>
      <p:sp>
        <p:nvSpPr>
          <p:cNvPr id="33" name="TextBox 33"/>
          <p:cNvSpPr txBox="1"/>
          <p:nvPr/>
        </p:nvSpPr>
        <p:spPr>
          <a:xfrm>
            <a:off x="5005492" y="4094128"/>
            <a:ext cx="2181015" cy="283219"/>
          </a:xfrm>
          <a:prstGeom prst="rect">
            <a:avLst/>
          </a:prstGeom>
        </p:spPr>
        <p:txBody>
          <a:bodyPr lIns="0" tIns="0" rIns="0" bIns="0" rtlCol="0" anchor="t">
            <a:spAutoFit/>
          </a:bodyPr>
          <a:lstStyle/>
          <a:p>
            <a:pPr algn="ctr" defTabSz="609630">
              <a:lnSpc>
                <a:spcPts val="2146"/>
              </a:lnSpc>
            </a:pPr>
            <a:r>
              <a:rPr lang="en-US" sz="2400" dirty="0">
                <a:solidFill>
                  <a:srgbClr val="3B41C9"/>
                </a:solidFill>
                <a:latin typeface="ADLaM Display" panose="02010000000000000000" pitchFamily="2" charset="0"/>
                <a:ea typeface="ADLaM Display" panose="02010000000000000000" pitchFamily="2" charset="0"/>
                <a:cs typeface="ADLaM Display" panose="02010000000000000000" pitchFamily="2" charset="0"/>
              </a:rPr>
              <a:t>LARAVEL</a:t>
            </a:r>
          </a:p>
        </p:txBody>
      </p:sp>
      <p:sp>
        <p:nvSpPr>
          <p:cNvPr id="35" name="Freeform 35"/>
          <p:cNvSpPr/>
          <p:nvPr/>
        </p:nvSpPr>
        <p:spPr>
          <a:xfrm>
            <a:off x="1103848" y="6016533"/>
            <a:ext cx="311335" cy="311335"/>
          </a:xfrm>
          <a:custGeom>
            <a:avLst/>
            <a:gdLst/>
            <a:ahLst/>
            <a:cxnLst/>
            <a:rect l="l" t="t" r="r" b="b"/>
            <a:pathLst>
              <a:path w="467003" h="467003">
                <a:moveTo>
                  <a:pt x="0" y="0"/>
                </a:moveTo>
                <a:lnTo>
                  <a:pt x="467002" y="0"/>
                </a:lnTo>
                <a:lnTo>
                  <a:pt x="467002" y="467002"/>
                </a:lnTo>
                <a:lnTo>
                  <a:pt x="0" y="46700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fr-FR"/>
          </a:p>
        </p:txBody>
      </p:sp>
      <p:sp>
        <p:nvSpPr>
          <p:cNvPr id="36" name="Freeform 36"/>
          <p:cNvSpPr/>
          <p:nvPr/>
        </p:nvSpPr>
        <p:spPr>
          <a:xfrm>
            <a:off x="685801" y="6016533"/>
            <a:ext cx="311335" cy="311335"/>
          </a:xfrm>
          <a:custGeom>
            <a:avLst/>
            <a:gdLst/>
            <a:ahLst/>
            <a:cxnLst/>
            <a:rect l="l" t="t" r="r" b="b"/>
            <a:pathLst>
              <a:path w="467003" h="467003">
                <a:moveTo>
                  <a:pt x="0" y="0"/>
                </a:moveTo>
                <a:lnTo>
                  <a:pt x="467003" y="0"/>
                </a:lnTo>
                <a:lnTo>
                  <a:pt x="467003" y="467002"/>
                </a:lnTo>
                <a:lnTo>
                  <a:pt x="0" y="46700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fr-FR"/>
          </a:p>
        </p:txBody>
      </p:sp>
      <p:sp>
        <p:nvSpPr>
          <p:cNvPr id="37" name="Freeform 37"/>
          <p:cNvSpPr/>
          <p:nvPr/>
        </p:nvSpPr>
        <p:spPr>
          <a:xfrm>
            <a:off x="1224028" y="6105234"/>
            <a:ext cx="81364" cy="133933"/>
          </a:xfrm>
          <a:custGeom>
            <a:avLst/>
            <a:gdLst/>
            <a:ahLst/>
            <a:cxnLst/>
            <a:rect l="l" t="t" r="r" b="b"/>
            <a:pathLst>
              <a:path w="122046" h="200900">
                <a:moveTo>
                  <a:pt x="0" y="0"/>
                </a:moveTo>
                <a:lnTo>
                  <a:pt x="122047" y="0"/>
                </a:lnTo>
                <a:lnTo>
                  <a:pt x="122047" y="200900"/>
                </a:lnTo>
                <a:lnTo>
                  <a:pt x="0" y="20090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fr-FR"/>
          </a:p>
        </p:txBody>
      </p:sp>
      <p:sp>
        <p:nvSpPr>
          <p:cNvPr id="38" name="Freeform 38"/>
          <p:cNvSpPr/>
          <p:nvPr/>
        </p:nvSpPr>
        <p:spPr>
          <a:xfrm rot="-10800000">
            <a:off x="800785" y="6105234"/>
            <a:ext cx="81364" cy="133933"/>
          </a:xfrm>
          <a:custGeom>
            <a:avLst/>
            <a:gdLst/>
            <a:ahLst/>
            <a:cxnLst/>
            <a:rect l="l" t="t" r="r" b="b"/>
            <a:pathLst>
              <a:path w="122046" h="200900">
                <a:moveTo>
                  <a:pt x="0" y="0"/>
                </a:moveTo>
                <a:lnTo>
                  <a:pt x="122047" y="0"/>
                </a:lnTo>
                <a:lnTo>
                  <a:pt x="122047" y="200900"/>
                </a:lnTo>
                <a:lnTo>
                  <a:pt x="0" y="20090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fr-FR"/>
          </a:p>
        </p:txBody>
      </p:sp>
      <p:pic>
        <p:nvPicPr>
          <p:cNvPr id="29" name="Image 28" descr="Une image contenant Graphique, logo, Police, graphisme&#10;&#10;Description générée automatiquement">
            <a:extLst>
              <a:ext uri="{FF2B5EF4-FFF2-40B4-BE49-F238E27FC236}">
                <a16:creationId xmlns:a16="http://schemas.microsoft.com/office/drawing/2014/main" id="{BFEAEA19-5C88-4566-8972-131D3B288ADA}"/>
              </a:ext>
            </a:extLst>
          </p:cNvPr>
          <p:cNvPicPr>
            <a:picLocks noChangeAspect="1"/>
          </p:cNvPicPr>
          <p:nvPr/>
        </p:nvPicPr>
        <p:blipFill>
          <a:blip r:embed="rId15" cstate="print">
            <a:extLst>
              <a:ext uri="{BEBA8EAE-BF5A-486C-A8C5-ECC9F3942E4B}">
                <a14:imgProps xmlns:a14="http://schemas.microsoft.com/office/drawing/2010/main">
                  <a14:imgLayer r:embed="rId16">
                    <a14:imgEffect>
                      <a14:backgroundRemoval t="10000" b="90000" l="10000" r="90000">
                        <a14:foregroundMark x1="51000" y1="37778" x2="41889" y2="37889"/>
                      </a14:backgroundRemoval>
                    </a14:imgEffect>
                  </a14:imgLayer>
                </a14:imgProps>
              </a:ext>
              <a:ext uri="{28A0092B-C50C-407E-A947-70E740481C1C}">
                <a14:useLocalDpi xmlns:a14="http://schemas.microsoft.com/office/drawing/2010/main" val="0"/>
              </a:ext>
            </a:extLst>
          </a:blip>
          <a:srcRect/>
          <a:stretch>
            <a:fillRect/>
          </a:stretch>
        </p:blipFill>
        <p:spPr bwMode="auto">
          <a:xfrm>
            <a:off x="2276596" y="2184066"/>
            <a:ext cx="1681868" cy="1681868"/>
          </a:xfrm>
          <a:prstGeom prst="rect">
            <a:avLst/>
          </a:prstGeom>
          <a:noFill/>
          <a:ln>
            <a:noFill/>
          </a:ln>
        </p:spPr>
      </p:pic>
      <p:pic>
        <p:nvPicPr>
          <p:cNvPr id="30" name="Image 29" descr="IrvineTek | Introduction to Laravel Features">
            <a:extLst>
              <a:ext uri="{FF2B5EF4-FFF2-40B4-BE49-F238E27FC236}">
                <a16:creationId xmlns:a16="http://schemas.microsoft.com/office/drawing/2014/main" id="{2467EF2C-1E59-4F16-9931-53E6A9EB912E}"/>
              </a:ext>
            </a:extLst>
          </p:cNvPr>
          <p:cNvPicPr>
            <a:picLocks noChangeAspect="1"/>
          </p:cNvPicPr>
          <p:nvPr/>
        </p:nvPicPr>
        <p:blipFill rotWithShape="1">
          <a:blip r:embed="rId17">
            <a:extLst>
              <a:ext uri="{BEBA8EAE-BF5A-486C-A8C5-ECC9F3942E4B}">
                <a14:imgProps xmlns:a14="http://schemas.microsoft.com/office/drawing/2010/main">
                  <a14:imgLayer r:embed="rId18">
                    <a14:imgEffect>
                      <a14:backgroundRemoval t="9581" b="89222" l="1661" r="89701">
                        <a14:foregroundMark x1="26910" y1="40719" x2="26910" y2="40719"/>
                        <a14:foregroundMark x1="12292" y1="18563" x2="29568" y2="40719"/>
                        <a14:foregroundMark x1="29568" y1="40719" x2="17608" y2="62275"/>
                        <a14:foregroundMark x1="17608" y1="62275" x2="16944" y2="62275"/>
                        <a14:foregroundMark x1="18272" y1="23353" x2="8638" y2="45509"/>
                        <a14:foregroundMark x1="8970" y1="44910" x2="17608" y2="62275"/>
                        <a14:foregroundMark x1="26246" y1="62275" x2="30897" y2="40719"/>
                        <a14:foregroundMark x1="25581" y1="60479" x2="25581" y2="60479"/>
                        <a14:foregroundMark x1="30233" y1="36527" x2="30233" y2="36527"/>
                        <a14:foregroundMark x1="30233" y1="36527" x2="30233" y2="36527"/>
                        <a14:foregroundMark x1="29568" y1="34731" x2="29568" y2="34731"/>
                        <a14:foregroundMark x1="29568" y1="34132" x2="29568" y2="34132"/>
                        <a14:foregroundMark x1="12957" y1="28144" x2="12957" y2="28144"/>
                        <a14:foregroundMark x1="12957" y1="28144" x2="12957" y2="28144"/>
                        <a14:foregroundMark x1="14950" y1="42515" x2="14950" y2="42515"/>
                        <a14:foregroundMark x1="15282" y1="42515" x2="15282" y2="42515"/>
                        <a14:foregroundMark x1="17276" y1="40120" x2="17276" y2="40120"/>
                        <a14:foregroundMark x1="17276" y1="39521" x2="17276" y2="39521"/>
                        <a14:foregroundMark x1="16279" y1="37126" x2="16279" y2="37126"/>
                        <a14:foregroundMark x1="15947" y1="37126" x2="15947" y2="37126"/>
                        <a14:foregroundMark x1="23588" y1="34132" x2="23588" y2="34132"/>
                        <a14:foregroundMark x1="22924" y1="34132" x2="22924" y2="34132"/>
                        <a14:foregroundMark x1="22259" y1="34731" x2="22259" y2="34731"/>
                        <a14:foregroundMark x1="15615" y1="59880" x2="15615" y2="59880"/>
                        <a14:foregroundMark x1="15615" y1="59880" x2="15615" y2="59880"/>
                        <a14:foregroundMark x1="12957" y1="52695" x2="12957" y2="52695"/>
                        <a14:foregroundMark x1="12292" y1="54491" x2="12292" y2="54491"/>
                        <a14:foregroundMark x1="11628" y1="55689" x2="11628" y2="55689"/>
                        <a14:foregroundMark x1="12957" y1="58683" x2="12957" y2="58683"/>
                        <a14:foregroundMark x1="13621" y1="61677" x2="13621" y2="61677"/>
                        <a14:foregroundMark x1="19934" y1="40120" x2="19934" y2="40120"/>
                        <a14:foregroundMark x1="19934" y1="40120" x2="19934" y2="40120"/>
                        <a14:foregroundMark x1="21595" y1="61078" x2="21595" y2="61078"/>
                        <a14:foregroundMark x1="21595" y1="61078" x2="21595" y2="61078"/>
                        <a14:foregroundMark x1="17608" y1="20958" x2="33555" y2="49701"/>
                        <a14:foregroundMark x1="33555" y1="49701" x2="20930" y2="70659"/>
                        <a14:foregroundMark x1="20930" y1="70659" x2="18937" y2="70659"/>
                        <a14:foregroundMark x1="22924" y1="17964" x2="33887" y2="55090"/>
                        <a14:foregroundMark x1="33887" y1="55090" x2="16611" y2="72455"/>
                        <a14:foregroundMark x1="16611" y1="72455" x2="15947" y2="71856"/>
                        <a14:foregroundMark x1="10963" y1="59880" x2="10963" y2="59880"/>
                        <a14:foregroundMark x1="7309" y1="38323" x2="7309" y2="38323"/>
                        <a14:foregroundMark x1="6977" y1="38323" x2="6977" y2="38323"/>
                        <a14:foregroundMark x1="5648" y1="41916" x2="5648" y2="41916"/>
                        <a14:foregroundMark x1="5648" y1="41916" x2="5648" y2="41916"/>
                        <a14:foregroundMark x1="6312" y1="41916" x2="6312" y2="41916"/>
                        <a14:foregroundMark x1="4651" y1="55689" x2="5980" y2="58683"/>
                        <a14:foregroundMark x1="11628" y1="22754" x2="3987" y2="52695"/>
                        <a14:foregroundMark x1="3987" y1="52695" x2="22924" y2="73054"/>
                        <a14:foregroundMark x1="22924" y1="73054" x2="26910" y2="69461"/>
                        <a14:foregroundMark x1="26910" y1="21557" x2="30565" y2="67066"/>
                        <a14:foregroundMark x1="30565" y1="67066" x2="28904" y2="73054"/>
                        <a14:foregroundMark x1="29236" y1="25749" x2="33223" y2="56287"/>
                        <a14:foregroundMark x1="33223" y1="56287" x2="32226" y2="62275"/>
                        <a14:foregroundMark x1="32890" y1="34132" x2="32890" y2="34132"/>
                        <a14:foregroundMark x1="32890" y1="34132" x2="32890" y2="34132"/>
                        <a14:foregroundMark x1="35216" y1="44910" x2="35216" y2="44910"/>
                        <a14:foregroundMark x1="16944" y1="74850" x2="16944" y2="74850"/>
                        <a14:foregroundMark x1="10963" y1="70659" x2="10963" y2="70659"/>
                        <a14:foregroundMark x1="10299" y1="67066" x2="10299" y2="67066"/>
                        <a14:foregroundMark x1="13953" y1="71257" x2="13953" y2="71257"/>
                        <a14:foregroundMark x1="14286" y1="71856" x2="14286" y2="71856"/>
                        <a14:foregroundMark x1="9967" y1="64671" x2="9967" y2="64671"/>
                        <a14:foregroundMark x1="9635" y1="64671" x2="9635" y2="64671"/>
                        <a14:foregroundMark x1="6312" y1="41317" x2="6312" y2="41317"/>
                        <a14:foregroundMark x1="5316" y1="41317" x2="5316" y2="41317"/>
                        <a14:foregroundMark x1="5648" y1="40120" x2="5648" y2="40120"/>
                        <a14:foregroundMark x1="6645" y1="35329" x2="6645" y2="35329"/>
                        <a14:foregroundMark x1="4319" y1="41317" x2="4319" y2="41317"/>
                        <a14:foregroundMark x1="6977" y1="29341" x2="6977" y2="29341"/>
                        <a14:foregroundMark x1="6977" y1="29341" x2="6977" y2="29341"/>
                        <a14:foregroundMark x1="5980" y1="30539" x2="5980" y2="30539"/>
                        <a14:foregroundMark x1="1661" y1="44910" x2="1661" y2="44910"/>
                        <a14:foregroundMark x1="26910" y1="19760" x2="26910" y2="19760"/>
                        <a14:foregroundMark x1="30897" y1="26946" x2="30897" y2="26946"/>
                        <a14:foregroundMark x1="33555" y1="34132" x2="33555" y2="34132"/>
                        <a14:foregroundMark x1="34219" y1="34731" x2="34219" y2="34731"/>
                        <a14:foregroundMark x1="33555" y1="30539" x2="33555" y2="30539"/>
                      </a14:backgroundRemoval>
                    </a14:imgEffect>
                  </a14:imgLayer>
                </a14:imgProps>
              </a:ext>
              <a:ext uri="{28A0092B-C50C-407E-A947-70E740481C1C}">
                <a14:useLocalDpi xmlns:a14="http://schemas.microsoft.com/office/drawing/2010/main" val="0"/>
              </a:ext>
            </a:extLst>
          </a:blip>
          <a:srcRect t="11155" r="60905" b="20319"/>
          <a:stretch/>
        </p:blipFill>
        <p:spPr bwMode="auto">
          <a:xfrm>
            <a:off x="5419113" y="2385754"/>
            <a:ext cx="1353774" cy="1225522"/>
          </a:xfrm>
          <a:prstGeom prst="rect">
            <a:avLst/>
          </a:prstGeom>
          <a:noFill/>
          <a:ln>
            <a:noFill/>
          </a:ln>
          <a:extLst>
            <a:ext uri="{53640926-AAD7-44D8-BBD7-CCE9431645EC}">
              <a14:shadowObscured xmlns:a14="http://schemas.microsoft.com/office/drawing/2010/main"/>
            </a:ext>
          </a:extLst>
        </p:spPr>
      </p:pic>
      <p:pic>
        <p:nvPicPr>
          <p:cNvPr id="34" name="Image 33" descr="Une image contenant clipart, Graphique, cercle, logo&#10;&#10;Description générée automatiquement">
            <a:extLst>
              <a:ext uri="{FF2B5EF4-FFF2-40B4-BE49-F238E27FC236}">
                <a16:creationId xmlns:a16="http://schemas.microsoft.com/office/drawing/2014/main" id="{096823F1-7927-4C23-BC53-B7E6EA56306F}"/>
              </a:ext>
            </a:extLst>
          </p:cNvPr>
          <p:cNvPicPr>
            <a:picLocks noChangeAspect="1"/>
          </p:cNvPicPr>
          <p:nvPr/>
        </p:nvPicPr>
        <p:blipFill>
          <a:blip r:embed="rId19">
            <a:extLst>
              <a:ext uri="{BEBA8EAE-BF5A-486C-A8C5-ECC9F3942E4B}">
                <a14:imgProps xmlns:a14="http://schemas.microsoft.com/office/drawing/2010/main">
                  <a14:imgLayer r:embed="rId20">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762633" y="2333196"/>
            <a:ext cx="2623673" cy="1469255"/>
          </a:xfrm>
          <a:prstGeom prst="rect">
            <a:avLst/>
          </a:prstGeom>
          <a:noFill/>
          <a:ln>
            <a:noFill/>
          </a:ln>
        </p:spPr>
      </p:pic>
      <p:sp>
        <p:nvSpPr>
          <p:cNvPr id="2" name="Espace réservé du numéro de diapositive 4">
            <a:extLst>
              <a:ext uri="{FF2B5EF4-FFF2-40B4-BE49-F238E27FC236}">
                <a16:creationId xmlns:a16="http://schemas.microsoft.com/office/drawing/2014/main" id="{7901C70A-2B7F-5AD5-43CB-29A80BF6413A}"/>
              </a:ext>
            </a:extLst>
          </p:cNvPr>
          <p:cNvSpPr>
            <a:spLocks noGrp="1"/>
          </p:cNvSpPr>
          <p:nvPr>
            <p:ph type="sldNum" sz="quarter" idx="12"/>
          </p:nvPr>
        </p:nvSpPr>
        <p:spPr>
          <a:xfrm>
            <a:off x="5734253" y="6037105"/>
            <a:ext cx="723492" cy="500106"/>
          </a:xfrm>
          <a:prstGeom prst="ellipse">
            <a:avLst/>
          </a:prstGeom>
          <a:ln>
            <a:solidFill>
              <a:srgbClr val="0070C0"/>
            </a:solidFill>
          </a:ln>
        </p:spPr>
        <p:style>
          <a:lnRef idx="2">
            <a:schemeClr val="accent2"/>
          </a:lnRef>
          <a:fillRef idx="1">
            <a:schemeClr val="lt1"/>
          </a:fillRef>
          <a:effectRef idx="0">
            <a:schemeClr val="accent2"/>
          </a:effectRef>
          <a:fontRef idx="minor">
            <a:schemeClr val="dk1"/>
          </a:fontRef>
        </p:style>
        <p:txBody>
          <a:bodyPr/>
          <a:lstStyle/>
          <a:p>
            <a:r>
              <a:rPr lang="fr-ML" sz="2000" b="1" dirty="0">
                <a:solidFill>
                  <a:srgbClr val="002060"/>
                </a:solidFill>
                <a:latin typeface="Nunito Sans Black" pitchFamily="2" charset="0"/>
              </a:rPr>
              <a:t>18</a:t>
            </a:r>
          </a:p>
        </p:txBody>
      </p:sp>
    </p:spTree>
    <p:extLst>
      <p:ext uri="{BB962C8B-B14F-4D97-AF65-F5344CB8AC3E}">
        <p14:creationId xmlns:p14="http://schemas.microsoft.com/office/powerpoint/2010/main" val="1841327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p:cTn id="7" dur="500" fill="hold"/>
                                        <p:tgtEl>
                                          <p:spTgt spid="29"/>
                                        </p:tgtEl>
                                        <p:attrNameLst>
                                          <p:attrName>ppt_w</p:attrName>
                                        </p:attrNameLst>
                                      </p:cBhvr>
                                      <p:tavLst>
                                        <p:tav tm="0">
                                          <p:val>
                                            <p:fltVal val="0"/>
                                          </p:val>
                                        </p:tav>
                                        <p:tav tm="100000">
                                          <p:val>
                                            <p:strVal val="#ppt_w"/>
                                          </p:val>
                                        </p:tav>
                                      </p:tavLst>
                                    </p:anim>
                                    <p:anim calcmode="lin" valueType="num">
                                      <p:cBhvr>
                                        <p:cTn id="8" dur="500" fill="hold"/>
                                        <p:tgtEl>
                                          <p:spTgt spid="29"/>
                                        </p:tgtEl>
                                        <p:attrNameLst>
                                          <p:attrName>ppt_h</p:attrName>
                                        </p:attrNameLst>
                                      </p:cBhvr>
                                      <p:tavLst>
                                        <p:tav tm="0">
                                          <p:val>
                                            <p:fltVal val="0"/>
                                          </p:val>
                                        </p:tav>
                                        <p:tav tm="100000">
                                          <p:val>
                                            <p:strVal val="#ppt_h"/>
                                          </p:val>
                                        </p:tav>
                                      </p:tavLst>
                                    </p:anim>
                                    <p:animEffect transition="in" filter="fade">
                                      <p:cBhvr>
                                        <p:cTn id="9" dur="500"/>
                                        <p:tgtEl>
                                          <p:spTgt spid="29"/>
                                        </p:tgtEl>
                                      </p:cBhvr>
                                    </p:animEffect>
                                  </p:childTnLst>
                                </p:cTn>
                              </p:par>
                              <p:par>
                                <p:cTn id="10" presetID="53" presetClass="entr" presetSubtype="16" fill="hold" nodeType="withEffect">
                                  <p:stCondLst>
                                    <p:cond delay="0"/>
                                  </p:stCondLst>
                                  <p:childTnLst>
                                    <p:set>
                                      <p:cBhvr>
                                        <p:cTn id="11" dur="1" fill="hold">
                                          <p:stCondLst>
                                            <p:cond delay="0"/>
                                          </p:stCondLst>
                                        </p:cTn>
                                        <p:tgtEl>
                                          <p:spTgt spid="30"/>
                                        </p:tgtEl>
                                        <p:attrNameLst>
                                          <p:attrName>style.visibility</p:attrName>
                                        </p:attrNameLst>
                                      </p:cBhvr>
                                      <p:to>
                                        <p:strVal val="visible"/>
                                      </p:to>
                                    </p:set>
                                    <p:anim calcmode="lin" valueType="num">
                                      <p:cBhvr>
                                        <p:cTn id="12" dur="1000" fill="hold"/>
                                        <p:tgtEl>
                                          <p:spTgt spid="30"/>
                                        </p:tgtEl>
                                        <p:attrNameLst>
                                          <p:attrName>ppt_w</p:attrName>
                                        </p:attrNameLst>
                                      </p:cBhvr>
                                      <p:tavLst>
                                        <p:tav tm="0">
                                          <p:val>
                                            <p:fltVal val="0"/>
                                          </p:val>
                                        </p:tav>
                                        <p:tav tm="100000">
                                          <p:val>
                                            <p:strVal val="#ppt_w"/>
                                          </p:val>
                                        </p:tav>
                                      </p:tavLst>
                                    </p:anim>
                                    <p:anim calcmode="lin" valueType="num">
                                      <p:cBhvr>
                                        <p:cTn id="13" dur="1000" fill="hold"/>
                                        <p:tgtEl>
                                          <p:spTgt spid="30"/>
                                        </p:tgtEl>
                                        <p:attrNameLst>
                                          <p:attrName>ppt_h</p:attrName>
                                        </p:attrNameLst>
                                      </p:cBhvr>
                                      <p:tavLst>
                                        <p:tav tm="0">
                                          <p:val>
                                            <p:fltVal val="0"/>
                                          </p:val>
                                        </p:tav>
                                        <p:tav tm="100000">
                                          <p:val>
                                            <p:strVal val="#ppt_h"/>
                                          </p:val>
                                        </p:tav>
                                      </p:tavLst>
                                    </p:anim>
                                    <p:animEffect transition="in" filter="fade">
                                      <p:cBhvr>
                                        <p:cTn id="14" dur="1000"/>
                                        <p:tgtEl>
                                          <p:spTgt spid="30"/>
                                        </p:tgtEl>
                                      </p:cBhvr>
                                    </p:animEffect>
                                  </p:childTnLst>
                                </p:cTn>
                              </p:par>
                              <p:par>
                                <p:cTn id="15" presetID="53" presetClass="entr" presetSubtype="16" fill="hold" nodeType="withEffect">
                                  <p:stCondLst>
                                    <p:cond delay="0"/>
                                  </p:stCondLst>
                                  <p:childTnLst>
                                    <p:set>
                                      <p:cBhvr>
                                        <p:cTn id="16" dur="1" fill="hold">
                                          <p:stCondLst>
                                            <p:cond delay="0"/>
                                          </p:stCondLst>
                                        </p:cTn>
                                        <p:tgtEl>
                                          <p:spTgt spid="34"/>
                                        </p:tgtEl>
                                        <p:attrNameLst>
                                          <p:attrName>style.visibility</p:attrName>
                                        </p:attrNameLst>
                                      </p:cBhvr>
                                      <p:to>
                                        <p:strVal val="visible"/>
                                      </p:to>
                                    </p:set>
                                    <p:anim calcmode="lin" valueType="num">
                                      <p:cBhvr>
                                        <p:cTn id="17" dur="500" fill="hold"/>
                                        <p:tgtEl>
                                          <p:spTgt spid="34"/>
                                        </p:tgtEl>
                                        <p:attrNameLst>
                                          <p:attrName>ppt_w</p:attrName>
                                        </p:attrNameLst>
                                      </p:cBhvr>
                                      <p:tavLst>
                                        <p:tav tm="0">
                                          <p:val>
                                            <p:fltVal val="0"/>
                                          </p:val>
                                        </p:tav>
                                        <p:tav tm="100000">
                                          <p:val>
                                            <p:strVal val="#ppt_w"/>
                                          </p:val>
                                        </p:tav>
                                      </p:tavLst>
                                    </p:anim>
                                    <p:anim calcmode="lin" valueType="num">
                                      <p:cBhvr>
                                        <p:cTn id="18" dur="500" fill="hold"/>
                                        <p:tgtEl>
                                          <p:spTgt spid="34"/>
                                        </p:tgtEl>
                                        <p:attrNameLst>
                                          <p:attrName>ppt_h</p:attrName>
                                        </p:attrNameLst>
                                      </p:cBhvr>
                                      <p:tavLst>
                                        <p:tav tm="0">
                                          <p:val>
                                            <p:fltVal val="0"/>
                                          </p:val>
                                        </p:tav>
                                        <p:tav tm="100000">
                                          <p:val>
                                            <p:strVal val="#ppt_h"/>
                                          </p:val>
                                        </p:tav>
                                      </p:tavLst>
                                    </p:anim>
                                    <p:animEffect transition="in" filter="fade">
                                      <p:cBhvr>
                                        <p:cTn id="19"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rot="-5400000" flipH="1">
            <a:off x="11050316" y="5716316"/>
            <a:ext cx="1141685" cy="1141685"/>
          </a:xfrm>
          <a:custGeom>
            <a:avLst/>
            <a:gdLst/>
            <a:ahLst/>
            <a:cxnLst/>
            <a:rect l="l" t="t" r="r" b="b"/>
            <a:pathLst>
              <a:path w="1712527" h="1712527">
                <a:moveTo>
                  <a:pt x="1712527" y="0"/>
                </a:moveTo>
                <a:lnTo>
                  <a:pt x="0" y="0"/>
                </a:lnTo>
                <a:lnTo>
                  <a:pt x="0" y="1712527"/>
                </a:lnTo>
                <a:lnTo>
                  <a:pt x="1712527" y="1712527"/>
                </a:lnTo>
                <a:lnTo>
                  <a:pt x="1712527"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fr-FR"/>
          </a:p>
        </p:txBody>
      </p:sp>
      <p:sp>
        <p:nvSpPr>
          <p:cNvPr id="6" name="Freeform 6"/>
          <p:cNvSpPr/>
          <p:nvPr/>
        </p:nvSpPr>
        <p:spPr>
          <a:xfrm rot="-5400000" flipH="1">
            <a:off x="10734352" y="5343176"/>
            <a:ext cx="1141685" cy="1141685"/>
          </a:xfrm>
          <a:custGeom>
            <a:avLst/>
            <a:gdLst/>
            <a:ahLst/>
            <a:cxnLst/>
            <a:rect l="l" t="t" r="r" b="b"/>
            <a:pathLst>
              <a:path w="1712527" h="1712527">
                <a:moveTo>
                  <a:pt x="1712528" y="0"/>
                </a:moveTo>
                <a:lnTo>
                  <a:pt x="0" y="0"/>
                </a:lnTo>
                <a:lnTo>
                  <a:pt x="0" y="1712527"/>
                </a:lnTo>
                <a:lnTo>
                  <a:pt x="1712528" y="1712527"/>
                </a:lnTo>
                <a:lnTo>
                  <a:pt x="1712528"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fr-FR"/>
          </a:p>
        </p:txBody>
      </p:sp>
      <p:grpSp>
        <p:nvGrpSpPr>
          <p:cNvPr id="7" name="Group 7"/>
          <p:cNvGrpSpPr/>
          <p:nvPr/>
        </p:nvGrpSpPr>
        <p:grpSpPr>
          <a:xfrm>
            <a:off x="1734371" y="2998515"/>
            <a:ext cx="2766318" cy="1857264"/>
            <a:chOff x="0" y="0"/>
            <a:chExt cx="6888894" cy="6831323"/>
          </a:xfrm>
        </p:grpSpPr>
        <p:sp>
          <p:nvSpPr>
            <p:cNvPr id="8" name="Freeform 8"/>
            <p:cNvSpPr/>
            <p:nvPr/>
          </p:nvSpPr>
          <p:spPr>
            <a:xfrm>
              <a:off x="0" y="0"/>
              <a:ext cx="6888893" cy="6831323"/>
            </a:xfrm>
            <a:custGeom>
              <a:avLst/>
              <a:gdLst/>
              <a:ahLst/>
              <a:cxnLst/>
              <a:rect l="l" t="t" r="r" b="b"/>
              <a:pathLst>
                <a:path w="6888893" h="6831323">
                  <a:moveTo>
                    <a:pt x="0" y="0"/>
                  </a:moveTo>
                  <a:lnTo>
                    <a:pt x="0" y="6831323"/>
                  </a:lnTo>
                  <a:lnTo>
                    <a:pt x="6888893" y="6831323"/>
                  </a:lnTo>
                  <a:lnTo>
                    <a:pt x="6888893" y="0"/>
                  </a:lnTo>
                  <a:lnTo>
                    <a:pt x="0" y="0"/>
                  </a:lnTo>
                  <a:close/>
                  <a:moveTo>
                    <a:pt x="6827934" y="6770363"/>
                  </a:moveTo>
                  <a:lnTo>
                    <a:pt x="59690" y="6770363"/>
                  </a:lnTo>
                  <a:lnTo>
                    <a:pt x="59690" y="59690"/>
                  </a:lnTo>
                  <a:lnTo>
                    <a:pt x="6827934" y="59690"/>
                  </a:lnTo>
                  <a:lnTo>
                    <a:pt x="6827934" y="6770363"/>
                  </a:lnTo>
                  <a:close/>
                </a:path>
              </a:pathLst>
            </a:custGeom>
            <a:solidFill>
              <a:srgbClr val="F2BE40"/>
            </a:solidFill>
          </p:spPr>
          <p:txBody>
            <a:bodyPr/>
            <a:lstStyle/>
            <a:p>
              <a:endParaRPr lang="fr-FR"/>
            </a:p>
          </p:txBody>
        </p:sp>
      </p:grpSp>
      <p:grpSp>
        <p:nvGrpSpPr>
          <p:cNvPr id="9" name="Group 9"/>
          <p:cNvGrpSpPr/>
          <p:nvPr/>
        </p:nvGrpSpPr>
        <p:grpSpPr>
          <a:xfrm>
            <a:off x="2437609" y="2318594"/>
            <a:ext cx="1359842" cy="1359842"/>
            <a:chOff x="0" y="0"/>
            <a:chExt cx="6350000" cy="6350000"/>
          </a:xfrm>
        </p:grpSpPr>
        <p:sp>
          <p:nvSpPr>
            <p:cNvPr id="10" name="Freeform 10"/>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3B41C9"/>
            </a:solidFill>
          </p:spPr>
          <p:txBody>
            <a:bodyPr/>
            <a:lstStyle/>
            <a:p>
              <a:endParaRPr lang="fr-FR"/>
            </a:p>
          </p:txBody>
        </p:sp>
      </p:grpSp>
      <p:grpSp>
        <p:nvGrpSpPr>
          <p:cNvPr id="11" name="Group 11"/>
          <p:cNvGrpSpPr/>
          <p:nvPr/>
        </p:nvGrpSpPr>
        <p:grpSpPr>
          <a:xfrm>
            <a:off x="4712841" y="2998515"/>
            <a:ext cx="2766318" cy="1857264"/>
            <a:chOff x="0" y="0"/>
            <a:chExt cx="6888894" cy="6831323"/>
          </a:xfrm>
        </p:grpSpPr>
        <p:sp>
          <p:nvSpPr>
            <p:cNvPr id="12" name="Freeform 12"/>
            <p:cNvSpPr/>
            <p:nvPr/>
          </p:nvSpPr>
          <p:spPr>
            <a:xfrm>
              <a:off x="0" y="0"/>
              <a:ext cx="6888893" cy="6831323"/>
            </a:xfrm>
            <a:custGeom>
              <a:avLst/>
              <a:gdLst/>
              <a:ahLst/>
              <a:cxnLst/>
              <a:rect l="l" t="t" r="r" b="b"/>
              <a:pathLst>
                <a:path w="6888893" h="6831323">
                  <a:moveTo>
                    <a:pt x="0" y="0"/>
                  </a:moveTo>
                  <a:lnTo>
                    <a:pt x="0" y="6831323"/>
                  </a:lnTo>
                  <a:lnTo>
                    <a:pt x="6888893" y="6831323"/>
                  </a:lnTo>
                  <a:lnTo>
                    <a:pt x="6888893" y="0"/>
                  </a:lnTo>
                  <a:lnTo>
                    <a:pt x="0" y="0"/>
                  </a:lnTo>
                  <a:close/>
                  <a:moveTo>
                    <a:pt x="6827934" y="6770363"/>
                  </a:moveTo>
                  <a:lnTo>
                    <a:pt x="59690" y="6770363"/>
                  </a:lnTo>
                  <a:lnTo>
                    <a:pt x="59690" y="59690"/>
                  </a:lnTo>
                  <a:lnTo>
                    <a:pt x="6827934" y="59690"/>
                  </a:lnTo>
                  <a:lnTo>
                    <a:pt x="6827934" y="6770363"/>
                  </a:lnTo>
                  <a:close/>
                </a:path>
              </a:pathLst>
            </a:custGeom>
            <a:solidFill>
              <a:srgbClr val="F2BE40"/>
            </a:solidFill>
          </p:spPr>
          <p:txBody>
            <a:bodyPr/>
            <a:lstStyle/>
            <a:p>
              <a:endParaRPr lang="fr-FR"/>
            </a:p>
          </p:txBody>
        </p:sp>
      </p:grpSp>
      <p:grpSp>
        <p:nvGrpSpPr>
          <p:cNvPr id="13" name="Group 13"/>
          <p:cNvGrpSpPr/>
          <p:nvPr/>
        </p:nvGrpSpPr>
        <p:grpSpPr>
          <a:xfrm>
            <a:off x="5416079" y="2318594"/>
            <a:ext cx="1359842" cy="1359842"/>
            <a:chOff x="0" y="0"/>
            <a:chExt cx="6350000" cy="6350000"/>
          </a:xfrm>
        </p:grpSpPr>
        <p:sp>
          <p:nvSpPr>
            <p:cNvPr id="14" name="Freeform 14"/>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3B41C9"/>
            </a:solidFill>
          </p:spPr>
          <p:txBody>
            <a:bodyPr/>
            <a:lstStyle/>
            <a:p>
              <a:endParaRPr lang="fr-FR"/>
            </a:p>
          </p:txBody>
        </p:sp>
      </p:grpSp>
      <p:sp>
        <p:nvSpPr>
          <p:cNvPr id="15" name="Freeform 15"/>
          <p:cNvSpPr/>
          <p:nvPr/>
        </p:nvSpPr>
        <p:spPr>
          <a:xfrm>
            <a:off x="-1371600" y="-1371600"/>
            <a:ext cx="2743200" cy="27432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fr-FR"/>
          </a:p>
        </p:txBody>
      </p:sp>
      <p:grpSp>
        <p:nvGrpSpPr>
          <p:cNvPr id="16" name="Group 16"/>
          <p:cNvGrpSpPr/>
          <p:nvPr/>
        </p:nvGrpSpPr>
        <p:grpSpPr>
          <a:xfrm>
            <a:off x="7691311" y="2998515"/>
            <a:ext cx="2766318" cy="1857264"/>
            <a:chOff x="0" y="0"/>
            <a:chExt cx="6888894" cy="6831323"/>
          </a:xfrm>
        </p:grpSpPr>
        <p:sp>
          <p:nvSpPr>
            <p:cNvPr id="17" name="Freeform 17"/>
            <p:cNvSpPr/>
            <p:nvPr/>
          </p:nvSpPr>
          <p:spPr>
            <a:xfrm>
              <a:off x="0" y="0"/>
              <a:ext cx="6888893" cy="6831323"/>
            </a:xfrm>
            <a:custGeom>
              <a:avLst/>
              <a:gdLst/>
              <a:ahLst/>
              <a:cxnLst/>
              <a:rect l="l" t="t" r="r" b="b"/>
              <a:pathLst>
                <a:path w="6888893" h="6831323">
                  <a:moveTo>
                    <a:pt x="0" y="0"/>
                  </a:moveTo>
                  <a:lnTo>
                    <a:pt x="0" y="6831323"/>
                  </a:lnTo>
                  <a:lnTo>
                    <a:pt x="6888893" y="6831323"/>
                  </a:lnTo>
                  <a:lnTo>
                    <a:pt x="6888893" y="0"/>
                  </a:lnTo>
                  <a:lnTo>
                    <a:pt x="0" y="0"/>
                  </a:lnTo>
                  <a:close/>
                  <a:moveTo>
                    <a:pt x="6827934" y="6770363"/>
                  </a:moveTo>
                  <a:lnTo>
                    <a:pt x="59690" y="6770363"/>
                  </a:lnTo>
                  <a:lnTo>
                    <a:pt x="59690" y="59690"/>
                  </a:lnTo>
                  <a:lnTo>
                    <a:pt x="6827934" y="59690"/>
                  </a:lnTo>
                  <a:lnTo>
                    <a:pt x="6827934" y="6770363"/>
                  </a:lnTo>
                  <a:close/>
                </a:path>
              </a:pathLst>
            </a:custGeom>
            <a:solidFill>
              <a:srgbClr val="F2BE40"/>
            </a:solidFill>
          </p:spPr>
          <p:txBody>
            <a:bodyPr/>
            <a:lstStyle/>
            <a:p>
              <a:endParaRPr lang="fr-FR"/>
            </a:p>
          </p:txBody>
        </p:sp>
      </p:grpSp>
      <p:grpSp>
        <p:nvGrpSpPr>
          <p:cNvPr id="18" name="Group 18"/>
          <p:cNvGrpSpPr/>
          <p:nvPr/>
        </p:nvGrpSpPr>
        <p:grpSpPr>
          <a:xfrm>
            <a:off x="8394549" y="2318594"/>
            <a:ext cx="1359842" cy="1359842"/>
            <a:chOff x="0" y="0"/>
            <a:chExt cx="6350000" cy="6350000"/>
          </a:xfrm>
        </p:grpSpPr>
        <p:sp>
          <p:nvSpPr>
            <p:cNvPr id="19" name="Freeform 19"/>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3B41C9"/>
            </a:solidFill>
          </p:spPr>
          <p:txBody>
            <a:bodyPr/>
            <a:lstStyle/>
            <a:p>
              <a:endParaRPr lang="fr-FR"/>
            </a:p>
          </p:txBody>
        </p:sp>
      </p:grpSp>
      <p:sp>
        <p:nvSpPr>
          <p:cNvPr id="20" name="Freeform 20"/>
          <p:cNvSpPr/>
          <p:nvPr/>
        </p:nvSpPr>
        <p:spPr>
          <a:xfrm>
            <a:off x="10769073" y="1902823"/>
            <a:ext cx="281243" cy="281243"/>
          </a:xfrm>
          <a:custGeom>
            <a:avLst/>
            <a:gdLst/>
            <a:ahLst/>
            <a:cxnLst/>
            <a:rect l="l" t="t" r="r" b="b"/>
            <a:pathLst>
              <a:path w="421865" h="421865">
                <a:moveTo>
                  <a:pt x="0" y="0"/>
                </a:moveTo>
                <a:lnTo>
                  <a:pt x="421865" y="0"/>
                </a:lnTo>
                <a:lnTo>
                  <a:pt x="421865" y="421865"/>
                </a:lnTo>
                <a:lnTo>
                  <a:pt x="0" y="42186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fr-FR"/>
          </a:p>
        </p:txBody>
      </p:sp>
      <p:sp>
        <p:nvSpPr>
          <p:cNvPr id="21" name="Freeform 21"/>
          <p:cNvSpPr/>
          <p:nvPr/>
        </p:nvSpPr>
        <p:spPr>
          <a:xfrm>
            <a:off x="685801" y="4408619"/>
            <a:ext cx="281243" cy="281243"/>
          </a:xfrm>
          <a:custGeom>
            <a:avLst/>
            <a:gdLst/>
            <a:ahLst/>
            <a:cxnLst/>
            <a:rect l="l" t="t" r="r" b="b"/>
            <a:pathLst>
              <a:path w="421865" h="421865">
                <a:moveTo>
                  <a:pt x="0" y="0"/>
                </a:moveTo>
                <a:lnTo>
                  <a:pt x="421865" y="0"/>
                </a:lnTo>
                <a:lnTo>
                  <a:pt x="421865" y="421865"/>
                </a:lnTo>
                <a:lnTo>
                  <a:pt x="0" y="42186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fr-FR"/>
          </a:p>
        </p:txBody>
      </p:sp>
      <p:sp>
        <p:nvSpPr>
          <p:cNvPr id="25" name="TextBox 25"/>
          <p:cNvSpPr txBox="1"/>
          <p:nvPr/>
        </p:nvSpPr>
        <p:spPr>
          <a:xfrm>
            <a:off x="9991616" y="787582"/>
            <a:ext cx="850557" cy="179536"/>
          </a:xfrm>
          <a:prstGeom prst="rect">
            <a:avLst/>
          </a:prstGeom>
        </p:spPr>
        <p:txBody>
          <a:bodyPr lIns="0" tIns="0" rIns="0" bIns="0" rtlCol="0" anchor="t">
            <a:spAutoFit/>
          </a:bodyPr>
          <a:lstStyle/>
          <a:p>
            <a:pPr defTabSz="609630">
              <a:lnSpc>
                <a:spcPts val="1440"/>
              </a:lnSpc>
            </a:pPr>
            <a:r>
              <a:rPr lang="en-US" sz="1200">
                <a:solidFill>
                  <a:srgbClr val="FFFFFF"/>
                </a:solidFill>
                <a:latin typeface="Montserrat"/>
              </a:rPr>
              <a:t>Search . . .</a:t>
            </a:r>
          </a:p>
        </p:txBody>
      </p:sp>
      <p:sp>
        <p:nvSpPr>
          <p:cNvPr id="26" name="TextBox 26"/>
          <p:cNvSpPr txBox="1"/>
          <p:nvPr/>
        </p:nvSpPr>
        <p:spPr>
          <a:xfrm>
            <a:off x="535904" y="728278"/>
            <a:ext cx="978920" cy="246734"/>
          </a:xfrm>
          <a:prstGeom prst="rect">
            <a:avLst/>
          </a:prstGeom>
        </p:spPr>
        <p:txBody>
          <a:bodyPr lIns="0" tIns="0" rIns="0" bIns="0" rtlCol="0" anchor="t">
            <a:spAutoFit/>
          </a:bodyPr>
          <a:lstStyle/>
          <a:p>
            <a:pPr algn="r" defTabSz="609630">
              <a:lnSpc>
                <a:spcPts val="2147"/>
              </a:lnSpc>
            </a:pPr>
            <a:r>
              <a:rPr lang="en-US" sz="1533" dirty="0">
                <a:solidFill>
                  <a:srgbClr val="3B41C9"/>
                </a:solidFill>
                <a:latin typeface="Montserrat Classic Bold"/>
              </a:rPr>
              <a:t>OPTIRH</a:t>
            </a:r>
          </a:p>
        </p:txBody>
      </p:sp>
      <p:sp>
        <p:nvSpPr>
          <p:cNvPr id="28" name="TextBox 28"/>
          <p:cNvSpPr txBox="1"/>
          <p:nvPr/>
        </p:nvSpPr>
        <p:spPr>
          <a:xfrm>
            <a:off x="1942723" y="684989"/>
            <a:ext cx="8306555" cy="564257"/>
          </a:xfrm>
          <a:prstGeom prst="rect">
            <a:avLst/>
          </a:prstGeom>
        </p:spPr>
        <p:txBody>
          <a:bodyPr wrap="square" lIns="0" tIns="0" rIns="0" bIns="0" rtlCol="0" anchor="t">
            <a:spAutoFit/>
          </a:bodyPr>
          <a:lstStyle/>
          <a:p>
            <a:pPr algn="ctr" defTabSz="609630">
              <a:lnSpc>
                <a:spcPts val="4400"/>
              </a:lnSpc>
            </a:pPr>
            <a:r>
              <a:rPr lang="en-US" sz="4000" dirty="0">
                <a:solidFill>
                  <a:srgbClr val="3B41C9"/>
                </a:solidFill>
                <a:latin typeface="ADLaM Display" panose="02010000000000000000" pitchFamily="2" charset="0"/>
                <a:ea typeface="ADLaM Display" panose="02010000000000000000" pitchFamily="2" charset="0"/>
                <a:cs typeface="ADLaM Display" panose="02010000000000000000" pitchFamily="2" charset="0"/>
              </a:rPr>
              <a:t>Outils de développement</a:t>
            </a:r>
          </a:p>
        </p:txBody>
      </p:sp>
      <p:sp>
        <p:nvSpPr>
          <p:cNvPr id="31" name="TextBox 31"/>
          <p:cNvSpPr txBox="1"/>
          <p:nvPr/>
        </p:nvSpPr>
        <p:spPr>
          <a:xfrm>
            <a:off x="2027023" y="4097960"/>
            <a:ext cx="2181015" cy="283219"/>
          </a:xfrm>
          <a:prstGeom prst="rect">
            <a:avLst/>
          </a:prstGeom>
        </p:spPr>
        <p:txBody>
          <a:bodyPr lIns="0" tIns="0" rIns="0" bIns="0" rtlCol="0" anchor="t">
            <a:spAutoFit/>
          </a:bodyPr>
          <a:lstStyle/>
          <a:p>
            <a:pPr algn="ctr" defTabSz="609630">
              <a:lnSpc>
                <a:spcPts val="2146"/>
              </a:lnSpc>
            </a:pPr>
            <a:r>
              <a:rPr lang="en-US" sz="2400" dirty="0">
                <a:solidFill>
                  <a:srgbClr val="3B41C9"/>
                </a:solidFill>
                <a:latin typeface="ADLaM Display" panose="02010000000000000000" pitchFamily="2" charset="0"/>
                <a:ea typeface="ADLaM Display" panose="02010000000000000000" pitchFamily="2" charset="0"/>
                <a:cs typeface="ADLaM Display" panose="02010000000000000000" pitchFamily="2" charset="0"/>
              </a:rPr>
              <a:t>VSCODE</a:t>
            </a:r>
          </a:p>
        </p:txBody>
      </p:sp>
      <p:sp>
        <p:nvSpPr>
          <p:cNvPr id="32" name="TextBox 32"/>
          <p:cNvSpPr txBox="1"/>
          <p:nvPr/>
        </p:nvSpPr>
        <p:spPr>
          <a:xfrm>
            <a:off x="7983963" y="4097960"/>
            <a:ext cx="2181015" cy="283219"/>
          </a:xfrm>
          <a:prstGeom prst="rect">
            <a:avLst/>
          </a:prstGeom>
        </p:spPr>
        <p:txBody>
          <a:bodyPr lIns="0" tIns="0" rIns="0" bIns="0" rtlCol="0" anchor="t">
            <a:spAutoFit/>
          </a:bodyPr>
          <a:lstStyle/>
          <a:p>
            <a:pPr algn="ctr" defTabSz="609630">
              <a:lnSpc>
                <a:spcPts val="2146"/>
              </a:lnSpc>
            </a:pPr>
            <a:r>
              <a:rPr lang="en-US" sz="2400" dirty="0">
                <a:solidFill>
                  <a:srgbClr val="3B41C9"/>
                </a:solidFill>
                <a:latin typeface="ADLaM Display" panose="02010000000000000000" pitchFamily="2" charset="0"/>
                <a:ea typeface="ADLaM Display" panose="02010000000000000000" pitchFamily="2" charset="0"/>
                <a:cs typeface="ADLaM Display" panose="02010000000000000000" pitchFamily="2" charset="0"/>
              </a:rPr>
              <a:t>POSTGRESQL</a:t>
            </a:r>
          </a:p>
        </p:txBody>
      </p:sp>
      <p:sp>
        <p:nvSpPr>
          <p:cNvPr id="33" name="TextBox 33"/>
          <p:cNvSpPr txBox="1"/>
          <p:nvPr/>
        </p:nvSpPr>
        <p:spPr>
          <a:xfrm>
            <a:off x="5005492" y="4094128"/>
            <a:ext cx="2181015" cy="283219"/>
          </a:xfrm>
          <a:prstGeom prst="rect">
            <a:avLst/>
          </a:prstGeom>
        </p:spPr>
        <p:txBody>
          <a:bodyPr lIns="0" tIns="0" rIns="0" bIns="0" rtlCol="0" anchor="t">
            <a:spAutoFit/>
          </a:bodyPr>
          <a:lstStyle/>
          <a:p>
            <a:pPr algn="ctr" defTabSz="609630">
              <a:lnSpc>
                <a:spcPts val="2146"/>
              </a:lnSpc>
            </a:pPr>
            <a:r>
              <a:rPr lang="en-US" sz="2400" dirty="0">
                <a:solidFill>
                  <a:srgbClr val="3B41C9"/>
                </a:solidFill>
                <a:latin typeface="ADLaM Display" panose="02010000000000000000" pitchFamily="2" charset="0"/>
                <a:ea typeface="ADLaM Display" panose="02010000000000000000" pitchFamily="2" charset="0"/>
                <a:cs typeface="ADLaM Display" panose="02010000000000000000" pitchFamily="2" charset="0"/>
              </a:rPr>
              <a:t>GIT</a:t>
            </a:r>
          </a:p>
        </p:txBody>
      </p:sp>
      <p:sp>
        <p:nvSpPr>
          <p:cNvPr id="35" name="Freeform 35"/>
          <p:cNvSpPr/>
          <p:nvPr/>
        </p:nvSpPr>
        <p:spPr>
          <a:xfrm>
            <a:off x="1103848" y="6016533"/>
            <a:ext cx="311335" cy="311335"/>
          </a:xfrm>
          <a:custGeom>
            <a:avLst/>
            <a:gdLst/>
            <a:ahLst/>
            <a:cxnLst/>
            <a:rect l="l" t="t" r="r" b="b"/>
            <a:pathLst>
              <a:path w="467003" h="467003">
                <a:moveTo>
                  <a:pt x="0" y="0"/>
                </a:moveTo>
                <a:lnTo>
                  <a:pt x="467002" y="0"/>
                </a:lnTo>
                <a:lnTo>
                  <a:pt x="467002" y="467002"/>
                </a:lnTo>
                <a:lnTo>
                  <a:pt x="0" y="46700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fr-FR"/>
          </a:p>
        </p:txBody>
      </p:sp>
      <p:sp>
        <p:nvSpPr>
          <p:cNvPr id="36" name="Freeform 36"/>
          <p:cNvSpPr/>
          <p:nvPr/>
        </p:nvSpPr>
        <p:spPr>
          <a:xfrm>
            <a:off x="685801" y="6016533"/>
            <a:ext cx="311335" cy="311335"/>
          </a:xfrm>
          <a:custGeom>
            <a:avLst/>
            <a:gdLst/>
            <a:ahLst/>
            <a:cxnLst/>
            <a:rect l="l" t="t" r="r" b="b"/>
            <a:pathLst>
              <a:path w="467003" h="467003">
                <a:moveTo>
                  <a:pt x="0" y="0"/>
                </a:moveTo>
                <a:lnTo>
                  <a:pt x="467003" y="0"/>
                </a:lnTo>
                <a:lnTo>
                  <a:pt x="467003" y="467002"/>
                </a:lnTo>
                <a:lnTo>
                  <a:pt x="0" y="46700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fr-FR"/>
          </a:p>
        </p:txBody>
      </p:sp>
      <p:sp>
        <p:nvSpPr>
          <p:cNvPr id="37" name="Freeform 37"/>
          <p:cNvSpPr/>
          <p:nvPr/>
        </p:nvSpPr>
        <p:spPr>
          <a:xfrm>
            <a:off x="1224028" y="6105234"/>
            <a:ext cx="81364" cy="133933"/>
          </a:xfrm>
          <a:custGeom>
            <a:avLst/>
            <a:gdLst/>
            <a:ahLst/>
            <a:cxnLst/>
            <a:rect l="l" t="t" r="r" b="b"/>
            <a:pathLst>
              <a:path w="122046" h="200900">
                <a:moveTo>
                  <a:pt x="0" y="0"/>
                </a:moveTo>
                <a:lnTo>
                  <a:pt x="122047" y="0"/>
                </a:lnTo>
                <a:lnTo>
                  <a:pt x="122047" y="200900"/>
                </a:lnTo>
                <a:lnTo>
                  <a:pt x="0" y="20090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fr-FR"/>
          </a:p>
        </p:txBody>
      </p:sp>
      <p:sp>
        <p:nvSpPr>
          <p:cNvPr id="38" name="Freeform 38"/>
          <p:cNvSpPr/>
          <p:nvPr/>
        </p:nvSpPr>
        <p:spPr>
          <a:xfrm rot="-10800000">
            <a:off x="800785" y="6105234"/>
            <a:ext cx="81364" cy="133933"/>
          </a:xfrm>
          <a:custGeom>
            <a:avLst/>
            <a:gdLst/>
            <a:ahLst/>
            <a:cxnLst/>
            <a:rect l="l" t="t" r="r" b="b"/>
            <a:pathLst>
              <a:path w="122046" h="200900">
                <a:moveTo>
                  <a:pt x="0" y="0"/>
                </a:moveTo>
                <a:lnTo>
                  <a:pt x="122047" y="0"/>
                </a:lnTo>
                <a:lnTo>
                  <a:pt x="122047" y="200900"/>
                </a:lnTo>
                <a:lnTo>
                  <a:pt x="0" y="20090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fr-FR"/>
          </a:p>
        </p:txBody>
      </p:sp>
      <p:pic>
        <p:nvPicPr>
          <p:cNvPr id="29" name="Image 28" descr="Vscode - Visual Studio Logo Png, Transparent Png , Transparent Png Image -  PNGitem">
            <a:extLst>
              <a:ext uri="{FF2B5EF4-FFF2-40B4-BE49-F238E27FC236}">
                <a16:creationId xmlns:a16="http://schemas.microsoft.com/office/drawing/2014/main" id="{723813EF-06C7-4832-A81A-0F566AA32876}"/>
              </a:ext>
            </a:extLst>
          </p:cNvPr>
          <p:cNvPicPr>
            <a:picLocks noChangeAspect="1"/>
          </p:cNvPicPr>
          <p:nvPr/>
        </p:nvPicPr>
        <p:blipFill>
          <a:blip r:embed="rId15" cstate="print">
            <a:extLst>
              <a:ext uri="{BEBA8EAE-BF5A-486C-A8C5-ECC9F3942E4B}">
                <a14:imgProps xmlns:a14="http://schemas.microsoft.com/office/drawing/2010/main">
                  <a14:imgLayer r:embed="rId16">
                    <a14:imgEffect>
                      <a14:backgroundRemoval t="8222" b="90778" l="8140" r="93953">
                        <a14:foregroundMark x1="42442" y1="24667" x2="42442" y2="24667"/>
                        <a14:foregroundMark x1="42442" y1="24667" x2="59419" y2="21778"/>
                        <a14:foregroundMark x1="59419" y1="21778" x2="75581" y2="23333"/>
                        <a14:foregroundMark x1="63256" y1="75556" x2="63256" y2="75556"/>
                        <a14:foregroundMark x1="63256" y1="75556" x2="63256" y2="75556"/>
                        <a14:foregroundMark x1="51860" y1="14222" x2="15349" y2="42333"/>
                        <a14:foregroundMark x1="41279" y1="21000" x2="20116" y2="31667"/>
                        <a14:foregroundMark x1="20116" y1="31667" x2="8140" y2="44111"/>
                        <a14:foregroundMark x1="8140" y1="44111" x2="8140" y2="44333"/>
                        <a14:foregroundMark x1="62326" y1="62000" x2="62326" y2="62000"/>
                        <a14:foregroundMark x1="52326" y1="90778" x2="52326" y2="90778"/>
                        <a14:foregroundMark x1="69767" y1="69222" x2="69302" y2="29222"/>
                        <a14:foregroundMark x1="66977" y1="29778" x2="40116" y2="46333"/>
                        <a14:foregroundMark x1="74186" y1="29222" x2="73023" y2="62667"/>
                        <a14:foregroundMark x1="73023" y1="62667" x2="73023" y2="62667"/>
                        <a14:foregroundMark x1="75930" y1="64778" x2="68256" y2="67778"/>
                        <a14:foregroundMark x1="68256" y1="67778" x2="57093" y2="59556"/>
                        <a14:foregroundMark x1="57093" y1="59556" x2="54884" y2="56000"/>
                        <a14:foregroundMark x1="56395" y1="42000" x2="41279" y2="49222"/>
                        <a14:foregroundMark x1="56860" y1="55444" x2="56860" y2="55444"/>
                        <a14:foregroundMark x1="56047" y1="61000" x2="56047" y2="61000"/>
                        <a14:foregroundMark x1="77558" y1="69778" x2="77558" y2="69778"/>
                        <a14:foregroundMark x1="67791" y1="70000" x2="67791" y2="70000"/>
                        <a14:foregroundMark x1="65000" y1="71333" x2="65000" y2="71333"/>
                        <a14:foregroundMark x1="60000" y1="64667" x2="60000" y2="64667"/>
                        <a14:foregroundMark x1="50814" y1="55889" x2="50814" y2="55889"/>
                        <a14:foregroundMark x1="44651" y1="53222" x2="44651" y2="53222"/>
                        <a14:foregroundMark x1="39535" y1="51222" x2="39535" y2="51222"/>
                        <a14:foregroundMark x1="40349" y1="53667" x2="40349" y2="53667"/>
                        <a14:foregroundMark x1="43837" y1="52667" x2="43837" y2="52667"/>
                        <a14:foregroundMark x1="48140" y1="54333" x2="48140" y2="54333"/>
                        <a14:foregroundMark x1="48605" y1="49333" x2="48605" y2="49333"/>
                        <a14:foregroundMark x1="34651" y1="40667" x2="34651" y2="40667"/>
                        <a14:foregroundMark x1="35349" y1="43111" x2="35349" y2="43111"/>
                        <a14:foregroundMark x1="30349" y1="39222" x2="30349" y2="39222"/>
                        <a14:foregroundMark x1="27674" y1="41111" x2="27674" y2="41111"/>
                        <a14:foregroundMark x1="30349" y1="47444" x2="30349" y2="47444"/>
                        <a14:foregroundMark x1="35698" y1="55667" x2="35698" y2="55667"/>
                        <a14:foregroundMark x1="37442" y1="48222" x2="37442" y2="48222"/>
                        <a14:foregroundMark x1="39186" y1="49333" x2="39186" y2="49333"/>
                        <a14:foregroundMark x1="39186" y1="44000" x2="39186" y2="44000"/>
                        <a14:foregroundMark x1="35581" y1="54444" x2="35581" y2="54444"/>
                        <a14:foregroundMark x1="30814" y1="55111" x2="30814" y2="55111"/>
                        <a14:foregroundMark x1="27558" y1="61000" x2="27558" y2="61000"/>
                        <a14:foregroundMark x1="33256" y1="58667" x2="33256" y2="58667"/>
                        <a14:foregroundMark x1="39070" y1="53889" x2="39070" y2="53889"/>
                        <a14:foregroundMark x1="41977" y1="48444" x2="30000" y2="56556"/>
                        <a14:foregroundMark x1="42558" y1="45667" x2="32093" y2="41111"/>
                        <a14:foregroundMark x1="32093" y1="41111" x2="24651" y2="45000"/>
                        <a14:foregroundMark x1="24651" y1="45000" x2="25000" y2="56667"/>
                        <a14:foregroundMark x1="53372" y1="8333" x2="53372" y2="8333"/>
                        <a14:foregroundMark x1="93953" y1="50000" x2="93953" y2="50000"/>
                      </a14:backgroundRemoval>
                    </a14:imgEffect>
                  </a14:imgLayer>
                </a14:imgProps>
              </a:ext>
              <a:ext uri="{28A0092B-C50C-407E-A947-70E740481C1C}">
                <a14:useLocalDpi xmlns:a14="http://schemas.microsoft.com/office/drawing/2010/main" val="0"/>
              </a:ext>
            </a:extLst>
          </a:blip>
          <a:srcRect/>
          <a:stretch>
            <a:fillRect/>
          </a:stretch>
        </p:blipFill>
        <p:spPr bwMode="auto">
          <a:xfrm>
            <a:off x="2501063" y="2348691"/>
            <a:ext cx="1239095" cy="1296734"/>
          </a:xfrm>
          <a:prstGeom prst="rect">
            <a:avLst/>
          </a:prstGeom>
          <a:noFill/>
          <a:ln>
            <a:noFill/>
          </a:ln>
        </p:spPr>
      </p:pic>
      <p:pic>
        <p:nvPicPr>
          <p:cNvPr id="30" name="Image 29" descr="Une image contenant symbole, conception&#10;&#10;Description générée automatiquement">
            <a:extLst>
              <a:ext uri="{FF2B5EF4-FFF2-40B4-BE49-F238E27FC236}">
                <a16:creationId xmlns:a16="http://schemas.microsoft.com/office/drawing/2014/main" id="{9DC89EC6-005C-40FA-AD4C-310049E53D21}"/>
              </a:ext>
            </a:extLst>
          </p:cNvPr>
          <p:cNvPicPr>
            <a:picLocks noChangeAspect="1"/>
          </p:cNvPicPr>
          <p:nvPr/>
        </p:nvPicPr>
        <p:blipFill>
          <a:blip r:embed="rId17">
            <a:extLst>
              <a:ext uri="{BEBA8EAE-BF5A-486C-A8C5-ECC9F3942E4B}">
                <a14:imgProps xmlns:a14="http://schemas.microsoft.com/office/drawing/2010/main">
                  <a14:imgLayer r:embed="rId18">
                    <a14:imgEffect>
                      <a14:backgroundRemoval t="1563" b="95313" l="2451" r="98039">
                        <a14:foregroundMark x1="44608" y1="24479" x2="44608" y2="24479"/>
                        <a14:foregroundMark x1="45098" y1="24479" x2="45098" y2="24479"/>
                        <a14:foregroundMark x1="48039" y1="28646" x2="73039" y2="70313"/>
                        <a14:foregroundMark x1="33199" y1="13175" x2="29680" y2="17209"/>
                        <a14:foregroundMark x1="6916" y1="59369" x2="3431" y2="52083"/>
                        <a14:foregroundMark x1="44158" y1="15613" x2="73529" y2="48958"/>
                        <a14:foregroundMark x1="40957" y1="11979" x2="42595" y2="13838"/>
                        <a14:foregroundMark x1="39122" y1="9896" x2="40957" y2="11979"/>
                        <a14:foregroundMark x1="38204" y1="8854" x2="39122" y2="9896"/>
                        <a14:foregroundMark x1="37745" y1="8333" x2="38204" y2="8854"/>
                        <a14:foregroundMark x1="73529" y1="48958" x2="74020" y2="48958"/>
                        <a14:foregroundMark x1="53431" y1="51563" x2="53431" y2="51563"/>
                        <a14:foregroundMark x1="53431" y1="51563" x2="51961" y2="70313"/>
                        <a14:foregroundMark x1="55392" y1="69271" x2="55882" y2="71354"/>
                        <a14:foregroundMark x1="52451" y1="74479" x2="52451" y2="74479"/>
                        <a14:foregroundMark x1="71569" y1="49479" x2="71569" y2="49479"/>
                        <a14:foregroundMark x1="42157" y1="20833" x2="42157" y2="20833"/>
                        <a14:foregroundMark x1="40196" y1="19271" x2="40196" y2="19271"/>
                        <a14:foregroundMark x1="36275" y1="9896" x2="36275" y2="9896"/>
                        <a14:foregroundMark x1="37255" y1="9896" x2="36275" y2="9896"/>
                        <a14:foregroundMark x1="36275" y1="9896" x2="34316" y2="10491"/>
                        <a14:foregroundMark x1="52451" y1="41146" x2="51961" y2="59896"/>
                        <a14:foregroundMark x1="52451" y1="69271" x2="51471" y2="71875"/>
                        <a14:foregroundMark x1="67647" y1="51563" x2="67647" y2="51563"/>
                        <a14:foregroundMark x1="21078" y1="71354" x2="21078" y2="71354"/>
                        <a14:foregroundMark x1="20098" y1="71354" x2="20098" y2="71354"/>
                        <a14:foregroundMark x1="19608" y1="69792" x2="19608" y2="69792"/>
                        <a14:foregroundMark x1="19118" y1="69271" x2="19118" y2="69271"/>
                        <a14:foregroundMark x1="18137" y1="68229" x2="18137" y2="68229"/>
                        <a14:foregroundMark x1="18137" y1="68229" x2="19118" y2="70313"/>
                        <a14:foregroundMark x1="19118" y1="70313" x2="19608" y2="71354"/>
                        <a14:foregroundMark x1="50980" y1="91146" x2="50980" y2="91146"/>
                        <a14:foregroundMark x1="51471" y1="96354" x2="51471" y2="96354"/>
                        <a14:foregroundMark x1="93137" y1="51042" x2="93137" y2="51042"/>
                        <a14:foregroundMark x1="49020" y1="72917" x2="49020" y2="72917"/>
                        <a14:foregroundMark x1="98039" y1="49479" x2="98039" y2="49479"/>
                        <a14:foregroundMark x1="20098" y1="30729" x2="21078" y2="35938"/>
                        <a14:foregroundMark x1="21078" y1="29688" x2="17157" y2="31771"/>
                        <a14:foregroundMark x1="47549" y1="2604" x2="52941" y2="1563"/>
                        <a14:foregroundMark x1="24020" y1="74479" x2="9314" y2="58854"/>
                        <a14:foregroundMark x1="12745" y1="63021" x2="9314" y2="59375"/>
                        <a14:foregroundMark x1="12745" y1="63542" x2="9314" y2="58854"/>
                        <a14:foregroundMark x1="10294" y1="63021" x2="8824" y2="59896"/>
                        <a14:foregroundMark x1="11275" y1="62500" x2="8824" y2="59375"/>
                        <a14:foregroundMark x1="11275" y1="61979" x2="8333" y2="58333"/>
                        <a14:foregroundMark x1="9804" y1="61458" x2="7843" y2="58854"/>
                        <a14:foregroundMark x1="10294" y1="61979" x2="8333" y2="57813"/>
                        <a14:foregroundMark x1="8824" y1="60938" x2="8824" y2="60938"/>
                        <a14:foregroundMark x1="8824" y1="60938" x2="8824" y2="60938"/>
                        <a14:foregroundMark x1="8333" y1="58854" x2="8333" y2="58854"/>
                        <a14:foregroundMark x1="7843" y1="60417" x2="7843" y2="60417"/>
                        <a14:foregroundMark x1="9314" y1="60938" x2="9314" y2="60938"/>
                        <a14:foregroundMark x1="9314" y1="60938" x2="9314" y2="60938"/>
                        <a14:foregroundMark x1="9314" y1="61458" x2="9314" y2="61458"/>
                        <a14:foregroundMark x1="9314" y1="61458" x2="9314" y2="61458"/>
                        <a14:foregroundMark x1="9314" y1="61458" x2="9314" y2="61458"/>
                        <a14:foregroundMark x1="9314" y1="61458" x2="9314" y2="61458"/>
                        <a14:foregroundMark x1="8824" y1="60417" x2="8824" y2="60417"/>
                        <a14:foregroundMark x1="8824" y1="59896" x2="8824" y2="59896"/>
                        <a14:foregroundMark x1="8824" y1="59896" x2="8824" y2="59896"/>
                        <a14:backgroundMark x1="18137" y1="7292" x2="18137" y2="7292"/>
                        <a14:backgroundMark x1="23039" y1="11458" x2="23529" y2="11979"/>
                        <a14:backgroundMark x1="17157" y1="15625" x2="17157" y2="15625"/>
                        <a14:backgroundMark x1="17157" y1="15625" x2="17157" y2="15625"/>
                        <a14:backgroundMark x1="17157" y1="15625" x2="17157" y2="15625"/>
                        <a14:backgroundMark x1="29902" y1="11979" x2="29902" y2="11979"/>
                        <a14:backgroundMark x1="32353" y1="10417" x2="31863" y2="9375"/>
                        <a14:backgroundMark x1="33824" y1="9896" x2="33824" y2="9896"/>
                        <a14:backgroundMark x1="33333" y1="8854" x2="33333" y2="8854"/>
                        <a14:backgroundMark x1="32843" y1="9896" x2="31863" y2="12500"/>
                        <a14:backgroundMark x1="33333" y1="8854" x2="33333" y2="8854"/>
                        <a14:backgroundMark x1="33333" y1="8854" x2="33333" y2="8854"/>
                        <a14:backgroundMark x1="38725" y1="6771" x2="38725" y2="6771"/>
                        <a14:backgroundMark x1="12255" y1="15104" x2="12255" y2="15104"/>
                        <a14:backgroundMark x1="12255" y1="15104" x2="12255" y2="15104"/>
                        <a14:backgroundMark x1="10888" y1="24397" x2="9804" y2="31771"/>
                        <a14:backgroundMark x1="12255" y1="15104" x2="11464" y2="20481"/>
                        <a14:backgroundMark x1="8333" y1="24479" x2="7353" y2="5729"/>
                        <a14:backgroundMark x1="15686" y1="10417" x2="18725" y2="26919"/>
                        <a14:backgroundMark x1="20098" y1="1563" x2="25980" y2="14063"/>
                        <a14:backgroundMark x1="21569" y1="3646" x2="21569" y2="3646"/>
                        <a14:backgroundMark x1="18627" y1="7813" x2="9314" y2="0"/>
                        <a14:backgroundMark x1="8412" y1="76869" x2="11275" y2="88021"/>
                        <a14:backgroundMark x1="8272" y1="61458" x2="9094" y2="62134"/>
                        <a14:backgroundMark x1="7640" y1="60938" x2="8272" y2="61458"/>
                        <a14:backgroundMark x1="7007" y1="60417" x2="7640" y2="60938"/>
                        <a14:backgroundMark x1="6373" y1="59896" x2="7007" y2="60417"/>
                      </a14:backgroundRemoval>
                    </a14:imgEffect>
                  </a14:imgLayer>
                </a14:imgProps>
              </a:ext>
              <a:ext uri="{28A0092B-C50C-407E-A947-70E740481C1C}">
                <a14:useLocalDpi xmlns:a14="http://schemas.microsoft.com/office/drawing/2010/main" val="0"/>
              </a:ext>
            </a:extLst>
          </a:blip>
          <a:stretch>
            <a:fillRect/>
          </a:stretch>
        </p:blipFill>
        <p:spPr>
          <a:xfrm>
            <a:off x="5519572" y="2459794"/>
            <a:ext cx="1141685" cy="1074527"/>
          </a:xfrm>
          <a:prstGeom prst="rect">
            <a:avLst/>
          </a:prstGeom>
        </p:spPr>
      </p:pic>
      <p:pic>
        <p:nvPicPr>
          <p:cNvPr id="34" name="Image 33" descr="Une image contenant clipart, croquis, Graphique, dessin&#10;&#10;Description générée automatiquement">
            <a:extLst>
              <a:ext uri="{FF2B5EF4-FFF2-40B4-BE49-F238E27FC236}">
                <a16:creationId xmlns:a16="http://schemas.microsoft.com/office/drawing/2014/main" id="{1620B24A-2360-4FB4-9C22-3A79E41BF90A}"/>
              </a:ext>
            </a:extLst>
          </p:cNvPr>
          <p:cNvPicPr>
            <a:picLocks noChangeAspect="1"/>
          </p:cNvPicPr>
          <p:nvPr/>
        </p:nvPicPr>
        <p:blipFill>
          <a:blip r:embed="rId19">
            <a:extLst>
              <a:ext uri="{BEBA8EAE-BF5A-486C-A8C5-ECC9F3942E4B}">
                <a14:imgProps xmlns:a14="http://schemas.microsoft.com/office/drawing/2010/main">
                  <a14:imgLayer r:embed="rId20">
                    <a14:imgEffect>
                      <a14:backgroundRemoval t="2193" b="99123" l="452" r="98643">
                        <a14:foregroundMark x1="50679" y1="43421" x2="32579" y2="33772"/>
                        <a14:foregroundMark x1="19457" y1="13158" x2="12670" y2="48246"/>
                        <a14:foregroundMark x1="12670" y1="48246" x2="14932" y2="60965"/>
                        <a14:foregroundMark x1="35747" y1="16228" x2="35747" y2="16228"/>
                        <a14:foregroundMark x1="38914" y1="28509" x2="38914" y2="28509"/>
                        <a14:foregroundMark x1="39367" y1="28509" x2="39367" y2="28509"/>
                        <a14:foregroundMark x1="39367" y1="28509" x2="39367" y2="28509"/>
                        <a14:foregroundMark x1="42986" y1="28509" x2="42986" y2="28509"/>
                        <a14:foregroundMark x1="45701" y1="29386" x2="45701" y2="29386"/>
                        <a14:foregroundMark x1="48416" y1="32018" x2="48416" y2="32018"/>
                        <a14:foregroundMark x1="74661" y1="16228" x2="85520" y2="53070"/>
                        <a14:foregroundMark x1="85520" y1="53070" x2="82805" y2="57456"/>
                        <a14:foregroundMark x1="88235" y1="65351" x2="88235" y2="65351"/>
                        <a14:foregroundMark x1="88235" y1="65351" x2="88235" y2="65351"/>
                        <a14:foregroundMark x1="64706" y1="91228" x2="64706" y2="91228"/>
                        <a14:foregroundMark x1="55204" y1="95175" x2="55204" y2="95175"/>
                        <a14:foregroundMark x1="11765" y1="9211" x2="9955" y2="37281"/>
                        <a14:foregroundMark x1="9955" y1="37281" x2="17195" y2="60526"/>
                        <a14:foregroundMark x1="17195" y1="60526" x2="41176" y2="61842"/>
                        <a14:foregroundMark x1="32127" y1="20614" x2="29864" y2="50439"/>
                        <a14:foregroundMark x1="47511" y1="46053" x2="38009" y2="68860"/>
                        <a14:foregroundMark x1="38009" y1="68860" x2="36199" y2="69737"/>
                        <a14:foregroundMark x1="48869" y1="67982" x2="51584" y2="90351"/>
                        <a14:foregroundMark x1="51584" y1="90351" x2="57014" y2="95175"/>
                        <a14:foregroundMark x1="90498" y1="17105" x2="90498" y2="17105"/>
                        <a14:foregroundMark x1="60181" y1="4825" x2="60181" y2="4825"/>
                        <a14:foregroundMark x1="58371" y1="5702" x2="58371" y2="5702"/>
                        <a14:foregroundMark x1="58371" y1="5702" x2="58371" y2="5702"/>
                        <a14:foregroundMark x1="63801" y1="10965" x2="63801" y2="10965"/>
                        <a14:foregroundMark x1="69231" y1="10088" x2="69231" y2="10088"/>
                        <a14:foregroundMark x1="69231" y1="10088" x2="69231" y2="10088"/>
                        <a14:foregroundMark x1="68326" y1="9649" x2="68326" y2="9649"/>
                        <a14:foregroundMark x1="68326" y1="9649" x2="68326" y2="9649"/>
                        <a14:foregroundMark x1="60181" y1="6140" x2="60181" y2="6140"/>
                        <a14:foregroundMark x1="62443" y1="5702" x2="62443" y2="5702"/>
                        <a14:foregroundMark x1="63348" y1="5702" x2="63348" y2="5702"/>
                        <a14:foregroundMark x1="43891" y1="6579" x2="43891" y2="6579"/>
                        <a14:foregroundMark x1="43891" y1="6579" x2="43891" y2="6579"/>
                        <a14:foregroundMark x1="47964" y1="4386" x2="47964" y2="4386"/>
                        <a14:foregroundMark x1="50679" y1="4386" x2="50679" y2="4386"/>
                        <a14:foregroundMark x1="52036" y1="4386" x2="52036" y2="4386"/>
                        <a14:foregroundMark x1="44796" y1="6579" x2="44796" y2="6579"/>
                        <a14:foregroundMark x1="42534" y1="7895" x2="42534" y2="7895"/>
                        <a14:foregroundMark x1="42534" y1="7895" x2="42534" y2="7895"/>
                        <a14:foregroundMark x1="35294" y1="13596" x2="35294" y2="13596"/>
                        <a14:foregroundMark x1="35294" y1="13596" x2="35294" y2="13596"/>
                        <a14:foregroundMark x1="36652" y1="7018" x2="36652" y2="7018"/>
                        <a14:foregroundMark x1="28959" y1="6579" x2="28959" y2="6579"/>
                        <a14:foregroundMark x1="28959" y1="6579" x2="28959" y2="6579"/>
                        <a14:foregroundMark x1="23982" y1="5702" x2="23982" y2="5702"/>
                        <a14:foregroundMark x1="23077" y1="5263" x2="23077" y2="5263"/>
                        <a14:foregroundMark x1="21267" y1="5263" x2="21267" y2="5263"/>
                        <a14:foregroundMark x1="16742" y1="5702" x2="16742" y2="5702"/>
                        <a14:foregroundMark x1="12670" y1="6579" x2="12670" y2="6579"/>
                        <a14:foregroundMark x1="12217" y1="6579" x2="12217" y2="6579"/>
                        <a14:foregroundMark x1="8597" y1="9649" x2="8597" y2="9649"/>
                        <a14:foregroundMark x1="6787" y1="13596" x2="6787" y2="13596"/>
                        <a14:foregroundMark x1="5430" y1="19737" x2="5430" y2="19737"/>
                        <a14:foregroundMark x1="4977" y1="21930" x2="4977" y2="21930"/>
                        <a14:foregroundMark x1="4977" y1="24123" x2="4977" y2="24123"/>
                        <a14:foregroundMark x1="4977" y1="27632" x2="4977" y2="27632"/>
                        <a14:foregroundMark x1="4977" y1="29386" x2="7692" y2="39035"/>
                        <a14:foregroundMark x1="7692" y1="40789" x2="7692" y2="40789"/>
                        <a14:foregroundMark x1="8597" y1="44298" x2="8597" y2="44298"/>
                        <a14:foregroundMark x1="8597" y1="46491" x2="9955" y2="50439"/>
                        <a14:foregroundMark x1="10407" y1="52193" x2="10407" y2="52193"/>
                        <a14:foregroundMark x1="10407" y1="52193" x2="10407" y2="52193"/>
                        <a14:foregroundMark x1="12217" y1="57456" x2="12217" y2="57456"/>
                        <a14:foregroundMark x1="13575" y1="61842" x2="13575" y2="61842"/>
                        <a14:foregroundMark x1="15385" y1="64912" x2="15385" y2="64912"/>
                        <a14:foregroundMark x1="18100" y1="66667" x2="18100" y2="66667"/>
                        <a14:foregroundMark x1="21267" y1="67105" x2="21267" y2="67105"/>
                        <a14:foregroundMark x1="23077" y1="67105" x2="23077" y2="67105"/>
                        <a14:foregroundMark x1="25792" y1="67544" x2="25792" y2="67544"/>
                        <a14:foregroundMark x1="29412" y1="67544" x2="29412" y2="67544"/>
                        <a14:foregroundMark x1="31222" y1="66667" x2="31222" y2="66667"/>
                        <a14:foregroundMark x1="46606" y1="30702" x2="46606" y2="30702"/>
                        <a14:foregroundMark x1="44796" y1="32018" x2="44796" y2="32018"/>
                        <a14:foregroundMark x1="43439" y1="32895" x2="43439" y2="32895"/>
                        <a14:foregroundMark x1="44796" y1="32895" x2="44796" y2="32895"/>
                        <a14:foregroundMark x1="82805" y1="29386" x2="82805" y2="29386"/>
                        <a14:foregroundMark x1="77828" y1="29386" x2="77828" y2="29386"/>
                        <a14:foregroundMark x1="77828" y1="29386" x2="77828" y2="29386"/>
                        <a14:foregroundMark x1="74208" y1="30702" x2="74208" y2="30702"/>
                        <a14:foregroundMark x1="70136" y1="34211" x2="70136" y2="34211"/>
                        <a14:foregroundMark x1="69231" y1="35526" x2="68326" y2="40789"/>
                        <a14:foregroundMark x1="68778" y1="42982" x2="68778" y2="42982"/>
                        <a14:foregroundMark x1="69683" y1="43860" x2="69683" y2="43860"/>
                        <a14:foregroundMark x1="73756" y1="47368" x2="73756" y2="47368"/>
                        <a14:foregroundMark x1="75566" y1="49123" x2="75566" y2="49123"/>
                        <a14:foregroundMark x1="76471" y1="51316" x2="76471" y2="51316"/>
                        <a14:foregroundMark x1="76471" y1="51316" x2="76471" y2="51316"/>
                        <a14:foregroundMark x1="78281" y1="51316" x2="78281" y2="51316"/>
                        <a14:foregroundMark x1="79186" y1="51316" x2="79186" y2="51316"/>
                        <a14:foregroundMark x1="80090" y1="49123" x2="80090" y2="49123"/>
                        <a14:foregroundMark x1="80090" y1="49561" x2="80090" y2="49561"/>
                        <a14:foregroundMark x1="80090" y1="61404" x2="80090" y2="61404"/>
                        <a14:foregroundMark x1="80543" y1="60088" x2="80543" y2="60088"/>
                        <a14:foregroundMark x1="82805" y1="53947" x2="82805" y2="53947"/>
                        <a14:foregroundMark x1="89140" y1="42544" x2="89140" y2="42544"/>
                        <a14:foregroundMark x1="89593" y1="39035" x2="89593" y2="39035"/>
                        <a14:foregroundMark x1="91855" y1="25439" x2="91855" y2="25439"/>
                        <a14:foregroundMark x1="91855" y1="18421" x2="91855" y2="18421"/>
                        <a14:foregroundMark x1="91855" y1="14474" x2="91855" y2="14474"/>
                        <a14:foregroundMark x1="92308" y1="12719" x2="92308" y2="12719"/>
                        <a14:foregroundMark x1="93213" y1="16228" x2="93213" y2="16228"/>
                        <a14:foregroundMark x1="94570" y1="21491" x2="94570" y2="21491"/>
                        <a14:foregroundMark x1="94570" y1="24561" x2="94570" y2="27632"/>
                        <a14:foregroundMark x1="91855" y1="13596" x2="91855" y2="13596"/>
                        <a14:foregroundMark x1="80995" y1="9211" x2="80995" y2="9211"/>
                        <a14:foregroundMark x1="75113" y1="3947" x2="75113" y2="3947"/>
                        <a14:foregroundMark x1="78733" y1="7456" x2="78733" y2="7456"/>
                        <a14:foregroundMark x1="84163" y1="8333" x2="84163" y2="8333"/>
                        <a14:foregroundMark x1="90950" y1="11404" x2="90950" y2="11404"/>
                        <a14:foregroundMark x1="59276" y1="4825" x2="59276" y2="4825"/>
                        <a14:foregroundMark x1="52036" y1="4825" x2="52036" y2="4825"/>
                        <a14:foregroundMark x1="47964" y1="4386" x2="47964" y2="4386"/>
                        <a14:foregroundMark x1="45701" y1="4825" x2="45701" y2="4825"/>
                        <a14:foregroundMark x1="36652" y1="64474" x2="36652" y2="64474"/>
                        <a14:foregroundMark x1="34842" y1="64474" x2="34842" y2="64474"/>
                        <a14:foregroundMark x1="33032" y1="65351" x2="33032" y2="65351"/>
                        <a14:foregroundMark x1="33032" y1="65351" x2="35747" y2="64035"/>
                        <a14:foregroundMark x1="39367" y1="62719" x2="39367" y2="62719"/>
                        <a14:foregroundMark x1="4072" y1="37281" x2="4072" y2="37281"/>
                        <a14:foregroundMark x1="41629" y1="68860" x2="41629" y2="68860"/>
                        <a14:foregroundMark x1="41629" y1="69298" x2="41629" y2="69298"/>
                        <a14:foregroundMark x1="42081" y1="72807" x2="42081" y2="72807"/>
                        <a14:foregroundMark x1="42081" y1="72807" x2="42081" y2="72807"/>
                        <a14:foregroundMark x1="46154" y1="72807" x2="46154" y2="72807"/>
                        <a14:foregroundMark x1="46606" y1="72368" x2="46606" y2="72368"/>
                        <a14:foregroundMark x1="43891" y1="72368" x2="43891" y2="72368"/>
                        <a14:foregroundMark x1="41176" y1="72807" x2="41176" y2="72807"/>
                        <a14:foregroundMark x1="37104" y1="72807" x2="37104" y2="72807"/>
                        <a14:foregroundMark x1="33937" y1="71491" x2="33937" y2="71491"/>
                        <a14:foregroundMark x1="29864" y1="69737" x2="48869" y2="72368"/>
                        <a14:foregroundMark x1="42986" y1="72368" x2="42986" y2="72368"/>
                        <a14:foregroundMark x1="42986" y1="72807" x2="42986" y2="72807"/>
                        <a14:foregroundMark x1="42081" y1="73246" x2="42081" y2="73246"/>
                        <a14:foregroundMark x1="41629" y1="73246" x2="41629" y2="73246"/>
                        <a14:foregroundMark x1="37557" y1="73246" x2="37557" y2="73246"/>
                        <a14:foregroundMark x1="37557" y1="73246" x2="37557" y2="73246"/>
                        <a14:foregroundMark x1="37104" y1="73246" x2="37104" y2="73246"/>
                        <a14:foregroundMark x1="33937" y1="72368" x2="33937" y2="72368"/>
                        <a14:foregroundMark x1="33937" y1="72368" x2="33937" y2="72368"/>
                        <a14:foregroundMark x1="33484" y1="71930" x2="33484" y2="71930"/>
                        <a14:foregroundMark x1="33032" y1="71491" x2="33032" y2="71491"/>
                        <a14:foregroundMark x1="33032" y1="71491" x2="33032" y2="71491"/>
                        <a14:foregroundMark x1="32127" y1="69737" x2="32127" y2="69737"/>
                        <a14:foregroundMark x1="30769" y1="71491" x2="30769" y2="71491"/>
                        <a14:foregroundMark x1="30769" y1="71491" x2="30769" y2="71491"/>
                        <a14:foregroundMark x1="31222" y1="71930" x2="49321" y2="73246"/>
                        <a14:foregroundMark x1="48416" y1="76316" x2="55204" y2="97368"/>
                        <a14:foregroundMark x1="47511" y1="79386" x2="54751" y2="98246"/>
                        <a14:foregroundMark x1="49321" y1="85526" x2="52941" y2="94737"/>
                        <a14:foregroundMark x1="49321" y1="89912" x2="49321" y2="89912"/>
                        <a14:foregroundMark x1="73015" y1="82018" x2="71946" y2="87719"/>
                        <a14:foregroundMark x1="74207" y1="75663" x2="74096" y2="76255"/>
                        <a14:foregroundMark x1="76471" y1="63596" x2="75977" y2="66232"/>
                        <a14:foregroundMark x1="71946" y1="87719" x2="59729" y2="96053"/>
                        <a14:foregroundMark x1="77630" y1="83032" x2="72851" y2="91228"/>
                        <a14:foregroundMark x1="63105" y1="94737" x2="57014" y2="96930"/>
                        <a14:foregroundMark x1="64324" y1="94298" x2="63105" y2="94737"/>
                        <a14:foregroundMark x1="72851" y1="91228" x2="64324" y2="94298"/>
                        <a14:foregroundMark x1="69475" y1="95614" x2="58824" y2="99561"/>
                        <a14:foregroundMark x1="70659" y1="95175" x2="69475" y2="95614"/>
                        <a14:foregroundMark x1="71841" y1="94737" x2="70659" y2="95175"/>
                        <a14:foregroundMark x1="73026" y1="94298" x2="71841" y2="94737"/>
                        <a14:foregroundMark x1="74208" y1="93860" x2="73026" y2="94298"/>
                        <a14:foregroundMark x1="76603" y1="82806" x2="76471" y2="86404"/>
                        <a14:foregroundMark x1="84756" y1="71160" x2="98190" y2="62281"/>
                        <a14:foregroundMark x1="98190" y1="62281" x2="85520" y2="59211"/>
                        <a14:foregroundMark x1="91855" y1="59649" x2="91855" y2="59649"/>
                        <a14:foregroundMark x1="99095" y1="60526" x2="99095" y2="60526"/>
                        <a14:foregroundMark x1="82805" y1="61842" x2="94570" y2="36842"/>
                        <a14:foregroundMark x1="94570" y1="36842" x2="93665" y2="13158"/>
                        <a14:foregroundMark x1="93665" y1="13158" x2="72398" y2="1754"/>
                        <a14:foregroundMark x1="34610" y1="3219" x2="15837" y2="3947"/>
                        <a14:foregroundMark x1="38456" y1="3070" x2="37258" y2="3116"/>
                        <a14:foregroundMark x1="40525" y1="2990" x2="38456" y2="3070"/>
                        <a14:foregroundMark x1="49753" y1="2632" x2="42175" y2="2926"/>
                        <a14:foregroundMark x1="72398" y1="1754" x2="49753" y2="2632"/>
                        <a14:foregroundMark x1="15837" y1="3947" x2="1810" y2="26316"/>
                        <a14:foregroundMark x1="1810" y1="26316" x2="16290" y2="70175"/>
                        <a14:foregroundMark x1="16290" y1="70175" x2="26244" y2="72368"/>
                        <a14:foregroundMark x1="97285" y1="32018" x2="97285" y2="32018"/>
                        <a14:foregroundMark x1="98190" y1="21491" x2="98190" y2="21491"/>
                        <a14:foregroundMark x1="96380" y1="11842" x2="96380" y2="11842"/>
                        <a14:foregroundMark x1="97285" y1="31140" x2="86425" y2="5702"/>
                        <a14:foregroundMark x1="86425" y1="5702" x2="75566" y2="2193"/>
                        <a14:foregroundMark x1="13575" y1="5702" x2="452" y2="25439"/>
                        <a14:foregroundMark x1="452" y1="25439" x2="4977" y2="12719"/>
                        <a14:foregroundMark x1="3167" y1="37281" x2="14932" y2="67105"/>
                        <a14:foregroundMark x1="77433" y1="74561" x2="76471" y2="75000"/>
                        <a14:foregroundMark x1="78393" y1="74123" x2="77433" y2="74561"/>
                        <a14:foregroundMark x1="79356" y1="73684" x2="78393" y2="74123"/>
                        <a14:foregroundMark x1="80316" y1="73246" x2="79356" y2="73684"/>
                        <a14:foregroundMark x1="81278" y1="72807" x2="80316" y2="73246"/>
                        <a14:foregroundMark x1="82240" y1="72368" x2="81278" y2="72807"/>
                        <a14:foregroundMark x1="84163" y1="71491" x2="82240" y2="72368"/>
                        <a14:foregroundMark x1="97285" y1="15351" x2="97285" y2="15351"/>
                        <a14:foregroundMark x1="94570" y1="10965" x2="94570" y2="10965"/>
                        <a14:foregroundMark x1="88235" y1="6140" x2="88235" y2="6140"/>
                        <a14:foregroundMark x1="40271" y1="6140" x2="40271" y2="6140"/>
                        <a14:foregroundMark x1="42986" y1="4825" x2="42986" y2="4825"/>
                        <a14:backgroundMark x1="37104" y1="1316" x2="37104" y2="1316"/>
                        <a14:backgroundMark x1="38462" y1="1316" x2="38462" y2="1316"/>
                        <a14:backgroundMark x1="42081" y1="1316" x2="42081" y2="1316"/>
                        <a14:backgroundMark x1="39367" y1="2632" x2="39367" y2="2632"/>
                        <a14:backgroundMark x1="39367" y1="2632" x2="39367" y2="2632"/>
                        <a14:backgroundMark x1="39367" y1="2632" x2="39367" y2="2632"/>
                        <a14:backgroundMark x1="38914" y1="3070" x2="38914" y2="3070"/>
                        <a14:backgroundMark x1="38914" y1="3070" x2="38914" y2="3070"/>
                        <a14:backgroundMark x1="38914" y1="3070" x2="38914" y2="3070"/>
                        <a14:backgroundMark x1="37557" y1="2632" x2="37557" y2="2632"/>
                        <a14:backgroundMark x1="36652" y1="2632" x2="36652" y2="2632"/>
                        <a14:backgroundMark x1="36652" y1="2193" x2="33937" y2="2193"/>
                        <a14:backgroundMark x1="40271" y1="3509" x2="42534" y2="2193"/>
                        <a14:backgroundMark x1="80267" y1="79162" x2="80090" y2="79386"/>
                        <a14:backgroundMark x1="85973" y1="71930" x2="85319" y2="72759"/>
                        <a14:backgroundMark x1="81715" y1="80749" x2="80995" y2="83772"/>
                        <a14:backgroundMark x1="74661" y1="94737" x2="74661" y2="94737"/>
                        <a14:backgroundMark x1="74661" y1="95614" x2="74661" y2="95614"/>
                        <a14:backgroundMark x1="74661" y1="95175" x2="74661" y2="95175"/>
                        <a14:backgroundMark x1="74661" y1="94298" x2="74661" y2="94298"/>
                        <a14:backgroundMark x1="82805" y1="74123" x2="82805" y2="74123"/>
                        <a14:backgroundMark x1="80995" y1="72807" x2="80995" y2="72807"/>
                        <a14:backgroundMark x1="80995" y1="73246" x2="80995" y2="73246"/>
                        <a14:backgroundMark x1="81448" y1="73246" x2="81448" y2="73246"/>
                        <a14:backgroundMark x1="81448" y1="73246" x2="81448" y2="73246"/>
                        <a14:backgroundMark x1="80090" y1="73684" x2="80090" y2="73684"/>
                        <a14:backgroundMark x1="80090" y1="74123" x2="80090" y2="74123"/>
                        <a14:backgroundMark x1="80090" y1="74561" x2="80090" y2="74561"/>
                        <a14:backgroundMark x1="83710" y1="72807" x2="83710" y2="72807"/>
                        <a14:backgroundMark x1="83710" y1="72368" x2="83710" y2="72368"/>
                        <a14:backgroundMark x1="82805" y1="72807" x2="82805" y2="72807"/>
                        <a14:backgroundMark x1="84615" y1="72368" x2="84615" y2="72368"/>
                        <a14:backgroundMark x1="81900" y1="72368" x2="81900" y2="72368"/>
                      </a14:backgroundRemoval>
                    </a14:imgEffect>
                  </a14:imgLayer>
                </a14:imgProps>
              </a:ext>
              <a:ext uri="{28A0092B-C50C-407E-A947-70E740481C1C}">
                <a14:useLocalDpi xmlns:a14="http://schemas.microsoft.com/office/drawing/2010/main" val="0"/>
              </a:ext>
            </a:extLst>
          </a:blip>
          <a:stretch>
            <a:fillRect/>
          </a:stretch>
        </p:blipFill>
        <p:spPr>
          <a:xfrm>
            <a:off x="8551980" y="2466529"/>
            <a:ext cx="1035009" cy="1067792"/>
          </a:xfrm>
          <a:prstGeom prst="rect">
            <a:avLst/>
          </a:prstGeom>
        </p:spPr>
      </p:pic>
      <p:sp>
        <p:nvSpPr>
          <p:cNvPr id="2" name="Espace réservé du numéro de diapositive 4">
            <a:extLst>
              <a:ext uri="{FF2B5EF4-FFF2-40B4-BE49-F238E27FC236}">
                <a16:creationId xmlns:a16="http://schemas.microsoft.com/office/drawing/2014/main" id="{E3798DCE-EB94-2B1D-5B29-9F7D47ADDD35}"/>
              </a:ext>
            </a:extLst>
          </p:cNvPr>
          <p:cNvSpPr>
            <a:spLocks noGrp="1"/>
          </p:cNvSpPr>
          <p:nvPr>
            <p:ph type="sldNum" sz="quarter" idx="12"/>
          </p:nvPr>
        </p:nvSpPr>
        <p:spPr>
          <a:xfrm>
            <a:off x="5713021" y="5969589"/>
            <a:ext cx="723492" cy="500106"/>
          </a:xfrm>
          <a:prstGeom prst="ellipse">
            <a:avLst/>
          </a:prstGeom>
          <a:ln>
            <a:solidFill>
              <a:srgbClr val="0070C0"/>
            </a:solidFill>
          </a:ln>
        </p:spPr>
        <p:style>
          <a:lnRef idx="2">
            <a:schemeClr val="accent2"/>
          </a:lnRef>
          <a:fillRef idx="1">
            <a:schemeClr val="lt1"/>
          </a:fillRef>
          <a:effectRef idx="0">
            <a:schemeClr val="accent2"/>
          </a:effectRef>
          <a:fontRef idx="minor">
            <a:schemeClr val="dk1"/>
          </a:fontRef>
        </p:style>
        <p:txBody>
          <a:bodyPr/>
          <a:lstStyle/>
          <a:p>
            <a:r>
              <a:rPr lang="fr-ML" sz="2000" b="1" dirty="0">
                <a:solidFill>
                  <a:srgbClr val="002060"/>
                </a:solidFill>
                <a:latin typeface="Nunito Sans Black" pitchFamily="2" charset="0"/>
              </a:rPr>
              <a:t>19</a:t>
            </a:r>
          </a:p>
        </p:txBody>
      </p:sp>
    </p:spTree>
    <p:extLst>
      <p:ext uri="{BB962C8B-B14F-4D97-AF65-F5344CB8AC3E}">
        <p14:creationId xmlns:p14="http://schemas.microsoft.com/office/powerpoint/2010/main" val="35289359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p:cTn id="7" dur="500" fill="hold"/>
                                        <p:tgtEl>
                                          <p:spTgt spid="29"/>
                                        </p:tgtEl>
                                        <p:attrNameLst>
                                          <p:attrName>ppt_w</p:attrName>
                                        </p:attrNameLst>
                                      </p:cBhvr>
                                      <p:tavLst>
                                        <p:tav tm="0">
                                          <p:val>
                                            <p:fltVal val="0"/>
                                          </p:val>
                                        </p:tav>
                                        <p:tav tm="100000">
                                          <p:val>
                                            <p:strVal val="#ppt_w"/>
                                          </p:val>
                                        </p:tav>
                                      </p:tavLst>
                                    </p:anim>
                                    <p:anim calcmode="lin" valueType="num">
                                      <p:cBhvr>
                                        <p:cTn id="8" dur="500" fill="hold"/>
                                        <p:tgtEl>
                                          <p:spTgt spid="29"/>
                                        </p:tgtEl>
                                        <p:attrNameLst>
                                          <p:attrName>ppt_h</p:attrName>
                                        </p:attrNameLst>
                                      </p:cBhvr>
                                      <p:tavLst>
                                        <p:tav tm="0">
                                          <p:val>
                                            <p:fltVal val="0"/>
                                          </p:val>
                                        </p:tav>
                                        <p:tav tm="100000">
                                          <p:val>
                                            <p:strVal val="#ppt_h"/>
                                          </p:val>
                                        </p:tav>
                                      </p:tavLst>
                                    </p:anim>
                                    <p:animEffect transition="in" filter="fade">
                                      <p:cBhvr>
                                        <p:cTn id="9" dur="500"/>
                                        <p:tgtEl>
                                          <p:spTgt spid="29"/>
                                        </p:tgtEl>
                                      </p:cBhvr>
                                    </p:animEffect>
                                  </p:childTnLst>
                                </p:cTn>
                              </p:par>
                              <p:par>
                                <p:cTn id="10" presetID="53" presetClass="entr" presetSubtype="16" fill="hold" nodeType="withEffect">
                                  <p:stCondLst>
                                    <p:cond delay="0"/>
                                  </p:stCondLst>
                                  <p:childTnLst>
                                    <p:set>
                                      <p:cBhvr>
                                        <p:cTn id="11" dur="1" fill="hold">
                                          <p:stCondLst>
                                            <p:cond delay="0"/>
                                          </p:stCondLst>
                                        </p:cTn>
                                        <p:tgtEl>
                                          <p:spTgt spid="30"/>
                                        </p:tgtEl>
                                        <p:attrNameLst>
                                          <p:attrName>style.visibility</p:attrName>
                                        </p:attrNameLst>
                                      </p:cBhvr>
                                      <p:to>
                                        <p:strVal val="visible"/>
                                      </p:to>
                                    </p:set>
                                    <p:anim calcmode="lin" valueType="num">
                                      <p:cBhvr>
                                        <p:cTn id="12" dur="1000" fill="hold"/>
                                        <p:tgtEl>
                                          <p:spTgt spid="30"/>
                                        </p:tgtEl>
                                        <p:attrNameLst>
                                          <p:attrName>ppt_w</p:attrName>
                                        </p:attrNameLst>
                                      </p:cBhvr>
                                      <p:tavLst>
                                        <p:tav tm="0">
                                          <p:val>
                                            <p:fltVal val="0"/>
                                          </p:val>
                                        </p:tav>
                                        <p:tav tm="100000">
                                          <p:val>
                                            <p:strVal val="#ppt_w"/>
                                          </p:val>
                                        </p:tav>
                                      </p:tavLst>
                                    </p:anim>
                                    <p:anim calcmode="lin" valueType="num">
                                      <p:cBhvr>
                                        <p:cTn id="13" dur="1000" fill="hold"/>
                                        <p:tgtEl>
                                          <p:spTgt spid="30"/>
                                        </p:tgtEl>
                                        <p:attrNameLst>
                                          <p:attrName>ppt_h</p:attrName>
                                        </p:attrNameLst>
                                      </p:cBhvr>
                                      <p:tavLst>
                                        <p:tav tm="0">
                                          <p:val>
                                            <p:fltVal val="0"/>
                                          </p:val>
                                        </p:tav>
                                        <p:tav tm="100000">
                                          <p:val>
                                            <p:strVal val="#ppt_h"/>
                                          </p:val>
                                        </p:tav>
                                      </p:tavLst>
                                    </p:anim>
                                    <p:animEffect transition="in" filter="fade">
                                      <p:cBhvr>
                                        <p:cTn id="14" dur="1000"/>
                                        <p:tgtEl>
                                          <p:spTgt spid="30"/>
                                        </p:tgtEl>
                                      </p:cBhvr>
                                    </p:animEffect>
                                  </p:childTnLst>
                                </p:cTn>
                              </p:par>
                              <p:par>
                                <p:cTn id="15" presetID="53" presetClass="entr" presetSubtype="16" fill="hold" nodeType="withEffect">
                                  <p:stCondLst>
                                    <p:cond delay="0"/>
                                  </p:stCondLst>
                                  <p:childTnLst>
                                    <p:set>
                                      <p:cBhvr>
                                        <p:cTn id="16" dur="1" fill="hold">
                                          <p:stCondLst>
                                            <p:cond delay="0"/>
                                          </p:stCondLst>
                                        </p:cTn>
                                        <p:tgtEl>
                                          <p:spTgt spid="34"/>
                                        </p:tgtEl>
                                        <p:attrNameLst>
                                          <p:attrName>style.visibility</p:attrName>
                                        </p:attrNameLst>
                                      </p:cBhvr>
                                      <p:to>
                                        <p:strVal val="visible"/>
                                      </p:to>
                                    </p:set>
                                    <p:anim calcmode="lin" valueType="num">
                                      <p:cBhvr>
                                        <p:cTn id="17" dur="1000" fill="hold"/>
                                        <p:tgtEl>
                                          <p:spTgt spid="34"/>
                                        </p:tgtEl>
                                        <p:attrNameLst>
                                          <p:attrName>ppt_w</p:attrName>
                                        </p:attrNameLst>
                                      </p:cBhvr>
                                      <p:tavLst>
                                        <p:tav tm="0">
                                          <p:val>
                                            <p:fltVal val="0"/>
                                          </p:val>
                                        </p:tav>
                                        <p:tav tm="100000">
                                          <p:val>
                                            <p:strVal val="#ppt_w"/>
                                          </p:val>
                                        </p:tav>
                                      </p:tavLst>
                                    </p:anim>
                                    <p:anim calcmode="lin" valueType="num">
                                      <p:cBhvr>
                                        <p:cTn id="18" dur="1000" fill="hold"/>
                                        <p:tgtEl>
                                          <p:spTgt spid="34"/>
                                        </p:tgtEl>
                                        <p:attrNameLst>
                                          <p:attrName>ppt_h</p:attrName>
                                        </p:attrNameLst>
                                      </p:cBhvr>
                                      <p:tavLst>
                                        <p:tav tm="0">
                                          <p:val>
                                            <p:fltVal val="0"/>
                                          </p:val>
                                        </p:tav>
                                        <p:tav tm="100000">
                                          <p:val>
                                            <p:strVal val="#ppt_h"/>
                                          </p:val>
                                        </p:tav>
                                      </p:tavLst>
                                    </p:anim>
                                    <p:animEffect transition="in" filter="fade">
                                      <p:cBhvr>
                                        <p:cTn id="19" dur="10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a:off x="0" y="0"/>
            <a:ext cx="12191997" cy="231350"/>
          </a:xfrm>
          <a:custGeom>
            <a:avLst/>
            <a:gdLst/>
            <a:ahLst/>
            <a:cxnLst/>
            <a:rect l="l" t="t" r="r" b="b"/>
            <a:pathLst>
              <a:path w="4816592" h="91397">
                <a:moveTo>
                  <a:pt x="0" y="0"/>
                </a:moveTo>
                <a:lnTo>
                  <a:pt x="4816592" y="0"/>
                </a:lnTo>
                <a:lnTo>
                  <a:pt x="4816592" y="91397"/>
                </a:lnTo>
                <a:lnTo>
                  <a:pt x="0" y="91397"/>
                </a:lnTo>
                <a:close/>
              </a:path>
            </a:pathLst>
          </a:custGeom>
          <a:solidFill>
            <a:srgbClr val="3B41C9"/>
          </a:solidFill>
        </p:spPr>
        <p:txBody>
          <a:bodyPr/>
          <a:lstStyle/>
          <a:p>
            <a:endParaRPr lang="fr-FR"/>
          </a:p>
        </p:txBody>
      </p:sp>
      <p:sp>
        <p:nvSpPr>
          <p:cNvPr id="7" name="Freeform 7"/>
          <p:cNvSpPr/>
          <p:nvPr/>
        </p:nvSpPr>
        <p:spPr>
          <a:xfrm>
            <a:off x="0" y="6626650"/>
            <a:ext cx="12191997" cy="231350"/>
          </a:xfrm>
          <a:custGeom>
            <a:avLst/>
            <a:gdLst/>
            <a:ahLst/>
            <a:cxnLst/>
            <a:rect l="l" t="t" r="r" b="b"/>
            <a:pathLst>
              <a:path w="4816592" h="91397">
                <a:moveTo>
                  <a:pt x="0" y="0"/>
                </a:moveTo>
                <a:lnTo>
                  <a:pt x="4816592" y="0"/>
                </a:lnTo>
                <a:lnTo>
                  <a:pt x="4816592" y="91397"/>
                </a:lnTo>
                <a:lnTo>
                  <a:pt x="0" y="91397"/>
                </a:lnTo>
                <a:close/>
              </a:path>
            </a:pathLst>
          </a:custGeom>
          <a:solidFill>
            <a:srgbClr val="3B41C9"/>
          </a:solidFill>
        </p:spPr>
        <p:txBody>
          <a:bodyPr/>
          <a:lstStyle/>
          <a:p>
            <a:endParaRPr lang="fr-FR"/>
          </a:p>
        </p:txBody>
      </p:sp>
      <p:sp>
        <p:nvSpPr>
          <p:cNvPr id="9" name="Freeform 9"/>
          <p:cNvSpPr/>
          <p:nvPr/>
        </p:nvSpPr>
        <p:spPr>
          <a:xfrm rot="5400000">
            <a:off x="-657431" y="2561113"/>
            <a:ext cx="4370416" cy="2781120"/>
          </a:xfrm>
          <a:custGeom>
            <a:avLst/>
            <a:gdLst/>
            <a:ahLst/>
            <a:cxnLst/>
            <a:rect l="l" t="t" r="r" b="b"/>
            <a:pathLst>
              <a:path w="6608603" h="4171680">
                <a:moveTo>
                  <a:pt x="0" y="0"/>
                </a:moveTo>
                <a:lnTo>
                  <a:pt x="6608602" y="0"/>
                </a:lnTo>
                <a:lnTo>
                  <a:pt x="6608602" y="4171680"/>
                </a:lnTo>
                <a:lnTo>
                  <a:pt x="0" y="4171680"/>
                </a:lnTo>
                <a:lnTo>
                  <a:pt x="0" y="0"/>
                </a:lnTo>
                <a:close/>
              </a:path>
            </a:pathLst>
          </a:custGeom>
          <a:blipFill>
            <a:blip r:embed="rId3"/>
            <a:stretch>
              <a:fillRect/>
            </a:stretch>
          </a:blipFill>
        </p:spPr>
        <p:txBody>
          <a:bodyPr/>
          <a:lstStyle/>
          <a:p>
            <a:endParaRPr lang="fr-FR"/>
          </a:p>
        </p:txBody>
      </p:sp>
      <p:sp>
        <p:nvSpPr>
          <p:cNvPr id="10" name="Freeform 10"/>
          <p:cNvSpPr/>
          <p:nvPr/>
        </p:nvSpPr>
        <p:spPr>
          <a:xfrm>
            <a:off x="1229497" y="2059375"/>
            <a:ext cx="1060579" cy="970430"/>
          </a:xfrm>
          <a:custGeom>
            <a:avLst/>
            <a:gdLst/>
            <a:ahLst/>
            <a:cxnLst/>
            <a:rect l="l" t="t" r="r" b="b"/>
            <a:pathLst>
              <a:path w="1590869" h="1455645">
                <a:moveTo>
                  <a:pt x="0" y="0"/>
                </a:moveTo>
                <a:lnTo>
                  <a:pt x="1590869" y="0"/>
                </a:lnTo>
                <a:lnTo>
                  <a:pt x="1590869" y="1455645"/>
                </a:lnTo>
                <a:lnTo>
                  <a:pt x="0" y="145564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fr-FR"/>
          </a:p>
        </p:txBody>
      </p:sp>
      <p:sp>
        <p:nvSpPr>
          <p:cNvPr id="11" name="Freeform 11"/>
          <p:cNvSpPr/>
          <p:nvPr/>
        </p:nvSpPr>
        <p:spPr>
          <a:xfrm rot="5400000">
            <a:off x="2375338" y="2543450"/>
            <a:ext cx="4405735" cy="2781120"/>
          </a:xfrm>
          <a:custGeom>
            <a:avLst/>
            <a:gdLst/>
            <a:ahLst/>
            <a:cxnLst/>
            <a:rect l="l" t="t" r="r" b="b"/>
            <a:pathLst>
              <a:path w="6608603" h="4171680">
                <a:moveTo>
                  <a:pt x="0" y="0"/>
                </a:moveTo>
                <a:lnTo>
                  <a:pt x="6608602" y="0"/>
                </a:lnTo>
                <a:lnTo>
                  <a:pt x="6608602" y="4171680"/>
                </a:lnTo>
                <a:lnTo>
                  <a:pt x="0" y="4171680"/>
                </a:lnTo>
                <a:lnTo>
                  <a:pt x="0" y="0"/>
                </a:lnTo>
                <a:close/>
              </a:path>
            </a:pathLst>
          </a:custGeom>
          <a:blipFill>
            <a:blip r:embed="rId3"/>
            <a:stretch>
              <a:fillRect/>
            </a:stretch>
          </a:blipFill>
        </p:spPr>
        <p:txBody>
          <a:bodyPr/>
          <a:lstStyle/>
          <a:p>
            <a:endParaRPr lang="fr-FR"/>
          </a:p>
        </p:txBody>
      </p:sp>
      <p:sp>
        <p:nvSpPr>
          <p:cNvPr id="12" name="Freeform 12"/>
          <p:cNvSpPr/>
          <p:nvPr/>
        </p:nvSpPr>
        <p:spPr>
          <a:xfrm>
            <a:off x="4215007" y="2110624"/>
            <a:ext cx="1354876" cy="970430"/>
          </a:xfrm>
          <a:custGeom>
            <a:avLst/>
            <a:gdLst/>
            <a:ahLst/>
            <a:cxnLst/>
            <a:rect l="l" t="t" r="r" b="b"/>
            <a:pathLst>
              <a:path w="2032314" h="1455645">
                <a:moveTo>
                  <a:pt x="0" y="0"/>
                </a:moveTo>
                <a:lnTo>
                  <a:pt x="2032314" y="0"/>
                </a:lnTo>
                <a:lnTo>
                  <a:pt x="2032314" y="1455645"/>
                </a:lnTo>
                <a:lnTo>
                  <a:pt x="0" y="1455645"/>
                </a:lnTo>
                <a:lnTo>
                  <a:pt x="0" y="0"/>
                </a:lnTo>
                <a:close/>
              </a:path>
            </a:pathLst>
          </a:custGeom>
          <a:blipFill>
            <a:blip r:embed="rId6"/>
            <a:stretch>
              <a:fillRect/>
            </a:stretch>
          </a:blipFill>
        </p:spPr>
        <p:txBody>
          <a:bodyPr/>
          <a:lstStyle/>
          <a:p>
            <a:endParaRPr lang="fr-FR"/>
          </a:p>
        </p:txBody>
      </p:sp>
      <p:sp>
        <p:nvSpPr>
          <p:cNvPr id="13" name="Freeform 13"/>
          <p:cNvSpPr/>
          <p:nvPr/>
        </p:nvSpPr>
        <p:spPr>
          <a:xfrm rot="5400000">
            <a:off x="5471539" y="2543450"/>
            <a:ext cx="4405735" cy="2781120"/>
          </a:xfrm>
          <a:custGeom>
            <a:avLst/>
            <a:gdLst/>
            <a:ahLst/>
            <a:cxnLst/>
            <a:rect l="l" t="t" r="r" b="b"/>
            <a:pathLst>
              <a:path w="6608603" h="4171680">
                <a:moveTo>
                  <a:pt x="0" y="0"/>
                </a:moveTo>
                <a:lnTo>
                  <a:pt x="6608602" y="0"/>
                </a:lnTo>
                <a:lnTo>
                  <a:pt x="6608602" y="4171680"/>
                </a:lnTo>
                <a:lnTo>
                  <a:pt x="0" y="4171680"/>
                </a:lnTo>
                <a:lnTo>
                  <a:pt x="0" y="0"/>
                </a:lnTo>
                <a:close/>
              </a:path>
            </a:pathLst>
          </a:custGeom>
          <a:blipFill>
            <a:blip r:embed="rId3"/>
            <a:stretch>
              <a:fillRect/>
            </a:stretch>
          </a:blipFill>
        </p:spPr>
        <p:txBody>
          <a:bodyPr/>
          <a:lstStyle/>
          <a:p>
            <a:endParaRPr lang="fr-FR"/>
          </a:p>
        </p:txBody>
      </p:sp>
      <p:sp>
        <p:nvSpPr>
          <p:cNvPr id="14" name="Freeform 14"/>
          <p:cNvSpPr/>
          <p:nvPr/>
        </p:nvSpPr>
        <p:spPr>
          <a:xfrm>
            <a:off x="7162852" y="2034384"/>
            <a:ext cx="1190711" cy="970430"/>
          </a:xfrm>
          <a:custGeom>
            <a:avLst/>
            <a:gdLst/>
            <a:ahLst/>
            <a:cxnLst/>
            <a:rect l="l" t="t" r="r" b="b"/>
            <a:pathLst>
              <a:path w="1786067" h="1455645">
                <a:moveTo>
                  <a:pt x="0" y="0"/>
                </a:moveTo>
                <a:lnTo>
                  <a:pt x="1786067" y="0"/>
                </a:lnTo>
                <a:lnTo>
                  <a:pt x="1786067" y="1455645"/>
                </a:lnTo>
                <a:lnTo>
                  <a:pt x="0" y="1455645"/>
                </a:lnTo>
                <a:lnTo>
                  <a:pt x="0" y="0"/>
                </a:lnTo>
                <a:close/>
              </a:path>
            </a:pathLst>
          </a:custGeom>
          <a:blipFill>
            <a:blip r:embed="rId7"/>
            <a:stretch>
              <a:fillRect/>
            </a:stretch>
          </a:blipFill>
        </p:spPr>
        <p:txBody>
          <a:bodyPr/>
          <a:lstStyle/>
          <a:p>
            <a:endParaRPr lang="fr-FR"/>
          </a:p>
        </p:txBody>
      </p:sp>
      <p:sp>
        <p:nvSpPr>
          <p:cNvPr id="15" name="TextBox 15"/>
          <p:cNvSpPr txBox="1"/>
          <p:nvPr/>
        </p:nvSpPr>
        <p:spPr>
          <a:xfrm>
            <a:off x="2383582" y="564465"/>
            <a:ext cx="7424831" cy="772263"/>
          </a:xfrm>
          <a:prstGeom prst="rect">
            <a:avLst/>
          </a:prstGeom>
        </p:spPr>
        <p:txBody>
          <a:bodyPr lIns="0" tIns="0" rIns="0" bIns="0" rtlCol="0" anchor="t">
            <a:spAutoFit/>
          </a:bodyPr>
          <a:lstStyle/>
          <a:p>
            <a:pPr algn="ctr" defTabSz="609630">
              <a:lnSpc>
                <a:spcPts val="6506"/>
              </a:lnSpc>
            </a:pPr>
            <a:r>
              <a:rPr lang="en-US" sz="4800" dirty="0">
                <a:solidFill>
                  <a:srgbClr val="3B41C9"/>
                </a:solidFill>
                <a:latin typeface="ADLaM Display" panose="02010000000000000000" pitchFamily="2" charset="0"/>
                <a:ea typeface="ADLaM Display" panose="02010000000000000000" pitchFamily="2" charset="0"/>
                <a:cs typeface="ADLaM Display" panose="02010000000000000000" pitchFamily="2" charset="0"/>
              </a:rPr>
              <a:t>Fonctionnement OptiRH</a:t>
            </a:r>
          </a:p>
        </p:txBody>
      </p:sp>
      <p:sp>
        <p:nvSpPr>
          <p:cNvPr id="16" name="TextBox 16"/>
          <p:cNvSpPr txBox="1"/>
          <p:nvPr/>
        </p:nvSpPr>
        <p:spPr>
          <a:xfrm>
            <a:off x="283779" y="3344810"/>
            <a:ext cx="2504983" cy="615553"/>
          </a:xfrm>
          <a:prstGeom prst="rect">
            <a:avLst/>
          </a:prstGeom>
        </p:spPr>
        <p:txBody>
          <a:bodyPr wrap="square" lIns="0" tIns="0" rIns="0" bIns="0" rtlCol="0" anchor="t">
            <a:spAutoFit/>
          </a:bodyPr>
          <a:lstStyle/>
          <a:p>
            <a:pPr algn="ctr" defTabSz="609630">
              <a:lnSpc>
                <a:spcPts val="2427"/>
              </a:lnSpc>
            </a:pPr>
            <a:r>
              <a:rPr lang="fr-FR" sz="2000" dirty="0">
                <a:solidFill>
                  <a:srgbClr val="000000"/>
                </a:solidFill>
                <a:latin typeface="Times New Roman" panose="02020603050405020304" pitchFamily="18" charset="0"/>
                <a:cs typeface="Times New Roman" panose="02020603050405020304" pitchFamily="18" charset="0"/>
              </a:rPr>
              <a:t>Ressources</a:t>
            </a:r>
            <a:r>
              <a:rPr lang="en-US" sz="2000" dirty="0">
                <a:solidFill>
                  <a:srgbClr val="000000"/>
                </a:solidFill>
                <a:latin typeface="Times New Roman" panose="02020603050405020304" pitchFamily="18" charset="0"/>
                <a:cs typeface="Times New Roman" panose="02020603050405020304" pitchFamily="18" charset="0"/>
              </a:rPr>
              <a:t> Humaines</a:t>
            </a:r>
          </a:p>
          <a:p>
            <a:pPr algn="ctr" defTabSz="609630">
              <a:lnSpc>
                <a:spcPts val="2427"/>
              </a:lnSpc>
            </a:pPr>
            <a:endParaRPr lang="en-US" sz="2000" dirty="0">
              <a:solidFill>
                <a:srgbClr val="000000"/>
              </a:solidFill>
              <a:latin typeface="Times New Roman" panose="02020603050405020304" pitchFamily="18" charset="0"/>
              <a:cs typeface="Times New Roman" panose="02020603050405020304" pitchFamily="18" charset="0"/>
            </a:endParaRPr>
          </a:p>
        </p:txBody>
      </p:sp>
      <p:sp>
        <p:nvSpPr>
          <p:cNvPr id="18" name="TextBox 18"/>
          <p:cNvSpPr txBox="1"/>
          <p:nvPr/>
        </p:nvSpPr>
        <p:spPr>
          <a:xfrm>
            <a:off x="3698216" y="3390412"/>
            <a:ext cx="1871667" cy="589200"/>
          </a:xfrm>
          <a:prstGeom prst="rect">
            <a:avLst/>
          </a:prstGeom>
        </p:spPr>
        <p:txBody>
          <a:bodyPr wrap="square" lIns="0" tIns="0" rIns="0" bIns="0" rtlCol="0" anchor="t">
            <a:spAutoFit/>
          </a:bodyPr>
          <a:lstStyle>
            <a:defPPr>
              <a:defRPr lang="fr-FR"/>
            </a:defPPr>
            <a:lvl1pPr algn="ctr" defTabSz="609630">
              <a:lnSpc>
                <a:spcPts val="2427"/>
              </a:lnSpc>
              <a:defRPr sz="2000">
                <a:solidFill>
                  <a:srgbClr val="000000"/>
                </a:solidFill>
                <a:latin typeface="Times New Roman" panose="02020603050405020304" pitchFamily="18" charset="0"/>
                <a:cs typeface="Times New Roman" panose="02020603050405020304" pitchFamily="18" charset="0"/>
              </a:defRPr>
            </a:lvl1pPr>
          </a:lstStyle>
          <a:p>
            <a:r>
              <a:rPr lang="en-US" dirty="0"/>
              <a:t>Gestion Personnel</a:t>
            </a:r>
          </a:p>
          <a:p>
            <a:endParaRPr lang="en-US" dirty="0"/>
          </a:p>
        </p:txBody>
      </p:sp>
      <p:sp>
        <p:nvSpPr>
          <p:cNvPr id="20" name="TextBox 20"/>
          <p:cNvSpPr txBox="1"/>
          <p:nvPr/>
        </p:nvSpPr>
        <p:spPr>
          <a:xfrm>
            <a:off x="6738572" y="3429000"/>
            <a:ext cx="1871667" cy="589200"/>
          </a:xfrm>
          <a:prstGeom prst="rect">
            <a:avLst/>
          </a:prstGeom>
        </p:spPr>
        <p:txBody>
          <a:bodyPr wrap="square" lIns="0" tIns="0" rIns="0" bIns="0" rtlCol="0" anchor="t">
            <a:spAutoFit/>
          </a:bodyPr>
          <a:lstStyle>
            <a:defPPr>
              <a:defRPr lang="fr-FR"/>
            </a:defPPr>
            <a:lvl1pPr algn="ctr" defTabSz="609630">
              <a:lnSpc>
                <a:spcPts val="2427"/>
              </a:lnSpc>
              <a:defRPr sz="2000">
                <a:solidFill>
                  <a:srgbClr val="000000"/>
                </a:solidFill>
                <a:latin typeface="Times New Roman" panose="02020603050405020304" pitchFamily="18" charset="0"/>
                <a:cs typeface="Times New Roman" panose="02020603050405020304" pitchFamily="18" charset="0"/>
              </a:defRPr>
            </a:lvl1pPr>
          </a:lstStyle>
          <a:p>
            <a:r>
              <a:rPr lang="en-US" dirty="0"/>
              <a:t>Gestion Salaire</a:t>
            </a:r>
          </a:p>
          <a:p>
            <a:endParaRPr lang="en-US" dirty="0"/>
          </a:p>
        </p:txBody>
      </p:sp>
      <p:sp>
        <p:nvSpPr>
          <p:cNvPr id="22" name="Freeform 13">
            <a:extLst>
              <a:ext uri="{FF2B5EF4-FFF2-40B4-BE49-F238E27FC236}">
                <a16:creationId xmlns:a16="http://schemas.microsoft.com/office/drawing/2014/main" id="{CE3D8C5F-6F75-4A5F-841B-8651BC6A7251}"/>
              </a:ext>
            </a:extLst>
          </p:cNvPr>
          <p:cNvSpPr/>
          <p:nvPr/>
        </p:nvSpPr>
        <p:spPr>
          <a:xfrm rot="5400000">
            <a:off x="8461356" y="2543451"/>
            <a:ext cx="4405735" cy="2781120"/>
          </a:xfrm>
          <a:custGeom>
            <a:avLst/>
            <a:gdLst/>
            <a:ahLst/>
            <a:cxnLst/>
            <a:rect l="l" t="t" r="r" b="b"/>
            <a:pathLst>
              <a:path w="6608603" h="4171680">
                <a:moveTo>
                  <a:pt x="0" y="0"/>
                </a:moveTo>
                <a:lnTo>
                  <a:pt x="6608602" y="0"/>
                </a:lnTo>
                <a:lnTo>
                  <a:pt x="6608602" y="4171680"/>
                </a:lnTo>
                <a:lnTo>
                  <a:pt x="0" y="4171680"/>
                </a:lnTo>
                <a:lnTo>
                  <a:pt x="0" y="0"/>
                </a:lnTo>
                <a:close/>
              </a:path>
            </a:pathLst>
          </a:custGeom>
          <a:blipFill>
            <a:blip r:embed="rId3"/>
            <a:stretch>
              <a:fillRect/>
            </a:stretch>
          </a:blipFill>
        </p:spPr>
        <p:txBody>
          <a:bodyPr/>
          <a:lstStyle/>
          <a:p>
            <a:endParaRPr lang="fr-FR"/>
          </a:p>
        </p:txBody>
      </p:sp>
      <p:sp>
        <p:nvSpPr>
          <p:cNvPr id="23" name="Freeform 14">
            <a:extLst>
              <a:ext uri="{FF2B5EF4-FFF2-40B4-BE49-F238E27FC236}">
                <a16:creationId xmlns:a16="http://schemas.microsoft.com/office/drawing/2014/main" id="{90FE7E2E-38C5-44E8-BFF7-76A31B5DD616}"/>
              </a:ext>
            </a:extLst>
          </p:cNvPr>
          <p:cNvSpPr/>
          <p:nvPr/>
        </p:nvSpPr>
        <p:spPr>
          <a:xfrm>
            <a:off x="10216107" y="1992382"/>
            <a:ext cx="1190711" cy="970430"/>
          </a:xfrm>
          <a:custGeom>
            <a:avLst/>
            <a:gdLst/>
            <a:ahLst/>
            <a:cxnLst/>
            <a:rect l="l" t="t" r="r" b="b"/>
            <a:pathLst>
              <a:path w="1786067" h="1455645">
                <a:moveTo>
                  <a:pt x="0" y="0"/>
                </a:moveTo>
                <a:lnTo>
                  <a:pt x="1786067" y="0"/>
                </a:lnTo>
                <a:lnTo>
                  <a:pt x="1786067" y="1455645"/>
                </a:lnTo>
                <a:lnTo>
                  <a:pt x="0" y="1455645"/>
                </a:lnTo>
                <a:lnTo>
                  <a:pt x="0" y="0"/>
                </a:lnTo>
                <a:close/>
              </a:path>
            </a:pathLst>
          </a:custGeom>
          <a:blipFill>
            <a:blip r:embed="rId7"/>
            <a:stretch>
              <a:fillRect/>
            </a:stretch>
          </a:blipFill>
        </p:spPr>
        <p:txBody>
          <a:bodyPr/>
          <a:lstStyle/>
          <a:p>
            <a:endParaRPr lang="fr-FR"/>
          </a:p>
        </p:txBody>
      </p:sp>
      <p:sp>
        <p:nvSpPr>
          <p:cNvPr id="24" name="TextBox 20">
            <a:extLst>
              <a:ext uri="{FF2B5EF4-FFF2-40B4-BE49-F238E27FC236}">
                <a16:creationId xmlns:a16="http://schemas.microsoft.com/office/drawing/2014/main" id="{C9ACF543-40D9-4A3D-9786-F8299A142993}"/>
              </a:ext>
            </a:extLst>
          </p:cNvPr>
          <p:cNvSpPr txBox="1"/>
          <p:nvPr/>
        </p:nvSpPr>
        <p:spPr>
          <a:xfrm>
            <a:off x="9728389" y="3390412"/>
            <a:ext cx="1871667" cy="281424"/>
          </a:xfrm>
          <a:prstGeom prst="rect">
            <a:avLst/>
          </a:prstGeom>
        </p:spPr>
        <p:txBody>
          <a:bodyPr wrap="square" lIns="0" tIns="0" rIns="0" bIns="0" rtlCol="0" anchor="t">
            <a:spAutoFit/>
          </a:bodyPr>
          <a:lstStyle>
            <a:defPPr>
              <a:defRPr lang="fr-FR"/>
            </a:defPPr>
            <a:lvl1pPr algn="ctr" defTabSz="609630">
              <a:lnSpc>
                <a:spcPts val="2427"/>
              </a:lnSpc>
              <a:defRPr sz="2000">
                <a:solidFill>
                  <a:srgbClr val="000000"/>
                </a:solidFill>
                <a:latin typeface="Times New Roman" panose="02020603050405020304" pitchFamily="18" charset="0"/>
                <a:cs typeface="Times New Roman" panose="02020603050405020304" pitchFamily="18" charset="0"/>
              </a:defRPr>
            </a:lvl1pPr>
          </a:lstStyle>
          <a:p>
            <a:r>
              <a:rPr lang="en-US" dirty="0"/>
              <a:t>Administrateur</a:t>
            </a:r>
          </a:p>
        </p:txBody>
      </p:sp>
      <p:sp>
        <p:nvSpPr>
          <p:cNvPr id="2" name="ZoneTexte 1">
            <a:extLst>
              <a:ext uri="{FF2B5EF4-FFF2-40B4-BE49-F238E27FC236}">
                <a16:creationId xmlns:a16="http://schemas.microsoft.com/office/drawing/2014/main" id="{9475E3EB-6494-4968-9F67-E70FB59EE3F5}"/>
              </a:ext>
            </a:extLst>
          </p:cNvPr>
          <p:cNvSpPr txBox="1"/>
          <p:nvPr/>
        </p:nvSpPr>
        <p:spPr>
          <a:xfrm>
            <a:off x="462013" y="3830855"/>
            <a:ext cx="2117558" cy="1631216"/>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Agences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Departements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Poste</a:t>
            </a:r>
            <a:r>
              <a:rPr lang="fr-FR" sz="2000" dirty="0">
                <a:latin typeface="Times New Roman" panose="02020603050405020304" pitchFamily="18" charset="0"/>
                <a:cs typeface="Times New Roman" panose="02020603050405020304" pitchFamily="18" charset="0"/>
              </a:rPr>
              <a:t>s</a:t>
            </a:r>
          </a:p>
          <a:p>
            <a:pPr marL="285750" indent="-285750">
              <a:buFont typeface="Arial" panose="020B0604020202020204" pitchFamily="34" charset="0"/>
              <a:buChar char="•"/>
            </a:pPr>
            <a:r>
              <a:rPr lang="fr-FR" sz="2000" dirty="0">
                <a:latin typeface="Times New Roman" panose="02020603050405020304" pitchFamily="18" charset="0"/>
                <a:cs typeface="Times New Roman" panose="02020603050405020304" pitchFamily="18" charset="0"/>
              </a:rPr>
              <a:t>Offres</a:t>
            </a:r>
          </a:p>
          <a:p>
            <a:pPr marL="285750" indent="-285750">
              <a:buFont typeface="Arial" panose="020B0604020202020204" pitchFamily="34" charset="0"/>
              <a:buChar char="•"/>
            </a:pPr>
            <a:r>
              <a:rPr lang="fr-FR" sz="2000" dirty="0">
                <a:latin typeface="Times New Roman" panose="02020603050405020304" pitchFamily="18" charset="0"/>
                <a:cs typeface="Times New Roman" panose="02020603050405020304" pitchFamily="18" charset="0"/>
              </a:rPr>
              <a:t>Candidat</a:t>
            </a:r>
            <a:endParaRPr lang="en-US" sz="2000" dirty="0">
              <a:latin typeface="Times New Roman" panose="02020603050405020304" pitchFamily="18" charset="0"/>
              <a:cs typeface="Times New Roman" panose="02020603050405020304" pitchFamily="18" charset="0"/>
            </a:endParaRPr>
          </a:p>
        </p:txBody>
      </p:sp>
      <p:sp>
        <p:nvSpPr>
          <p:cNvPr id="19" name="ZoneTexte 18">
            <a:extLst>
              <a:ext uri="{FF2B5EF4-FFF2-40B4-BE49-F238E27FC236}">
                <a16:creationId xmlns:a16="http://schemas.microsoft.com/office/drawing/2014/main" id="{8E336730-03A8-48C7-BE2A-98037B5CD619}"/>
              </a:ext>
            </a:extLst>
          </p:cNvPr>
          <p:cNvSpPr txBox="1"/>
          <p:nvPr/>
        </p:nvSpPr>
        <p:spPr>
          <a:xfrm>
            <a:off x="3575270" y="3828757"/>
            <a:ext cx="2117558" cy="1631216"/>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Agents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Contrat</a:t>
            </a:r>
          </a:p>
          <a:p>
            <a:pPr marL="285750" indent="-285750">
              <a:buFont typeface="Arial" panose="020B0604020202020204" pitchFamily="34" charset="0"/>
              <a:buChar char="•"/>
            </a:pPr>
            <a:r>
              <a:rPr lang="fr-FR" sz="2000" dirty="0">
                <a:latin typeface="Times New Roman" panose="02020603050405020304" pitchFamily="18" charset="0"/>
                <a:cs typeface="Times New Roman" panose="02020603050405020304" pitchFamily="18" charset="0"/>
              </a:rPr>
              <a:t>Conge</a:t>
            </a:r>
          </a:p>
          <a:p>
            <a:pPr marL="285750" indent="-285750">
              <a:buFont typeface="Arial" panose="020B0604020202020204" pitchFamily="34" charset="0"/>
              <a:buChar char="•"/>
            </a:pPr>
            <a:r>
              <a:rPr lang="fr-FR" sz="2000" dirty="0">
                <a:latin typeface="Times New Roman" panose="02020603050405020304" pitchFamily="18" charset="0"/>
                <a:cs typeface="Times New Roman" panose="02020603050405020304" pitchFamily="18" charset="0"/>
              </a:rPr>
              <a:t>Performance</a:t>
            </a:r>
          </a:p>
          <a:p>
            <a:pPr marL="285750" indent="-285750">
              <a:buFont typeface="Arial" panose="020B0604020202020204" pitchFamily="34" charset="0"/>
              <a:buChar char="•"/>
            </a:pPr>
            <a:r>
              <a:rPr lang="fr-FR" sz="2000" dirty="0">
                <a:latin typeface="Times New Roman" panose="02020603050405020304" pitchFamily="18" charset="0"/>
                <a:cs typeface="Times New Roman" panose="02020603050405020304" pitchFamily="18" charset="0"/>
              </a:rPr>
              <a:t>Formation</a:t>
            </a:r>
            <a:endParaRPr lang="en-US" sz="2000" dirty="0">
              <a:latin typeface="Times New Roman" panose="02020603050405020304" pitchFamily="18" charset="0"/>
              <a:cs typeface="Times New Roman" panose="02020603050405020304" pitchFamily="18" charset="0"/>
            </a:endParaRPr>
          </a:p>
        </p:txBody>
      </p:sp>
      <p:sp>
        <p:nvSpPr>
          <p:cNvPr id="21" name="ZoneTexte 20">
            <a:extLst>
              <a:ext uri="{FF2B5EF4-FFF2-40B4-BE49-F238E27FC236}">
                <a16:creationId xmlns:a16="http://schemas.microsoft.com/office/drawing/2014/main" id="{7BA3E474-D2EC-439E-B3EE-8BC190B33CFD}"/>
              </a:ext>
            </a:extLst>
          </p:cNvPr>
          <p:cNvSpPr txBox="1"/>
          <p:nvPr/>
        </p:nvSpPr>
        <p:spPr>
          <a:xfrm>
            <a:off x="6757222" y="3828757"/>
            <a:ext cx="2117558" cy="1631216"/>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Rubrique</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Feuille calcul</a:t>
            </a:r>
          </a:p>
          <a:p>
            <a:pPr marL="285750" indent="-285750">
              <a:buFont typeface="Arial" panose="020B0604020202020204" pitchFamily="34" charset="0"/>
              <a:buChar char="•"/>
            </a:pPr>
            <a:r>
              <a:rPr lang="fr-FR" sz="2000" dirty="0">
                <a:latin typeface="Times New Roman" panose="02020603050405020304" pitchFamily="18" charset="0"/>
                <a:cs typeface="Times New Roman" panose="02020603050405020304" pitchFamily="18" charset="0"/>
              </a:rPr>
              <a:t>Periode</a:t>
            </a:r>
          </a:p>
          <a:p>
            <a:pPr marL="285750" indent="-285750">
              <a:buFont typeface="Arial" panose="020B0604020202020204" pitchFamily="34" charset="0"/>
              <a:buChar char="•"/>
            </a:pPr>
            <a:r>
              <a:rPr lang="fr-FR" sz="2000" dirty="0">
                <a:latin typeface="Times New Roman" panose="02020603050405020304" pitchFamily="18" charset="0"/>
                <a:cs typeface="Times New Roman" panose="02020603050405020304" pitchFamily="18" charset="0"/>
              </a:rPr>
              <a:t>Salaire</a:t>
            </a:r>
          </a:p>
          <a:p>
            <a:pPr marL="285750" indent="-285750">
              <a:buFont typeface="Arial" panose="020B0604020202020204" pitchFamily="34" charset="0"/>
              <a:buChar char="•"/>
            </a:pPr>
            <a:r>
              <a:rPr lang="fr-FR" sz="2000" dirty="0">
                <a:latin typeface="Times New Roman" panose="02020603050405020304" pitchFamily="18" charset="0"/>
                <a:cs typeface="Times New Roman" panose="02020603050405020304" pitchFamily="18" charset="0"/>
              </a:rPr>
              <a:t>Bulletins</a:t>
            </a:r>
            <a:endParaRPr lang="en-US" sz="2000" dirty="0">
              <a:latin typeface="Times New Roman" panose="02020603050405020304" pitchFamily="18" charset="0"/>
              <a:cs typeface="Times New Roman" panose="02020603050405020304" pitchFamily="18" charset="0"/>
            </a:endParaRPr>
          </a:p>
        </p:txBody>
      </p:sp>
      <p:sp>
        <p:nvSpPr>
          <p:cNvPr id="25" name="ZoneTexte 24">
            <a:extLst>
              <a:ext uri="{FF2B5EF4-FFF2-40B4-BE49-F238E27FC236}">
                <a16:creationId xmlns:a16="http://schemas.microsoft.com/office/drawing/2014/main" id="{8E404BE9-C06B-41FC-B83D-F23BF0E86822}"/>
              </a:ext>
            </a:extLst>
          </p:cNvPr>
          <p:cNvSpPr txBox="1"/>
          <p:nvPr/>
        </p:nvSpPr>
        <p:spPr>
          <a:xfrm>
            <a:off x="9807651" y="3828757"/>
            <a:ext cx="2117558" cy="1015663"/>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Roles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Permissions</a:t>
            </a:r>
          </a:p>
          <a:p>
            <a:pPr marL="285750" indent="-285750">
              <a:buFont typeface="Arial" panose="020B0604020202020204" pitchFamily="34" charset="0"/>
              <a:buChar char="•"/>
            </a:pPr>
            <a:r>
              <a:rPr lang="fr-FR" sz="2000" dirty="0">
                <a:latin typeface="Times New Roman" panose="02020603050405020304" pitchFamily="18" charset="0"/>
                <a:cs typeface="Times New Roman" panose="02020603050405020304" pitchFamily="18" charset="0"/>
              </a:rPr>
              <a:t>Utilisateurs</a:t>
            </a:r>
          </a:p>
        </p:txBody>
      </p:sp>
      <p:sp>
        <p:nvSpPr>
          <p:cNvPr id="3" name="Espace réservé du numéro de diapositive 4">
            <a:extLst>
              <a:ext uri="{FF2B5EF4-FFF2-40B4-BE49-F238E27FC236}">
                <a16:creationId xmlns:a16="http://schemas.microsoft.com/office/drawing/2014/main" id="{7C4D4883-4594-4D19-7391-7515CC0F532A}"/>
              </a:ext>
            </a:extLst>
          </p:cNvPr>
          <p:cNvSpPr>
            <a:spLocks noGrp="1"/>
          </p:cNvSpPr>
          <p:nvPr>
            <p:ph type="sldNum" sz="quarter" idx="12"/>
          </p:nvPr>
        </p:nvSpPr>
        <p:spPr>
          <a:xfrm>
            <a:off x="5908155" y="6131711"/>
            <a:ext cx="723492" cy="500106"/>
          </a:xfrm>
          <a:prstGeom prst="ellipse">
            <a:avLst/>
          </a:prstGeom>
          <a:ln>
            <a:solidFill>
              <a:srgbClr val="0070C0"/>
            </a:solidFill>
          </a:ln>
        </p:spPr>
        <p:style>
          <a:lnRef idx="2">
            <a:schemeClr val="accent2"/>
          </a:lnRef>
          <a:fillRef idx="1">
            <a:schemeClr val="lt1"/>
          </a:fillRef>
          <a:effectRef idx="0">
            <a:schemeClr val="accent2"/>
          </a:effectRef>
          <a:fontRef idx="minor">
            <a:schemeClr val="dk1"/>
          </a:fontRef>
        </p:style>
        <p:txBody>
          <a:bodyPr/>
          <a:lstStyle/>
          <a:p>
            <a:r>
              <a:rPr lang="fr-ML" sz="2000" b="1" dirty="0">
                <a:solidFill>
                  <a:srgbClr val="002060"/>
                </a:solidFill>
                <a:latin typeface="Nunito Sans Black" pitchFamily="2" charset="0"/>
              </a:rPr>
              <a:t>20</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alpha val="96000"/>
          </a:schemeClr>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7427488-068E-4B55-AC8D-CD070B8CD4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US" sz="1200">
              <a:solidFill>
                <a:prstClr val="white"/>
              </a:solidFill>
              <a:latin typeface="Calibri" panose="020F0502020204030204"/>
            </a:endParaRPr>
          </a:p>
        </p:txBody>
      </p:sp>
      <p:grpSp>
        <p:nvGrpSpPr>
          <p:cNvPr id="12" name="Group 11">
            <a:extLst>
              <a:ext uri="{FF2B5EF4-FFF2-40B4-BE49-F238E27FC236}">
                <a16:creationId xmlns:a16="http://schemas.microsoft.com/office/drawing/2014/main" id="{6CEC401A-BC46-41FC-AD55-F7810C3CFA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2191999" cy="4267199"/>
            <a:chOff x="7467600" y="0"/>
            <a:chExt cx="4724400" cy="6858000"/>
          </a:xfrm>
        </p:grpSpPr>
        <p:sp>
          <p:nvSpPr>
            <p:cNvPr id="13" name="Rectangle 12">
              <a:extLst>
                <a:ext uri="{FF2B5EF4-FFF2-40B4-BE49-F238E27FC236}">
                  <a16:creationId xmlns:a16="http://schemas.microsoft.com/office/drawing/2014/main" id="{A287F808-5648-477A-80D6-A0F3BF6DF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defRPr/>
              </a:pPr>
              <a:endParaRPr lang="en-US" sz="1200">
                <a:solidFill>
                  <a:prstClr val="white"/>
                </a:solidFill>
                <a:latin typeface="Calibri" panose="020F0502020204030204"/>
              </a:endParaRPr>
            </a:p>
          </p:txBody>
        </p:sp>
        <p:sp>
          <p:nvSpPr>
            <p:cNvPr id="14" name="Rectangle 13">
              <a:extLst>
                <a:ext uri="{FF2B5EF4-FFF2-40B4-BE49-F238E27FC236}">
                  <a16:creationId xmlns:a16="http://schemas.microsoft.com/office/drawing/2014/main" id="{0A116CF9-DCF6-4F08-B01A-D5F353F83B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defRPr/>
              </a:pPr>
              <a:endParaRPr lang="en-US" sz="1200" dirty="0">
                <a:solidFill>
                  <a:prstClr val="white"/>
                </a:solidFill>
                <a:latin typeface="Calibri" panose="020F0502020204030204"/>
              </a:endParaRPr>
            </a:p>
          </p:txBody>
        </p:sp>
      </p:grpSp>
      <p:sp>
        <p:nvSpPr>
          <p:cNvPr id="16" name="Freeform: Shape 15">
            <a:extLst>
              <a:ext uri="{FF2B5EF4-FFF2-40B4-BE49-F238E27FC236}">
                <a16:creationId xmlns:a16="http://schemas.microsoft.com/office/drawing/2014/main" id="{44D26783-C1CA-4BE1-9D40-3EA516AE3E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267200"/>
          </a:xfrm>
          <a:custGeom>
            <a:avLst/>
            <a:gdLst>
              <a:gd name="connsiteX0" fmla="*/ 2537169 w 12192000"/>
              <a:gd name="connsiteY0" fmla="*/ 4125568 h 4267200"/>
              <a:gd name="connsiteX1" fmla="*/ 3246267 w 12192000"/>
              <a:gd name="connsiteY1" fmla="*/ 4262961 h 4267200"/>
              <a:gd name="connsiteX2" fmla="*/ 3253970 w 12192000"/>
              <a:gd name="connsiteY2" fmla="*/ 4267200 h 4267200"/>
              <a:gd name="connsiteX3" fmla="*/ 3071791 w 12192000"/>
              <a:gd name="connsiteY3" fmla="*/ 4267200 h 4267200"/>
              <a:gd name="connsiteX4" fmla="*/ 2975095 w 12192000"/>
              <a:gd name="connsiteY4" fmla="*/ 4243356 h 4267200"/>
              <a:gd name="connsiteX5" fmla="*/ 2626982 w 12192000"/>
              <a:gd name="connsiteY5" fmla="*/ 4206450 h 4267200"/>
              <a:gd name="connsiteX6" fmla="*/ 2490617 w 12192000"/>
              <a:gd name="connsiteY6" fmla="*/ 4206951 h 4267200"/>
              <a:gd name="connsiteX7" fmla="*/ 2819869 w 12192000"/>
              <a:gd name="connsiteY7" fmla="*/ 4252936 h 4267200"/>
              <a:gd name="connsiteX8" fmla="*/ 2900997 w 12192000"/>
              <a:gd name="connsiteY8" fmla="*/ 4267200 h 4267200"/>
              <a:gd name="connsiteX9" fmla="*/ 2705858 w 12192000"/>
              <a:gd name="connsiteY9" fmla="*/ 4267200 h 4267200"/>
              <a:gd name="connsiteX10" fmla="*/ 2561467 w 12192000"/>
              <a:gd name="connsiteY10" fmla="*/ 4246270 h 4267200"/>
              <a:gd name="connsiteX11" fmla="*/ 2305292 w 12192000"/>
              <a:gd name="connsiteY11" fmla="*/ 4219492 h 4267200"/>
              <a:gd name="connsiteX12" fmla="*/ 2409349 w 12192000"/>
              <a:gd name="connsiteY12" fmla="*/ 4267200 h 4267200"/>
              <a:gd name="connsiteX13" fmla="*/ 2266705 w 12192000"/>
              <a:gd name="connsiteY13" fmla="*/ 4267200 h 4267200"/>
              <a:gd name="connsiteX14" fmla="*/ 2183576 w 12192000"/>
              <a:gd name="connsiteY14" fmla="*/ 4227150 h 4267200"/>
              <a:gd name="connsiteX15" fmla="*/ 2151029 w 12192000"/>
              <a:gd name="connsiteY15" fmla="*/ 4146947 h 4267200"/>
              <a:gd name="connsiteX16" fmla="*/ 2537169 w 12192000"/>
              <a:gd name="connsiteY16" fmla="*/ 4125568 h 4267200"/>
              <a:gd name="connsiteX17" fmla="*/ 9258094 w 12192000"/>
              <a:gd name="connsiteY17" fmla="*/ 3958602 h 4267200"/>
              <a:gd name="connsiteX18" fmla="*/ 8526712 w 12192000"/>
              <a:gd name="connsiteY18" fmla="*/ 4119804 h 4267200"/>
              <a:gd name="connsiteX19" fmla="*/ 9258094 w 12192000"/>
              <a:gd name="connsiteY19" fmla="*/ 3958602 h 4267200"/>
              <a:gd name="connsiteX20" fmla="*/ 9168987 w 12192000"/>
              <a:gd name="connsiteY20" fmla="*/ 3919232 h 4267200"/>
              <a:gd name="connsiteX21" fmla="*/ 8603910 w 12192000"/>
              <a:gd name="connsiteY21" fmla="*/ 4068895 h 4267200"/>
              <a:gd name="connsiteX22" fmla="*/ 9252382 w 12192000"/>
              <a:gd name="connsiteY22" fmla="*/ 3927759 h 4267200"/>
              <a:gd name="connsiteX23" fmla="*/ 9168987 w 12192000"/>
              <a:gd name="connsiteY23" fmla="*/ 3919232 h 4267200"/>
              <a:gd name="connsiteX24" fmla="*/ 1635889 w 12192000"/>
              <a:gd name="connsiteY24" fmla="*/ 3709494 h 4267200"/>
              <a:gd name="connsiteX25" fmla="*/ 1634800 w 12192000"/>
              <a:gd name="connsiteY25" fmla="*/ 3731111 h 4267200"/>
              <a:gd name="connsiteX26" fmla="*/ 1635889 w 12192000"/>
              <a:gd name="connsiteY26" fmla="*/ 3709494 h 4267200"/>
              <a:gd name="connsiteX27" fmla="*/ 3174829 w 12192000"/>
              <a:gd name="connsiteY27" fmla="*/ 3620110 h 4267200"/>
              <a:gd name="connsiteX28" fmla="*/ 3189263 w 12192000"/>
              <a:gd name="connsiteY28" fmla="*/ 3625726 h 4267200"/>
              <a:gd name="connsiteX29" fmla="*/ 3560912 w 12192000"/>
              <a:gd name="connsiteY29" fmla="*/ 4079863 h 4267200"/>
              <a:gd name="connsiteX30" fmla="*/ 3611854 w 12192000"/>
              <a:gd name="connsiteY30" fmla="*/ 4188366 h 4267200"/>
              <a:gd name="connsiteX31" fmla="*/ 3631583 w 12192000"/>
              <a:gd name="connsiteY31" fmla="*/ 4267200 h 4267200"/>
              <a:gd name="connsiteX32" fmla="*/ 3575699 w 12192000"/>
              <a:gd name="connsiteY32" fmla="*/ 4267200 h 4267200"/>
              <a:gd name="connsiteX33" fmla="*/ 3575567 w 12192000"/>
              <a:gd name="connsiteY33" fmla="*/ 4263588 h 4267200"/>
              <a:gd name="connsiteX34" fmla="*/ 3467355 w 12192000"/>
              <a:gd name="connsiteY34" fmla="*/ 3988130 h 4267200"/>
              <a:gd name="connsiteX35" fmla="*/ 3310753 w 12192000"/>
              <a:gd name="connsiteY35" fmla="*/ 3787140 h 4267200"/>
              <a:gd name="connsiteX36" fmla="*/ 3291335 w 12192000"/>
              <a:gd name="connsiteY36" fmla="*/ 3767420 h 4267200"/>
              <a:gd name="connsiteX37" fmla="*/ 3390805 w 12192000"/>
              <a:gd name="connsiteY37" fmla="*/ 3937163 h 4267200"/>
              <a:gd name="connsiteX38" fmla="*/ 3545740 w 12192000"/>
              <a:gd name="connsiteY38" fmla="*/ 4251102 h 4267200"/>
              <a:gd name="connsiteX39" fmla="*/ 3550709 w 12192000"/>
              <a:gd name="connsiteY39" fmla="*/ 4267200 h 4267200"/>
              <a:gd name="connsiteX40" fmla="*/ 3513586 w 12192000"/>
              <a:gd name="connsiteY40" fmla="*/ 4267200 h 4267200"/>
              <a:gd name="connsiteX41" fmla="*/ 3470728 w 12192000"/>
              <a:gd name="connsiteY41" fmla="*/ 4152456 h 4267200"/>
              <a:gd name="connsiteX42" fmla="*/ 3364433 w 12192000"/>
              <a:gd name="connsiteY42" fmla="*/ 3953121 h 4267200"/>
              <a:gd name="connsiteX43" fmla="*/ 3316479 w 12192000"/>
              <a:gd name="connsiteY43" fmla="*/ 3872136 h 4267200"/>
              <a:gd name="connsiteX44" fmla="*/ 3504482 w 12192000"/>
              <a:gd name="connsiteY44" fmla="*/ 4267200 h 4267200"/>
              <a:gd name="connsiteX45" fmla="*/ 3467547 w 12192000"/>
              <a:gd name="connsiteY45" fmla="*/ 4267200 h 4267200"/>
              <a:gd name="connsiteX46" fmla="*/ 3177952 w 12192000"/>
              <a:gd name="connsiteY46" fmla="*/ 3657386 h 4267200"/>
              <a:gd name="connsiteX47" fmla="*/ 3174829 w 12192000"/>
              <a:gd name="connsiteY47" fmla="*/ 3620110 h 4267200"/>
              <a:gd name="connsiteX48" fmla="*/ 11279315 w 12192000"/>
              <a:gd name="connsiteY48" fmla="*/ 3618448 h 4267200"/>
              <a:gd name="connsiteX49" fmla="*/ 11317765 w 12192000"/>
              <a:gd name="connsiteY49" fmla="*/ 3638405 h 4267200"/>
              <a:gd name="connsiteX50" fmla="*/ 11304886 w 12192000"/>
              <a:gd name="connsiteY50" fmla="*/ 4200582 h 4267200"/>
              <a:gd name="connsiteX51" fmla="*/ 11298904 w 12192000"/>
              <a:gd name="connsiteY51" fmla="*/ 4267200 h 4267200"/>
              <a:gd name="connsiteX52" fmla="*/ 11213088 w 12192000"/>
              <a:gd name="connsiteY52" fmla="*/ 4267200 h 4267200"/>
              <a:gd name="connsiteX53" fmla="*/ 11219157 w 12192000"/>
              <a:gd name="connsiteY53" fmla="*/ 4210725 h 4267200"/>
              <a:gd name="connsiteX54" fmla="*/ 11225213 w 12192000"/>
              <a:gd name="connsiteY54" fmla="*/ 3936722 h 4267200"/>
              <a:gd name="connsiteX55" fmla="*/ 11182914 w 12192000"/>
              <a:gd name="connsiteY55" fmla="*/ 4196771 h 4267200"/>
              <a:gd name="connsiteX56" fmla="*/ 11172266 w 12192000"/>
              <a:gd name="connsiteY56" fmla="*/ 4267200 h 4267200"/>
              <a:gd name="connsiteX57" fmla="*/ 11140975 w 12192000"/>
              <a:gd name="connsiteY57" fmla="*/ 4267200 h 4267200"/>
              <a:gd name="connsiteX58" fmla="*/ 11152239 w 12192000"/>
              <a:gd name="connsiteY58" fmla="*/ 4192628 h 4267200"/>
              <a:gd name="connsiteX59" fmla="*/ 11201005 w 12192000"/>
              <a:gd name="connsiteY59" fmla="*/ 3900089 h 4267200"/>
              <a:gd name="connsiteX60" fmla="*/ 11105754 w 12192000"/>
              <a:gd name="connsiteY60" fmla="*/ 4139192 h 4267200"/>
              <a:gd name="connsiteX61" fmla="*/ 11065821 w 12192000"/>
              <a:gd name="connsiteY61" fmla="*/ 4267200 h 4267200"/>
              <a:gd name="connsiteX62" fmla="*/ 10978133 w 12192000"/>
              <a:gd name="connsiteY62" fmla="*/ 4267200 h 4267200"/>
              <a:gd name="connsiteX63" fmla="*/ 11088889 w 12192000"/>
              <a:gd name="connsiteY63" fmla="*/ 3963916 h 4267200"/>
              <a:gd name="connsiteX64" fmla="*/ 11231212 w 12192000"/>
              <a:gd name="connsiteY64" fmla="*/ 3645474 h 4267200"/>
              <a:gd name="connsiteX65" fmla="*/ 11279315 w 12192000"/>
              <a:gd name="connsiteY65" fmla="*/ 3618448 h 4267200"/>
              <a:gd name="connsiteX66" fmla="*/ 10296877 w 12192000"/>
              <a:gd name="connsiteY66" fmla="*/ 3526602 h 4267200"/>
              <a:gd name="connsiteX67" fmla="*/ 10314210 w 12192000"/>
              <a:gd name="connsiteY67" fmla="*/ 3538353 h 4267200"/>
              <a:gd name="connsiteX68" fmla="*/ 10450858 w 12192000"/>
              <a:gd name="connsiteY68" fmla="*/ 3902477 h 4267200"/>
              <a:gd name="connsiteX69" fmla="*/ 10572255 w 12192000"/>
              <a:gd name="connsiteY69" fmla="*/ 4267200 h 4267200"/>
              <a:gd name="connsiteX70" fmla="*/ 10477642 w 12192000"/>
              <a:gd name="connsiteY70" fmla="*/ 4267200 h 4267200"/>
              <a:gd name="connsiteX71" fmla="*/ 10436479 w 12192000"/>
              <a:gd name="connsiteY71" fmla="*/ 4144570 h 4267200"/>
              <a:gd name="connsiteX72" fmla="*/ 10277529 w 12192000"/>
              <a:gd name="connsiteY72" fmla="*/ 3701307 h 4267200"/>
              <a:gd name="connsiteX73" fmla="*/ 10276797 w 12192000"/>
              <a:gd name="connsiteY73" fmla="*/ 3708672 h 4267200"/>
              <a:gd name="connsiteX74" fmla="*/ 10385906 w 12192000"/>
              <a:gd name="connsiteY74" fmla="*/ 4147031 h 4267200"/>
              <a:gd name="connsiteX75" fmla="*/ 10431445 w 12192000"/>
              <a:gd name="connsiteY75" fmla="*/ 4267200 h 4267200"/>
              <a:gd name="connsiteX76" fmla="*/ 10398237 w 12192000"/>
              <a:gd name="connsiteY76" fmla="*/ 4267200 h 4267200"/>
              <a:gd name="connsiteX77" fmla="*/ 10356661 w 12192000"/>
              <a:gd name="connsiteY77" fmla="*/ 4157302 h 4267200"/>
              <a:gd name="connsiteX78" fmla="*/ 10268559 w 12192000"/>
              <a:gd name="connsiteY78" fmla="*/ 3871054 h 4267200"/>
              <a:gd name="connsiteX79" fmla="*/ 10340065 w 12192000"/>
              <a:gd name="connsiteY79" fmla="*/ 4201637 h 4267200"/>
              <a:gd name="connsiteX80" fmla="*/ 10368861 w 12192000"/>
              <a:gd name="connsiteY80" fmla="*/ 4267200 h 4267200"/>
              <a:gd name="connsiteX81" fmla="*/ 10267862 w 12192000"/>
              <a:gd name="connsiteY81" fmla="*/ 4267200 h 4267200"/>
              <a:gd name="connsiteX82" fmla="*/ 10236210 w 12192000"/>
              <a:gd name="connsiteY82" fmla="*/ 4185635 h 4267200"/>
              <a:gd name="connsiteX83" fmla="*/ 10225980 w 12192000"/>
              <a:gd name="connsiteY83" fmla="*/ 3561061 h 4267200"/>
              <a:gd name="connsiteX84" fmla="*/ 10296877 w 12192000"/>
              <a:gd name="connsiteY84" fmla="*/ 3526602 h 4267200"/>
              <a:gd name="connsiteX85" fmla="*/ 3429186 w 12192000"/>
              <a:gd name="connsiteY85" fmla="*/ 3458784 h 4267200"/>
              <a:gd name="connsiteX86" fmla="*/ 3446761 w 12192000"/>
              <a:gd name="connsiteY86" fmla="*/ 3461278 h 4267200"/>
              <a:gd name="connsiteX87" fmla="*/ 4419733 w 12192000"/>
              <a:gd name="connsiteY87" fmla="*/ 3963555 h 4267200"/>
              <a:gd name="connsiteX88" fmla="*/ 4659448 w 12192000"/>
              <a:gd name="connsiteY88" fmla="*/ 4172746 h 4267200"/>
              <a:gd name="connsiteX89" fmla="*/ 4719140 w 12192000"/>
              <a:gd name="connsiteY89" fmla="*/ 4267200 h 4267200"/>
              <a:gd name="connsiteX90" fmla="*/ 4641222 w 12192000"/>
              <a:gd name="connsiteY90" fmla="*/ 4267200 h 4267200"/>
              <a:gd name="connsiteX91" fmla="*/ 4599968 w 12192000"/>
              <a:gd name="connsiteY91" fmla="*/ 4207074 h 4267200"/>
              <a:gd name="connsiteX92" fmla="*/ 4136093 w 12192000"/>
              <a:gd name="connsiteY92" fmla="*/ 3858466 h 4267200"/>
              <a:gd name="connsiteX93" fmla="*/ 3670252 w 12192000"/>
              <a:gd name="connsiteY93" fmla="*/ 3622798 h 4267200"/>
              <a:gd name="connsiteX94" fmla="*/ 3817258 w 12192000"/>
              <a:gd name="connsiteY94" fmla="*/ 3723577 h 4267200"/>
              <a:gd name="connsiteX95" fmla="*/ 4000461 w 12192000"/>
              <a:gd name="connsiteY95" fmla="*/ 3855966 h 4267200"/>
              <a:gd name="connsiteX96" fmla="*/ 4088180 w 12192000"/>
              <a:gd name="connsiteY96" fmla="*/ 3929774 h 4267200"/>
              <a:gd name="connsiteX97" fmla="*/ 4184555 w 12192000"/>
              <a:gd name="connsiteY97" fmla="*/ 4010683 h 4267200"/>
              <a:gd name="connsiteX98" fmla="*/ 4399563 w 12192000"/>
              <a:gd name="connsiteY98" fmla="*/ 4158106 h 4267200"/>
              <a:gd name="connsiteX99" fmla="*/ 4546299 w 12192000"/>
              <a:gd name="connsiteY99" fmla="*/ 4254934 h 4267200"/>
              <a:gd name="connsiteX100" fmla="*/ 4561743 w 12192000"/>
              <a:gd name="connsiteY100" fmla="*/ 4267200 h 4267200"/>
              <a:gd name="connsiteX101" fmla="*/ 4509274 w 12192000"/>
              <a:gd name="connsiteY101" fmla="*/ 4267200 h 4267200"/>
              <a:gd name="connsiteX102" fmla="*/ 4383389 w 12192000"/>
              <a:gd name="connsiteY102" fmla="*/ 4184369 h 4267200"/>
              <a:gd name="connsiteX103" fmla="*/ 4165508 w 12192000"/>
              <a:gd name="connsiteY103" fmla="*/ 4035196 h 4267200"/>
              <a:gd name="connsiteX104" fmla="*/ 4068162 w 12192000"/>
              <a:gd name="connsiteY104" fmla="*/ 3953394 h 4267200"/>
              <a:gd name="connsiteX105" fmla="*/ 3981416 w 12192000"/>
              <a:gd name="connsiteY105" fmla="*/ 3880482 h 4267200"/>
              <a:gd name="connsiteX106" fmla="*/ 3800147 w 12192000"/>
              <a:gd name="connsiteY106" fmla="*/ 3749872 h 4267200"/>
              <a:gd name="connsiteX107" fmla="*/ 3655073 w 12192000"/>
              <a:gd name="connsiteY107" fmla="*/ 3650884 h 4267200"/>
              <a:gd name="connsiteX108" fmla="*/ 3989938 w 12192000"/>
              <a:gd name="connsiteY108" fmla="*/ 3991685 h 4267200"/>
              <a:gd name="connsiteX109" fmla="*/ 4393907 w 12192000"/>
              <a:gd name="connsiteY109" fmla="*/ 4261258 h 4267200"/>
              <a:gd name="connsiteX110" fmla="*/ 4408201 w 12192000"/>
              <a:gd name="connsiteY110" fmla="*/ 4267200 h 4267200"/>
              <a:gd name="connsiteX111" fmla="*/ 4250346 w 12192000"/>
              <a:gd name="connsiteY111" fmla="*/ 4267200 h 4267200"/>
              <a:gd name="connsiteX112" fmla="*/ 4245269 w 12192000"/>
              <a:gd name="connsiteY112" fmla="*/ 4265040 h 4267200"/>
              <a:gd name="connsiteX113" fmla="*/ 4036318 w 12192000"/>
              <a:gd name="connsiteY113" fmla="*/ 4147013 h 4267200"/>
              <a:gd name="connsiteX114" fmla="*/ 3432098 w 12192000"/>
              <a:gd name="connsiteY114" fmla="*/ 3537312 h 4267200"/>
              <a:gd name="connsiteX115" fmla="*/ 3429186 w 12192000"/>
              <a:gd name="connsiteY115" fmla="*/ 3458784 h 4267200"/>
              <a:gd name="connsiteX116" fmla="*/ 9334796 w 12192000"/>
              <a:gd name="connsiteY116" fmla="*/ 3456584 h 4267200"/>
              <a:gd name="connsiteX117" fmla="*/ 9651570 w 12192000"/>
              <a:gd name="connsiteY117" fmla="*/ 3826505 h 4267200"/>
              <a:gd name="connsiteX118" fmla="*/ 9334796 w 12192000"/>
              <a:gd name="connsiteY118" fmla="*/ 3456584 h 4267200"/>
              <a:gd name="connsiteX119" fmla="*/ 4440129 w 12192000"/>
              <a:gd name="connsiteY119" fmla="*/ 3448571 h 4267200"/>
              <a:gd name="connsiteX120" fmla="*/ 4856525 w 12192000"/>
              <a:gd name="connsiteY120" fmla="*/ 3915351 h 4267200"/>
              <a:gd name="connsiteX121" fmla="*/ 5059055 w 12192000"/>
              <a:gd name="connsiteY121" fmla="*/ 4108918 h 4267200"/>
              <a:gd name="connsiteX122" fmla="*/ 5290070 w 12192000"/>
              <a:gd name="connsiteY122" fmla="*/ 4263619 h 4267200"/>
              <a:gd name="connsiteX123" fmla="*/ 4834991 w 12192000"/>
              <a:gd name="connsiteY123" fmla="*/ 3830985 h 4267200"/>
              <a:gd name="connsiteX124" fmla="*/ 4440129 w 12192000"/>
              <a:gd name="connsiteY124" fmla="*/ 3448571 h 4267200"/>
              <a:gd name="connsiteX125" fmla="*/ 5425834 w 12192000"/>
              <a:gd name="connsiteY125" fmla="*/ 3162785 h 4267200"/>
              <a:gd name="connsiteX126" fmla="*/ 5401644 w 12192000"/>
              <a:gd name="connsiteY126" fmla="*/ 3617847 h 4267200"/>
              <a:gd name="connsiteX127" fmla="*/ 5467256 w 12192000"/>
              <a:gd name="connsiteY127" fmla="*/ 4175494 h 4267200"/>
              <a:gd name="connsiteX128" fmla="*/ 5448069 w 12192000"/>
              <a:gd name="connsiteY128" fmla="*/ 3567554 h 4267200"/>
              <a:gd name="connsiteX129" fmla="*/ 1318687 w 12192000"/>
              <a:gd name="connsiteY129" fmla="*/ 3113840 h 4267200"/>
              <a:gd name="connsiteX130" fmla="*/ 1066793 w 12192000"/>
              <a:gd name="connsiteY130" fmla="*/ 3212171 h 4267200"/>
              <a:gd name="connsiteX131" fmla="*/ 993319 w 12192000"/>
              <a:gd name="connsiteY131" fmla="*/ 3247648 h 4267200"/>
              <a:gd name="connsiteX132" fmla="*/ 853081 w 12192000"/>
              <a:gd name="connsiteY132" fmla="*/ 3312410 h 4267200"/>
              <a:gd name="connsiteX133" fmla="*/ 805957 w 12192000"/>
              <a:gd name="connsiteY133" fmla="*/ 3330443 h 4267200"/>
              <a:gd name="connsiteX134" fmla="*/ 1318687 w 12192000"/>
              <a:gd name="connsiteY134" fmla="*/ 3113840 h 4267200"/>
              <a:gd name="connsiteX135" fmla="*/ 5453702 w 12192000"/>
              <a:gd name="connsiteY135" fmla="*/ 3090882 h 4267200"/>
              <a:gd name="connsiteX136" fmla="*/ 5480135 w 12192000"/>
              <a:gd name="connsiteY136" fmla="*/ 3565802 h 4267200"/>
              <a:gd name="connsiteX137" fmla="*/ 5499023 w 12192000"/>
              <a:gd name="connsiteY137" fmla="*/ 4166310 h 4267200"/>
              <a:gd name="connsiteX138" fmla="*/ 5547022 w 12192000"/>
              <a:gd name="connsiteY138" fmla="*/ 3607838 h 4267200"/>
              <a:gd name="connsiteX139" fmla="*/ 5515964 w 12192000"/>
              <a:gd name="connsiteY139" fmla="*/ 3378541 h 4267200"/>
              <a:gd name="connsiteX140" fmla="*/ 5453702 w 12192000"/>
              <a:gd name="connsiteY140" fmla="*/ 3090882 h 4267200"/>
              <a:gd name="connsiteX141" fmla="*/ 9790480 w 12192000"/>
              <a:gd name="connsiteY141" fmla="*/ 3078533 h 4267200"/>
              <a:gd name="connsiteX142" fmla="*/ 9763295 w 12192000"/>
              <a:gd name="connsiteY142" fmla="*/ 3245370 h 4267200"/>
              <a:gd name="connsiteX143" fmla="*/ 9736458 w 12192000"/>
              <a:gd name="connsiteY143" fmla="*/ 3758413 h 4267200"/>
              <a:gd name="connsiteX144" fmla="*/ 9763499 w 12192000"/>
              <a:gd name="connsiteY144" fmla="*/ 3528057 h 4267200"/>
              <a:gd name="connsiteX145" fmla="*/ 9793906 w 12192000"/>
              <a:gd name="connsiteY145" fmla="*/ 3231157 h 4267200"/>
              <a:gd name="connsiteX146" fmla="*/ 9791874 w 12192000"/>
              <a:gd name="connsiteY146" fmla="*/ 3142788 h 4267200"/>
              <a:gd name="connsiteX147" fmla="*/ 9790480 w 12192000"/>
              <a:gd name="connsiteY147" fmla="*/ 3078533 h 4267200"/>
              <a:gd name="connsiteX148" fmla="*/ 1238695 w 12192000"/>
              <a:gd name="connsiteY148" fmla="*/ 3076820 h 4267200"/>
              <a:gd name="connsiteX149" fmla="*/ 716371 w 12192000"/>
              <a:gd name="connsiteY149" fmla="*/ 3293249 h 4267200"/>
              <a:gd name="connsiteX150" fmla="*/ 579522 w 12192000"/>
              <a:gd name="connsiteY150" fmla="*/ 3371759 h 4267200"/>
              <a:gd name="connsiteX151" fmla="*/ 600288 w 12192000"/>
              <a:gd name="connsiteY151" fmla="*/ 3365555 h 4267200"/>
              <a:gd name="connsiteX152" fmla="*/ 840692 w 12192000"/>
              <a:gd name="connsiteY152" fmla="*/ 3284921 h 4267200"/>
              <a:gd name="connsiteX153" fmla="*/ 979248 w 12192000"/>
              <a:gd name="connsiteY153" fmla="*/ 3221003 h 4267200"/>
              <a:gd name="connsiteX154" fmla="*/ 1053282 w 12192000"/>
              <a:gd name="connsiteY154" fmla="*/ 3185247 h 4267200"/>
              <a:gd name="connsiteX155" fmla="*/ 1320603 w 12192000"/>
              <a:gd name="connsiteY155" fmla="*/ 3081281 h 4267200"/>
              <a:gd name="connsiteX156" fmla="*/ 1238695 w 12192000"/>
              <a:gd name="connsiteY156" fmla="*/ 3076820 h 4267200"/>
              <a:gd name="connsiteX157" fmla="*/ 5425627 w 12192000"/>
              <a:gd name="connsiteY157" fmla="*/ 2954192 h 4267200"/>
              <a:gd name="connsiteX158" fmla="*/ 5470770 w 12192000"/>
              <a:gd name="connsiteY158" fmla="*/ 3005435 h 4267200"/>
              <a:gd name="connsiteX159" fmla="*/ 5567647 w 12192000"/>
              <a:gd name="connsiteY159" fmla="*/ 4190286 h 4267200"/>
              <a:gd name="connsiteX160" fmla="*/ 5545854 w 12192000"/>
              <a:gd name="connsiteY160" fmla="*/ 4267200 h 4267200"/>
              <a:gd name="connsiteX161" fmla="*/ 5391871 w 12192000"/>
              <a:gd name="connsiteY161" fmla="*/ 4267200 h 4267200"/>
              <a:gd name="connsiteX162" fmla="*/ 5318171 w 12192000"/>
              <a:gd name="connsiteY162" fmla="*/ 4175818 h 4267200"/>
              <a:gd name="connsiteX163" fmla="*/ 4943646 w 12192000"/>
              <a:gd name="connsiteY163" fmla="*/ 3822916 h 4267200"/>
              <a:gd name="connsiteX164" fmla="*/ 4594837 w 12192000"/>
              <a:gd name="connsiteY164" fmla="*/ 3532274 h 4267200"/>
              <a:gd name="connsiteX165" fmla="*/ 4441737 w 12192000"/>
              <a:gd name="connsiteY165" fmla="*/ 3399734 h 4267200"/>
              <a:gd name="connsiteX166" fmla="*/ 4431236 w 12192000"/>
              <a:gd name="connsiteY166" fmla="*/ 3400954 h 4267200"/>
              <a:gd name="connsiteX167" fmla="*/ 4557150 w 12192000"/>
              <a:gd name="connsiteY167" fmla="*/ 3510023 h 4267200"/>
              <a:gd name="connsiteX168" fmla="*/ 4856936 w 12192000"/>
              <a:gd name="connsiteY168" fmla="*/ 3809146 h 4267200"/>
              <a:gd name="connsiteX169" fmla="*/ 5111996 w 12192000"/>
              <a:gd name="connsiteY169" fmla="*/ 4065759 h 4267200"/>
              <a:gd name="connsiteX170" fmla="*/ 5246890 w 12192000"/>
              <a:gd name="connsiteY170" fmla="*/ 4187633 h 4267200"/>
              <a:gd name="connsiteX171" fmla="*/ 5347266 w 12192000"/>
              <a:gd name="connsiteY171" fmla="*/ 4267200 h 4267200"/>
              <a:gd name="connsiteX172" fmla="*/ 5164092 w 12192000"/>
              <a:gd name="connsiteY172" fmla="*/ 4267200 h 4267200"/>
              <a:gd name="connsiteX173" fmla="*/ 5108945 w 12192000"/>
              <a:gd name="connsiteY173" fmla="*/ 4232176 h 4267200"/>
              <a:gd name="connsiteX174" fmla="*/ 4294126 w 12192000"/>
              <a:gd name="connsiteY174" fmla="*/ 3303048 h 4267200"/>
              <a:gd name="connsiteX175" fmla="*/ 4305321 w 12192000"/>
              <a:gd name="connsiteY175" fmla="*/ 3256953 h 4267200"/>
              <a:gd name="connsiteX176" fmla="*/ 4949299 w 12192000"/>
              <a:gd name="connsiteY176" fmla="*/ 3766336 h 4267200"/>
              <a:gd name="connsiteX177" fmla="*/ 5291452 w 12192000"/>
              <a:gd name="connsiteY177" fmla="*/ 4076801 h 4267200"/>
              <a:gd name="connsiteX178" fmla="*/ 5434998 w 12192000"/>
              <a:gd name="connsiteY178" fmla="*/ 4254100 h 4267200"/>
              <a:gd name="connsiteX179" fmla="*/ 5351015 w 12192000"/>
              <a:gd name="connsiteY179" fmla="*/ 3760989 h 4267200"/>
              <a:gd name="connsiteX180" fmla="*/ 5413780 w 12192000"/>
              <a:gd name="connsiteY180" fmla="*/ 2966265 h 4267200"/>
              <a:gd name="connsiteX181" fmla="*/ 5425627 w 12192000"/>
              <a:gd name="connsiteY181" fmla="*/ 2954192 h 4267200"/>
              <a:gd name="connsiteX182" fmla="*/ 8380397 w 12192000"/>
              <a:gd name="connsiteY182" fmla="*/ 2896659 h 4267200"/>
              <a:gd name="connsiteX183" fmla="*/ 8634801 w 12192000"/>
              <a:gd name="connsiteY183" fmla="*/ 3304169 h 4267200"/>
              <a:gd name="connsiteX184" fmla="*/ 8971448 w 12192000"/>
              <a:gd name="connsiteY184" fmla="*/ 3675946 h 4267200"/>
              <a:gd name="connsiteX185" fmla="*/ 8820691 w 12192000"/>
              <a:gd name="connsiteY185" fmla="*/ 3486482 h 4267200"/>
              <a:gd name="connsiteX186" fmla="*/ 8807612 w 12192000"/>
              <a:gd name="connsiteY186" fmla="*/ 3467256 h 4267200"/>
              <a:gd name="connsiteX187" fmla="*/ 8556796 w 12192000"/>
              <a:gd name="connsiteY187" fmla="*/ 3116474 h 4267200"/>
              <a:gd name="connsiteX188" fmla="*/ 8427018 w 12192000"/>
              <a:gd name="connsiteY188" fmla="*/ 2948853 h 4267200"/>
              <a:gd name="connsiteX189" fmla="*/ 8380397 w 12192000"/>
              <a:gd name="connsiteY189" fmla="*/ 2896659 h 4267200"/>
              <a:gd name="connsiteX190" fmla="*/ 9831020 w 12192000"/>
              <a:gd name="connsiteY190" fmla="*/ 2871730 h 4267200"/>
              <a:gd name="connsiteX191" fmla="*/ 9827707 w 12192000"/>
              <a:gd name="connsiteY191" fmla="*/ 2915231 h 4267200"/>
              <a:gd name="connsiteX192" fmla="*/ 9820699 w 12192000"/>
              <a:gd name="connsiteY192" fmla="*/ 3051540 h 4267200"/>
              <a:gd name="connsiteX193" fmla="*/ 9822525 w 12192000"/>
              <a:gd name="connsiteY193" fmla="*/ 3140814 h 4267200"/>
              <a:gd name="connsiteX194" fmla="*/ 9824704 w 12192000"/>
              <a:gd name="connsiteY194" fmla="*/ 3230628 h 4267200"/>
              <a:gd name="connsiteX195" fmla="*/ 9793821 w 12192000"/>
              <a:gd name="connsiteY195" fmla="*/ 3531652 h 4267200"/>
              <a:gd name="connsiteX196" fmla="*/ 9767436 w 12192000"/>
              <a:gd name="connsiteY196" fmla="*/ 3750864 h 4267200"/>
              <a:gd name="connsiteX197" fmla="*/ 9814477 w 12192000"/>
              <a:gd name="connsiteY197" fmla="*/ 3662531 h 4267200"/>
              <a:gd name="connsiteX198" fmla="*/ 9831020 w 12192000"/>
              <a:gd name="connsiteY198" fmla="*/ 2871730 h 4267200"/>
              <a:gd name="connsiteX199" fmla="*/ 8380521 w 12192000"/>
              <a:gd name="connsiteY199" fmla="*/ 2850596 h 4267200"/>
              <a:gd name="connsiteX200" fmla="*/ 8451446 w 12192000"/>
              <a:gd name="connsiteY200" fmla="*/ 2928627 h 4267200"/>
              <a:gd name="connsiteX201" fmla="*/ 8582269 w 12192000"/>
              <a:gd name="connsiteY201" fmla="*/ 3097880 h 4267200"/>
              <a:gd name="connsiteX202" fmla="*/ 8833783 w 12192000"/>
              <a:gd name="connsiteY202" fmla="*/ 3449753 h 4267200"/>
              <a:gd name="connsiteX203" fmla="*/ 8846863 w 12192000"/>
              <a:gd name="connsiteY203" fmla="*/ 3468981 h 4267200"/>
              <a:gd name="connsiteX204" fmla="*/ 8960046 w 12192000"/>
              <a:gd name="connsiteY204" fmla="*/ 3620389 h 4267200"/>
              <a:gd name="connsiteX205" fmla="*/ 8380521 w 12192000"/>
              <a:gd name="connsiteY205" fmla="*/ 2850596 h 4267200"/>
              <a:gd name="connsiteX206" fmla="*/ 9854151 w 12192000"/>
              <a:gd name="connsiteY206" fmla="*/ 2642862 h 4267200"/>
              <a:gd name="connsiteX207" fmla="*/ 9871341 w 12192000"/>
              <a:gd name="connsiteY207" fmla="*/ 2659697 h 4267200"/>
              <a:gd name="connsiteX208" fmla="*/ 9966678 w 12192000"/>
              <a:gd name="connsiteY208" fmla="*/ 3423399 h 4267200"/>
              <a:gd name="connsiteX209" fmla="*/ 9880832 w 12192000"/>
              <a:gd name="connsiteY209" fmla="*/ 3700562 h 4267200"/>
              <a:gd name="connsiteX210" fmla="*/ 9896024 w 12192000"/>
              <a:gd name="connsiteY210" fmla="*/ 4178295 h 4267200"/>
              <a:gd name="connsiteX211" fmla="*/ 10028060 w 12192000"/>
              <a:gd name="connsiteY211" fmla="*/ 4267200 h 4267200"/>
              <a:gd name="connsiteX212" fmla="*/ 9651813 w 12192000"/>
              <a:gd name="connsiteY212" fmla="*/ 4267200 h 4267200"/>
              <a:gd name="connsiteX213" fmla="*/ 9814527 w 12192000"/>
              <a:gd name="connsiteY213" fmla="*/ 4248048 h 4267200"/>
              <a:gd name="connsiteX214" fmla="*/ 9615182 w 12192000"/>
              <a:gd name="connsiteY214" fmla="*/ 4220499 h 4267200"/>
              <a:gd name="connsiteX215" fmla="*/ 9465210 w 12192000"/>
              <a:gd name="connsiteY215" fmla="*/ 4242240 h 4267200"/>
              <a:gd name="connsiteX216" fmla="*/ 9387108 w 12192000"/>
              <a:gd name="connsiteY216" fmla="*/ 4267200 h 4267200"/>
              <a:gd name="connsiteX217" fmla="*/ 9268441 w 12192000"/>
              <a:gd name="connsiteY217" fmla="*/ 4267200 h 4267200"/>
              <a:gd name="connsiteX218" fmla="*/ 9307676 w 12192000"/>
              <a:gd name="connsiteY218" fmla="*/ 4251276 h 4267200"/>
              <a:gd name="connsiteX219" fmla="*/ 9761570 w 12192000"/>
              <a:gd name="connsiteY219" fmla="*/ 4182283 h 4267200"/>
              <a:gd name="connsiteX220" fmla="*/ 9368237 w 12192000"/>
              <a:gd name="connsiteY220" fmla="*/ 3949470 h 4267200"/>
              <a:gd name="connsiteX221" fmla="*/ 9354614 w 12192000"/>
              <a:gd name="connsiteY221" fmla="*/ 3951288 h 4267200"/>
              <a:gd name="connsiteX222" fmla="*/ 8364351 w 12192000"/>
              <a:gd name="connsiteY222" fmla="*/ 4159267 h 4267200"/>
              <a:gd name="connsiteX223" fmla="*/ 8386567 w 12192000"/>
              <a:gd name="connsiteY223" fmla="*/ 4119760 h 4267200"/>
              <a:gd name="connsiteX224" fmla="*/ 9231713 w 12192000"/>
              <a:gd name="connsiteY224" fmla="*/ 3873539 h 4267200"/>
              <a:gd name="connsiteX225" fmla="*/ 9023301 w 12192000"/>
              <a:gd name="connsiteY225" fmla="*/ 3763109 h 4267200"/>
              <a:gd name="connsiteX226" fmla="*/ 9010556 w 12192000"/>
              <a:gd name="connsiteY226" fmla="*/ 3758998 h 4267200"/>
              <a:gd name="connsiteX227" fmla="*/ 8604324 w 12192000"/>
              <a:gd name="connsiteY227" fmla="*/ 3417171 h 4267200"/>
              <a:gd name="connsiteX228" fmla="*/ 8218577 w 12192000"/>
              <a:gd name="connsiteY228" fmla="*/ 2770227 h 4267200"/>
              <a:gd name="connsiteX229" fmla="*/ 8222774 w 12192000"/>
              <a:gd name="connsiteY229" fmla="*/ 2749954 h 4267200"/>
              <a:gd name="connsiteX230" fmla="*/ 8297623 w 12192000"/>
              <a:gd name="connsiteY230" fmla="*/ 2731935 h 4267200"/>
              <a:gd name="connsiteX231" fmla="*/ 9090618 w 12192000"/>
              <a:gd name="connsiteY231" fmla="*/ 3716225 h 4267200"/>
              <a:gd name="connsiteX232" fmla="*/ 9762441 w 12192000"/>
              <a:gd name="connsiteY232" fmla="*/ 4093587 h 4267200"/>
              <a:gd name="connsiteX233" fmla="*/ 9717826 w 12192000"/>
              <a:gd name="connsiteY233" fmla="*/ 3916719 h 4267200"/>
              <a:gd name="connsiteX234" fmla="*/ 9713123 w 12192000"/>
              <a:gd name="connsiteY234" fmla="*/ 3916663 h 4267200"/>
              <a:gd name="connsiteX235" fmla="*/ 9175594 w 12192000"/>
              <a:gd name="connsiteY235" fmla="*/ 3326950 h 4267200"/>
              <a:gd name="connsiteX236" fmla="*/ 9253941 w 12192000"/>
              <a:gd name="connsiteY236" fmla="*/ 3287566 h 4267200"/>
              <a:gd name="connsiteX237" fmla="*/ 9625671 w 12192000"/>
              <a:gd name="connsiteY237" fmla="*/ 3639960 h 4267200"/>
              <a:gd name="connsiteX238" fmla="*/ 9656881 w 12192000"/>
              <a:gd name="connsiteY238" fmla="*/ 3333361 h 4267200"/>
              <a:gd name="connsiteX239" fmla="*/ 9782066 w 12192000"/>
              <a:gd name="connsiteY239" fmla="*/ 2680771 h 4267200"/>
              <a:gd name="connsiteX240" fmla="*/ 9854151 w 12192000"/>
              <a:gd name="connsiteY240" fmla="*/ 2642862 h 4267200"/>
              <a:gd name="connsiteX241" fmla="*/ 11114299 w 12192000"/>
              <a:gd name="connsiteY241" fmla="*/ 2390555 h 4267200"/>
              <a:gd name="connsiteX242" fmla="*/ 11113373 w 12192000"/>
              <a:gd name="connsiteY242" fmla="*/ 2392739 h 4267200"/>
              <a:gd name="connsiteX243" fmla="*/ 11117197 w 12192000"/>
              <a:gd name="connsiteY243" fmla="*/ 2394358 h 4267200"/>
              <a:gd name="connsiteX244" fmla="*/ 11114299 w 12192000"/>
              <a:gd name="connsiteY244" fmla="*/ 2390555 h 4267200"/>
              <a:gd name="connsiteX245" fmla="*/ 10506276 w 12192000"/>
              <a:gd name="connsiteY245" fmla="*/ 2118977 h 4267200"/>
              <a:gd name="connsiteX246" fmla="*/ 10431542 w 12192000"/>
              <a:gd name="connsiteY246" fmla="*/ 2525128 h 4267200"/>
              <a:gd name="connsiteX247" fmla="*/ 10391375 w 12192000"/>
              <a:gd name="connsiteY247" fmla="*/ 2667145 h 4267200"/>
              <a:gd name="connsiteX248" fmla="*/ 10355047 w 12192000"/>
              <a:gd name="connsiteY248" fmla="*/ 2832031 h 4267200"/>
              <a:gd name="connsiteX249" fmla="*/ 10336080 w 12192000"/>
              <a:gd name="connsiteY249" fmla="*/ 2927011 h 4267200"/>
              <a:gd name="connsiteX250" fmla="*/ 10389394 w 12192000"/>
              <a:gd name="connsiteY250" fmla="*/ 2782834 h 4267200"/>
              <a:gd name="connsiteX251" fmla="*/ 10506276 w 12192000"/>
              <a:gd name="connsiteY251" fmla="*/ 2118977 h 4267200"/>
              <a:gd name="connsiteX252" fmla="*/ 11538179 w 12192000"/>
              <a:gd name="connsiteY252" fmla="*/ 2090376 h 4267200"/>
              <a:gd name="connsiteX253" fmla="*/ 11577479 w 12192000"/>
              <a:gd name="connsiteY253" fmla="*/ 2228695 h 4267200"/>
              <a:gd name="connsiteX254" fmla="*/ 11586754 w 12192000"/>
              <a:gd name="connsiteY254" fmla="*/ 2266098 h 4267200"/>
              <a:gd name="connsiteX255" fmla="*/ 11609011 w 12192000"/>
              <a:gd name="connsiteY255" fmla="*/ 2353427 h 4267200"/>
              <a:gd name="connsiteX256" fmla="*/ 11761579 w 12192000"/>
              <a:gd name="connsiteY256" fmla="*/ 2703223 h 4267200"/>
              <a:gd name="connsiteX257" fmla="*/ 11877711 w 12192000"/>
              <a:gd name="connsiteY257" fmla="*/ 2947465 h 4267200"/>
              <a:gd name="connsiteX258" fmla="*/ 11538179 w 12192000"/>
              <a:gd name="connsiteY258" fmla="*/ 2090376 h 4267200"/>
              <a:gd name="connsiteX259" fmla="*/ 6604735 w 12192000"/>
              <a:gd name="connsiteY259" fmla="*/ 2041381 h 4267200"/>
              <a:gd name="connsiteX260" fmla="*/ 7204487 w 12192000"/>
              <a:gd name="connsiteY260" fmla="*/ 2742112 h 4267200"/>
              <a:gd name="connsiteX261" fmla="*/ 7131592 w 12192000"/>
              <a:gd name="connsiteY261" fmla="*/ 2672096 h 4267200"/>
              <a:gd name="connsiteX262" fmla="*/ 6996344 w 12192000"/>
              <a:gd name="connsiteY262" fmla="*/ 2518310 h 4267200"/>
              <a:gd name="connsiteX263" fmla="*/ 6735495 w 12192000"/>
              <a:gd name="connsiteY263" fmla="*/ 2196890 h 4267200"/>
              <a:gd name="connsiteX264" fmla="*/ 6721901 w 12192000"/>
              <a:gd name="connsiteY264" fmla="*/ 2179274 h 4267200"/>
              <a:gd name="connsiteX265" fmla="*/ 6604735 w 12192000"/>
              <a:gd name="connsiteY265" fmla="*/ 2041381 h 4267200"/>
              <a:gd name="connsiteX266" fmla="*/ 11488421 w 12192000"/>
              <a:gd name="connsiteY266" fmla="*/ 2034549 h 4267200"/>
              <a:gd name="connsiteX267" fmla="*/ 11840356 w 12192000"/>
              <a:gd name="connsiteY267" fmla="*/ 2932293 h 4267200"/>
              <a:gd name="connsiteX268" fmla="*/ 11736331 w 12192000"/>
              <a:gd name="connsiteY268" fmla="*/ 2715710 h 4267200"/>
              <a:gd name="connsiteX269" fmla="*/ 11581560 w 12192000"/>
              <a:gd name="connsiteY269" fmla="*/ 2360474 h 4267200"/>
              <a:gd name="connsiteX270" fmla="*/ 11558442 w 12192000"/>
              <a:gd name="connsiteY270" fmla="*/ 2272139 h 4267200"/>
              <a:gd name="connsiteX271" fmla="*/ 11549169 w 12192000"/>
              <a:gd name="connsiteY271" fmla="*/ 2234734 h 4267200"/>
              <a:gd name="connsiteX272" fmla="*/ 11488421 w 12192000"/>
              <a:gd name="connsiteY272" fmla="*/ 2034549 h 4267200"/>
              <a:gd name="connsiteX273" fmla="*/ 10468916 w 12192000"/>
              <a:gd name="connsiteY273" fmla="*/ 2032338 h 4267200"/>
              <a:gd name="connsiteX274" fmla="*/ 10421480 w 12192000"/>
              <a:gd name="connsiteY274" fmla="*/ 2185446 h 4267200"/>
              <a:gd name="connsiteX275" fmla="*/ 10351264 w 12192000"/>
              <a:gd name="connsiteY275" fmla="*/ 2591574 h 4267200"/>
              <a:gd name="connsiteX276" fmla="*/ 10294485 w 12192000"/>
              <a:gd name="connsiteY276" fmla="*/ 2991809 h 4267200"/>
              <a:gd name="connsiteX277" fmla="*/ 10327850 w 12192000"/>
              <a:gd name="connsiteY277" fmla="*/ 2826310 h 4267200"/>
              <a:gd name="connsiteX278" fmla="*/ 10364099 w 12192000"/>
              <a:gd name="connsiteY278" fmla="*/ 2660098 h 4267200"/>
              <a:gd name="connsiteX279" fmla="*/ 10404725 w 12192000"/>
              <a:gd name="connsiteY279" fmla="*/ 2516991 h 4267200"/>
              <a:gd name="connsiteX280" fmla="*/ 10478071 w 12192000"/>
              <a:gd name="connsiteY280" fmla="*/ 2114122 h 4267200"/>
              <a:gd name="connsiteX281" fmla="*/ 10468916 w 12192000"/>
              <a:gd name="connsiteY281" fmla="*/ 2032338 h 4267200"/>
              <a:gd name="connsiteX282" fmla="*/ 10573132 w 12192000"/>
              <a:gd name="connsiteY282" fmla="*/ 1991479 h 4267200"/>
              <a:gd name="connsiteX283" fmla="*/ 11066880 w 12192000"/>
              <a:gd name="connsiteY283" fmla="*/ 2371770 h 4267200"/>
              <a:gd name="connsiteX284" fmla="*/ 10573132 w 12192000"/>
              <a:gd name="connsiteY284" fmla="*/ 1991479 h 4267200"/>
              <a:gd name="connsiteX285" fmla="*/ 6591670 w 12192000"/>
              <a:gd name="connsiteY285" fmla="*/ 1988277 h 4267200"/>
              <a:gd name="connsiteX286" fmla="*/ 6747349 w 12192000"/>
              <a:gd name="connsiteY286" fmla="*/ 2160069 h 4267200"/>
              <a:gd name="connsiteX287" fmla="*/ 6760943 w 12192000"/>
              <a:gd name="connsiteY287" fmla="*/ 2177686 h 4267200"/>
              <a:gd name="connsiteX288" fmla="*/ 7021065 w 12192000"/>
              <a:gd name="connsiteY288" fmla="*/ 2498102 h 4267200"/>
              <a:gd name="connsiteX289" fmla="*/ 7155223 w 12192000"/>
              <a:gd name="connsiteY289" fmla="*/ 2650386 h 4267200"/>
              <a:gd name="connsiteX290" fmla="*/ 7203167 w 12192000"/>
              <a:gd name="connsiteY290" fmla="*/ 2697288 h 4267200"/>
              <a:gd name="connsiteX291" fmla="*/ 6937703 w 12192000"/>
              <a:gd name="connsiteY291" fmla="*/ 2321981 h 4267200"/>
              <a:gd name="connsiteX292" fmla="*/ 6591670 w 12192000"/>
              <a:gd name="connsiteY292" fmla="*/ 1988277 h 4267200"/>
              <a:gd name="connsiteX293" fmla="*/ 5798671 w 12192000"/>
              <a:gd name="connsiteY293" fmla="*/ 1981601 h 4267200"/>
              <a:gd name="connsiteX294" fmla="*/ 5754709 w 12192000"/>
              <a:gd name="connsiteY294" fmla="*/ 2071454 h 4267200"/>
              <a:gd name="connsiteX295" fmla="*/ 5763044 w 12192000"/>
              <a:gd name="connsiteY295" fmla="*/ 2842206 h 4267200"/>
              <a:gd name="connsiteX296" fmla="*/ 5764974 w 12192000"/>
              <a:gd name="connsiteY296" fmla="*/ 2799609 h 4267200"/>
              <a:gd name="connsiteX297" fmla="*/ 5767665 w 12192000"/>
              <a:gd name="connsiteY297" fmla="*/ 2666409 h 4267200"/>
              <a:gd name="connsiteX298" fmla="*/ 5763055 w 12192000"/>
              <a:gd name="connsiteY298" fmla="*/ 2579705 h 4267200"/>
              <a:gd name="connsiteX299" fmla="*/ 5758079 w 12192000"/>
              <a:gd name="connsiteY299" fmla="*/ 2492508 h 4267200"/>
              <a:gd name="connsiteX300" fmla="*/ 5779325 w 12192000"/>
              <a:gd name="connsiteY300" fmla="*/ 2197069 h 4267200"/>
              <a:gd name="connsiteX301" fmla="*/ 5798671 w 12192000"/>
              <a:gd name="connsiteY301" fmla="*/ 1981601 h 4267200"/>
              <a:gd name="connsiteX302" fmla="*/ 5829202 w 12192000"/>
              <a:gd name="connsiteY302" fmla="*/ 1971679 h 4267200"/>
              <a:gd name="connsiteX303" fmla="*/ 5809558 w 12192000"/>
              <a:gd name="connsiteY303" fmla="*/ 2198043 h 4267200"/>
              <a:gd name="connsiteX304" fmla="*/ 5788653 w 12192000"/>
              <a:gd name="connsiteY304" fmla="*/ 2489430 h 4267200"/>
              <a:gd name="connsiteX305" fmla="*/ 5793439 w 12192000"/>
              <a:gd name="connsiteY305" fmla="*/ 2575235 h 4267200"/>
              <a:gd name="connsiteX306" fmla="*/ 5796837 w 12192000"/>
              <a:gd name="connsiteY306" fmla="*/ 2637633 h 4267200"/>
              <a:gd name="connsiteX307" fmla="*/ 5818614 w 12192000"/>
              <a:gd name="connsiteY307" fmla="*/ 2473055 h 4267200"/>
              <a:gd name="connsiteX308" fmla="*/ 5829202 w 12192000"/>
              <a:gd name="connsiteY308" fmla="*/ 1971679 h 4267200"/>
              <a:gd name="connsiteX309" fmla="*/ 10578769 w 12192000"/>
              <a:gd name="connsiteY309" fmla="*/ 1962963 h 4267200"/>
              <a:gd name="connsiteX310" fmla="*/ 11073823 w 12192000"/>
              <a:gd name="connsiteY310" fmla="*/ 2338658 h 4267200"/>
              <a:gd name="connsiteX311" fmla="*/ 10578769 w 12192000"/>
              <a:gd name="connsiteY311" fmla="*/ 1962963 h 4267200"/>
              <a:gd name="connsiteX312" fmla="*/ 5911389 w 12192000"/>
              <a:gd name="connsiteY312" fmla="*/ 1898371 h 4267200"/>
              <a:gd name="connsiteX313" fmla="*/ 6237627 w 12192000"/>
              <a:gd name="connsiteY313" fmla="*/ 2231921 h 4267200"/>
              <a:gd name="connsiteX314" fmla="*/ 5911389 w 12192000"/>
              <a:gd name="connsiteY314" fmla="*/ 1898371 h 4267200"/>
              <a:gd name="connsiteX315" fmla="*/ 6944437 w 12192000"/>
              <a:gd name="connsiteY315" fmla="*/ 1575402 h 4267200"/>
              <a:gd name="connsiteX316" fmla="*/ 6304730 w 12192000"/>
              <a:gd name="connsiteY316" fmla="*/ 1766654 h 4267200"/>
              <a:gd name="connsiteX317" fmla="*/ 6944437 w 12192000"/>
              <a:gd name="connsiteY317" fmla="*/ 1575402 h 4267200"/>
              <a:gd name="connsiteX318" fmla="*/ 7019523 w 12192000"/>
              <a:gd name="connsiteY318" fmla="*/ 1519450 h 4267200"/>
              <a:gd name="connsiteX319" fmla="*/ 6298091 w 12192000"/>
              <a:gd name="connsiteY319" fmla="*/ 1737122 h 4267200"/>
              <a:gd name="connsiteX320" fmla="*/ 7019523 w 12192000"/>
              <a:gd name="connsiteY320" fmla="*/ 1519450 h 4267200"/>
              <a:gd name="connsiteX321" fmla="*/ 2399523 w 12192000"/>
              <a:gd name="connsiteY321" fmla="*/ 1428234 h 4267200"/>
              <a:gd name="connsiteX322" fmla="*/ 2224982 w 12192000"/>
              <a:gd name="connsiteY322" fmla="*/ 1826201 h 4267200"/>
              <a:gd name="connsiteX323" fmla="*/ 2096099 w 12192000"/>
              <a:gd name="connsiteY323" fmla="*/ 2345900 h 4267200"/>
              <a:gd name="connsiteX324" fmla="*/ 2283317 w 12192000"/>
              <a:gd name="connsiteY324" fmla="*/ 1796925 h 4267200"/>
              <a:gd name="connsiteX325" fmla="*/ 2448558 w 12192000"/>
              <a:gd name="connsiteY325" fmla="*/ 1373435 h 4267200"/>
              <a:gd name="connsiteX326" fmla="*/ 2312521 w 12192000"/>
              <a:gd name="connsiteY326" fmla="*/ 1806140 h 4267200"/>
              <a:gd name="connsiteX327" fmla="*/ 2127533 w 12192000"/>
              <a:gd name="connsiteY327" fmla="*/ 2348380 h 4267200"/>
              <a:gd name="connsiteX328" fmla="*/ 2358080 w 12192000"/>
              <a:gd name="connsiteY328" fmla="*/ 1866134 h 4267200"/>
              <a:gd name="connsiteX329" fmla="*/ 2407436 w 12192000"/>
              <a:gd name="connsiteY329" fmla="*/ 1651070 h 4267200"/>
              <a:gd name="connsiteX330" fmla="*/ 2448558 w 12192000"/>
              <a:gd name="connsiteY330" fmla="*/ 1373435 h 4267200"/>
              <a:gd name="connsiteX331" fmla="*/ 278707 w 12192000"/>
              <a:gd name="connsiteY331" fmla="*/ 1352270 h 4267200"/>
              <a:gd name="connsiteX332" fmla="*/ 321570 w 12192000"/>
              <a:gd name="connsiteY332" fmla="*/ 1861610 h 4267200"/>
              <a:gd name="connsiteX333" fmla="*/ 294281 w 12192000"/>
              <a:gd name="connsiteY333" fmla="*/ 1440658 h 4267200"/>
              <a:gd name="connsiteX334" fmla="*/ 1423821 w 12192000"/>
              <a:gd name="connsiteY334" fmla="*/ 1351958 h 4267200"/>
              <a:gd name="connsiteX335" fmla="*/ 1638521 w 12192000"/>
              <a:gd name="connsiteY335" fmla="*/ 1908470 h 4267200"/>
              <a:gd name="connsiteX336" fmla="*/ 1754199 w 12192000"/>
              <a:gd name="connsiteY336" fmla="*/ 2149284 h 4267200"/>
              <a:gd name="connsiteX337" fmla="*/ 1908359 w 12192000"/>
              <a:gd name="connsiteY337" fmla="*/ 2364988 h 4267200"/>
              <a:gd name="connsiteX338" fmla="*/ 1647661 w 12192000"/>
              <a:gd name="connsiteY338" fmla="*/ 1825945 h 4267200"/>
              <a:gd name="connsiteX339" fmla="*/ 1423821 w 12192000"/>
              <a:gd name="connsiteY339" fmla="*/ 1351958 h 4267200"/>
              <a:gd name="connsiteX340" fmla="*/ 9518298 w 12192000"/>
              <a:gd name="connsiteY340" fmla="*/ 1338235 h 4267200"/>
              <a:gd name="connsiteX341" fmla="*/ 9838009 w 12192000"/>
              <a:gd name="connsiteY341" fmla="*/ 2272553 h 4267200"/>
              <a:gd name="connsiteX342" fmla="*/ 9805906 w 12192000"/>
              <a:gd name="connsiteY342" fmla="*/ 2159819 h 4267200"/>
              <a:gd name="connsiteX343" fmla="*/ 9801623 w 12192000"/>
              <a:gd name="connsiteY343" fmla="*/ 2142555 h 4267200"/>
              <a:gd name="connsiteX344" fmla="*/ 9628671 w 12192000"/>
              <a:gd name="connsiteY344" fmla="*/ 1617375 h 4267200"/>
              <a:gd name="connsiteX345" fmla="*/ 9598299 w 12192000"/>
              <a:gd name="connsiteY345" fmla="*/ 1544643 h 4267200"/>
              <a:gd name="connsiteX346" fmla="*/ 9518298 w 12192000"/>
              <a:gd name="connsiteY346" fmla="*/ 1338235 h 4267200"/>
              <a:gd name="connsiteX347" fmla="*/ 1431890 w 12192000"/>
              <a:gd name="connsiteY347" fmla="*/ 1306475 h 4267200"/>
              <a:gd name="connsiteX348" fmla="*/ 1507597 w 12192000"/>
              <a:gd name="connsiteY348" fmla="*/ 1446132 h 4267200"/>
              <a:gd name="connsiteX349" fmla="*/ 1674586 w 12192000"/>
              <a:gd name="connsiteY349" fmla="*/ 1813832 h 4267200"/>
              <a:gd name="connsiteX350" fmla="*/ 1815950 w 12192000"/>
              <a:gd name="connsiteY350" fmla="*/ 2128564 h 4267200"/>
              <a:gd name="connsiteX351" fmla="*/ 1984242 w 12192000"/>
              <a:gd name="connsiteY351" fmla="*/ 2430829 h 4267200"/>
              <a:gd name="connsiteX352" fmla="*/ 2014023 w 12192000"/>
              <a:gd name="connsiteY352" fmla="*/ 2450995 h 4267200"/>
              <a:gd name="connsiteX353" fmla="*/ 1747337 w 12192000"/>
              <a:gd name="connsiteY353" fmla="*/ 1855264 h 4267200"/>
              <a:gd name="connsiteX354" fmla="*/ 1533749 w 12192000"/>
              <a:gd name="connsiteY354" fmla="*/ 1478656 h 4267200"/>
              <a:gd name="connsiteX355" fmla="*/ 1431890 w 12192000"/>
              <a:gd name="connsiteY355" fmla="*/ 1306475 h 4267200"/>
              <a:gd name="connsiteX356" fmla="*/ 5052692 w 12192000"/>
              <a:gd name="connsiteY356" fmla="*/ 1292994 h 4267200"/>
              <a:gd name="connsiteX357" fmla="*/ 5200661 w 12192000"/>
              <a:gd name="connsiteY357" fmla="*/ 1635186 h 4267200"/>
              <a:gd name="connsiteX358" fmla="*/ 5297138 w 12192000"/>
              <a:gd name="connsiteY358" fmla="*/ 1906351 h 4267200"/>
              <a:gd name="connsiteX359" fmla="*/ 5052692 w 12192000"/>
              <a:gd name="connsiteY359" fmla="*/ 1292994 h 4267200"/>
              <a:gd name="connsiteX360" fmla="*/ 9528078 w 12192000"/>
              <a:gd name="connsiteY360" fmla="*/ 1278636 h 4267200"/>
              <a:gd name="connsiteX361" fmla="*/ 9623946 w 12192000"/>
              <a:gd name="connsiteY361" fmla="*/ 1534260 h 4267200"/>
              <a:gd name="connsiteX362" fmla="*/ 9654858 w 12192000"/>
              <a:gd name="connsiteY362" fmla="*/ 1607218 h 4267200"/>
              <a:gd name="connsiteX363" fmla="*/ 9826304 w 12192000"/>
              <a:gd name="connsiteY363" fmla="*/ 2125320 h 4267200"/>
              <a:gd name="connsiteX364" fmla="*/ 9701198 w 12192000"/>
              <a:gd name="connsiteY364" fmla="*/ 1646797 h 4267200"/>
              <a:gd name="connsiteX365" fmla="*/ 9528078 w 12192000"/>
              <a:gd name="connsiteY365" fmla="*/ 1278636 h 4267200"/>
              <a:gd name="connsiteX366" fmla="*/ 5009948 w 12192000"/>
              <a:gd name="connsiteY366" fmla="*/ 1273619 h 4267200"/>
              <a:gd name="connsiteX367" fmla="*/ 5121777 w 12192000"/>
              <a:gd name="connsiteY367" fmla="*/ 1654213 h 4267200"/>
              <a:gd name="connsiteX368" fmla="*/ 5293545 w 12192000"/>
              <a:gd name="connsiteY368" fmla="*/ 2072247 h 4267200"/>
              <a:gd name="connsiteX369" fmla="*/ 5294042 w 12192000"/>
              <a:gd name="connsiteY369" fmla="*/ 2065019 h 4267200"/>
              <a:gd name="connsiteX370" fmla="*/ 5171936 w 12192000"/>
              <a:gd name="connsiteY370" fmla="*/ 1647613 h 4267200"/>
              <a:gd name="connsiteX371" fmla="*/ 5009948 w 12192000"/>
              <a:gd name="connsiteY371" fmla="*/ 1273619 h 4267200"/>
              <a:gd name="connsiteX372" fmla="*/ 655236 w 12192000"/>
              <a:gd name="connsiteY372" fmla="*/ 1268632 h 4267200"/>
              <a:gd name="connsiteX373" fmla="*/ 839521 w 12192000"/>
              <a:gd name="connsiteY373" fmla="*/ 1685315 h 4267200"/>
              <a:gd name="connsiteX374" fmla="*/ 1109416 w 12192000"/>
              <a:gd name="connsiteY374" fmla="*/ 2061663 h 4267200"/>
              <a:gd name="connsiteX375" fmla="*/ 1298300 w 12192000"/>
              <a:gd name="connsiteY375" fmla="*/ 2247742 h 4267200"/>
              <a:gd name="connsiteX376" fmla="*/ 1125871 w 12192000"/>
              <a:gd name="connsiteY376" fmla="*/ 1989513 h 4267200"/>
              <a:gd name="connsiteX377" fmla="*/ 981574 w 12192000"/>
              <a:gd name="connsiteY377" fmla="*/ 1783157 h 4267200"/>
              <a:gd name="connsiteX378" fmla="*/ 922198 w 12192000"/>
              <a:gd name="connsiteY378" fmla="*/ 1677437 h 4267200"/>
              <a:gd name="connsiteX379" fmla="*/ 869293 w 12192000"/>
              <a:gd name="connsiteY379" fmla="*/ 1583214 h 4267200"/>
              <a:gd name="connsiteX380" fmla="*/ 751431 w 12192000"/>
              <a:gd name="connsiteY380" fmla="*/ 1405731 h 4267200"/>
              <a:gd name="connsiteX381" fmla="*/ 6516292 w 12192000"/>
              <a:gd name="connsiteY381" fmla="*/ 1263064 h 4267200"/>
              <a:gd name="connsiteX382" fmla="*/ 5736320 w 12192000"/>
              <a:gd name="connsiteY382" fmla="*/ 1501803 h 4267200"/>
              <a:gd name="connsiteX383" fmla="*/ 6516292 w 12192000"/>
              <a:gd name="connsiteY383" fmla="*/ 1263064 h 4267200"/>
              <a:gd name="connsiteX384" fmla="*/ 291466 w 12192000"/>
              <a:gd name="connsiteY384" fmla="*/ 1250369 h 4267200"/>
              <a:gd name="connsiteX385" fmla="*/ 323180 w 12192000"/>
              <a:gd name="connsiteY385" fmla="*/ 1435283 h 4267200"/>
              <a:gd name="connsiteX386" fmla="*/ 349381 w 12192000"/>
              <a:gd name="connsiteY386" fmla="*/ 1875041 h 4267200"/>
              <a:gd name="connsiteX387" fmla="*/ 374363 w 12192000"/>
              <a:gd name="connsiteY387" fmla="*/ 1506494 h 4267200"/>
              <a:gd name="connsiteX388" fmla="*/ 302168 w 12192000"/>
              <a:gd name="connsiteY388" fmla="*/ 1274495 h 4267200"/>
              <a:gd name="connsiteX389" fmla="*/ 291466 w 12192000"/>
              <a:gd name="connsiteY389" fmla="*/ 1250369 h 4267200"/>
              <a:gd name="connsiteX390" fmla="*/ 678222 w 12192000"/>
              <a:gd name="connsiteY390" fmla="*/ 1248670 h 4267200"/>
              <a:gd name="connsiteX391" fmla="*/ 775536 w 12192000"/>
              <a:gd name="connsiteY391" fmla="*/ 1388015 h 4267200"/>
              <a:gd name="connsiteX392" fmla="*/ 894529 w 12192000"/>
              <a:gd name="connsiteY392" fmla="*/ 1567739 h 4267200"/>
              <a:gd name="connsiteX393" fmla="*/ 948000 w 12192000"/>
              <a:gd name="connsiteY393" fmla="*/ 1663088 h 4267200"/>
              <a:gd name="connsiteX394" fmla="*/ 1006812 w 12192000"/>
              <a:gd name="connsiteY394" fmla="*/ 1767683 h 4267200"/>
              <a:gd name="connsiteX395" fmla="*/ 1149133 w 12192000"/>
              <a:gd name="connsiteY395" fmla="*/ 1971513 h 4267200"/>
              <a:gd name="connsiteX396" fmla="*/ 1333952 w 12192000"/>
              <a:gd name="connsiteY396" fmla="*/ 2251620 h 4267200"/>
              <a:gd name="connsiteX397" fmla="*/ 1337329 w 12192000"/>
              <a:gd name="connsiteY397" fmla="*/ 2258350 h 4267200"/>
              <a:gd name="connsiteX398" fmla="*/ 1014726 w 12192000"/>
              <a:gd name="connsiteY398" fmla="*/ 1615556 h 4267200"/>
              <a:gd name="connsiteX399" fmla="*/ 678222 w 12192000"/>
              <a:gd name="connsiteY399" fmla="*/ 1248670 h 4267200"/>
              <a:gd name="connsiteX400" fmla="*/ 9441752 w 12192000"/>
              <a:gd name="connsiteY400" fmla="*/ 1245311 h 4267200"/>
              <a:gd name="connsiteX401" fmla="*/ 9278979 w 12192000"/>
              <a:gd name="connsiteY401" fmla="*/ 1406236 h 4267200"/>
              <a:gd name="connsiteX402" fmla="*/ 9235540 w 12192000"/>
              <a:gd name="connsiteY402" fmla="*/ 1546869 h 4267200"/>
              <a:gd name="connsiteX403" fmla="*/ 9264074 w 12192000"/>
              <a:gd name="connsiteY403" fmla="*/ 1557016 h 4267200"/>
              <a:gd name="connsiteX404" fmla="*/ 9441752 w 12192000"/>
              <a:gd name="connsiteY404" fmla="*/ 1245311 h 4267200"/>
              <a:gd name="connsiteX405" fmla="*/ 6691602 w 12192000"/>
              <a:gd name="connsiteY405" fmla="*/ 1140573 h 4267200"/>
              <a:gd name="connsiteX406" fmla="*/ 6571100 w 12192000"/>
              <a:gd name="connsiteY406" fmla="*/ 1183662 h 4267200"/>
              <a:gd name="connsiteX407" fmla="*/ 6241687 w 12192000"/>
              <a:gd name="connsiteY407" fmla="*/ 1257600 h 4267200"/>
              <a:gd name="connsiteX408" fmla="*/ 5693009 w 12192000"/>
              <a:gd name="connsiteY408" fmla="*/ 1478256 h 4267200"/>
              <a:gd name="connsiteX409" fmla="*/ 6548420 w 12192000"/>
              <a:gd name="connsiteY409" fmla="*/ 1214599 h 4267200"/>
              <a:gd name="connsiteX410" fmla="*/ 6605473 w 12192000"/>
              <a:gd name="connsiteY410" fmla="*/ 1184686 h 4267200"/>
              <a:gd name="connsiteX411" fmla="*/ 6691602 w 12192000"/>
              <a:gd name="connsiteY411" fmla="*/ 1140573 h 4267200"/>
              <a:gd name="connsiteX412" fmla="*/ 4002475 w 12192000"/>
              <a:gd name="connsiteY412" fmla="*/ 1037802 h 4267200"/>
              <a:gd name="connsiteX413" fmla="*/ 4000324 w 12192000"/>
              <a:gd name="connsiteY413" fmla="*/ 1039362 h 4267200"/>
              <a:gd name="connsiteX414" fmla="*/ 4002862 w 12192000"/>
              <a:gd name="connsiteY414" fmla="*/ 1042866 h 4267200"/>
              <a:gd name="connsiteX415" fmla="*/ 4002475 w 12192000"/>
              <a:gd name="connsiteY415" fmla="*/ 1037802 h 4267200"/>
              <a:gd name="connsiteX416" fmla="*/ 506322 w 12192000"/>
              <a:gd name="connsiteY416" fmla="*/ 1020997 h 4267200"/>
              <a:gd name="connsiteX417" fmla="*/ 533068 w 12192000"/>
              <a:gd name="connsiteY417" fmla="*/ 1029409 h 4267200"/>
              <a:gd name="connsiteX418" fmla="*/ 1232525 w 12192000"/>
              <a:gd name="connsiteY418" fmla="*/ 1804675 h 4267200"/>
              <a:gd name="connsiteX419" fmla="*/ 1388858 w 12192000"/>
              <a:gd name="connsiteY419" fmla="*/ 2368011 h 4267200"/>
              <a:gd name="connsiteX420" fmla="*/ 1384098 w 12192000"/>
              <a:gd name="connsiteY420" fmla="*/ 2378125 h 4267200"/>
              <a:gd name="connsiteX421" fmla="*/ 1425393 w 12192000"/>
              <a:gd name="connsiteY421" fmla="*/ 2589124 h 4267200"/>
              <a:gd name="connsiteX422" fmla="*/ 1424001 w 12192000"/>
              <a:gd name="connsiteY422" fmla="*/ 2597541 h 4267200"/>
              <a:gd name="connsiteX423" fmla="*/ 2152729 w 12192000"/>
              <a:gd name="connsiteY423" fmla="*/ 2864487 h 4267200"/>
              <a:gd name="connsiteX424" fmla="*/ 2020609 w 12192000"/>
              <a:gd name="connsiteY424" fmla="*/ 2539671 h 4267200"/>
              <a:gd name="connsiteX425" fmla="*/ 2018920 w 12192000"/>
              <a:gd name="connsiteY425" fmla="*/ 2536309 h 4267200"/>
              <a:gd name="connsiteX426" fmla="*/ 1342441 w 12192000"/>
              <a:gd name="connsiteY426" fmla="*/ 1173017 h 4267200"/>
              <a:gd name="connsiteX427" fmla="*/ 1367925 w 12192000"/>
              <a:gd name="connsiteY427" fmla="*/ 1135648 h 4267200"/>
              <a:gd name="connsiteX428" fmla="*/ 1771401 w 12192000"/>
              <a:gd name="connsiteY428" fmla="*/ 1806673 h 4267200"/>
              <a:gd name="connsiteX429" fmla="*/ 1972385 w 12192000"/>
              <a:gd name="connsiteY429" fmla="*/ 2198735 h 4267200"/>
              <a:gd name="connsiteX430" fmla="*/ 2040892 w 12192000"/>
              <a:gd name="connsiteY430" fmla="*/ 2405205 h 4267200"/>
              <a:gd name="connsiteX431" fmla="*/ 2131689 w 12192000"/>
              <a:gd name="connsiteY431" fmla="*/ 1936926 h 4267200"/>
              <a:gd name="connsiteX432" fmla="*/ 2454820 w 12192000"/>
              <a:gd name="connsiteY432" fmla="*/ 1248808 h 4267200"/>
              <a:gd name="connsiteX433" fmla="*/ 2492512 w 12192000"/>
              <a:gd name="connsiteY433" fmla="*/ 1302920 h 4267200"/>
              <a:gd name="connsiteX434" fmla="*/ 2081216 w 12192000"/>
              <a:gd name="connsiteY434" fmla="*/ 2527513 h 4267200"/>
              <a:gd name="connsiteX435" fmla="*/ 2081211 w 12192000"/>
              <a:gd name="connsiteY435" fmla="*/ 2528916 h 4267200"/>
              <a:gd name="connsiteX436" fmla="*/ 2199067 w 12192000"/>
              <a:gd name="connsiteY436" fmla="*/ 2884061 h 4267200"/>
              <a:gd name="connsiteX437" fmla="*/ 3192586 w 12192000"/>
              <a:gd name="connsiteY437" fmla="*/ 3411496 h 4267200"/>
              <a:gd name="connsiteX438" fmla="*/ 3182620 w 12192000"/>
              <a:gd name="connsiteY438" fmla="*/ 3483279 h 4267200"/>
              <a:gd name="connsiteX439" fmla="*/ 2435119 w 12192000"/>
              <a:gd name="connsiteY439" fmla="*/ 3080173 h 4267200"/>
              <a:gd name="connsiteX440" fmla="*/ 2410152 w 12192000"/>
              <a:gd name="connsiteY440" fmla="*/ 3063751 h 4267200"/>
              <a:gd name="connsiteX441" fmla="*/ 2408099 w 12192000"/>
              <a:gd name="connsiteY441" fmla="*/ 3064403 h 4267200"/>
              <a:gd name="connsiteX442" fmla="*/ 2407218 w 12192000"/>
              <a:gd name="connsiteY442" fmla="*/ 3070324 h 4267200"/>
              <a:gd name="connsiteX443" fmla="*/ 2380138 w 12192000"/>
              <a:gd name="connsiteY443" fmla="*/ 3099341 h 4267200"/>
              <a:gd name="connsiteX444" fmla="*/ 1765923 w 12192000"/>
              <a:gd name="connsiteY444" fmla="*/ 3581043 h 4267200"/>
              <a:gd name="connsiteX445" fmla="*/ 1702258 w 12192000"/>
              <a:gd name="connsiteY445" fmla="*/ 3612286 h 4267200"/>
              <a:gd name="connsiteX446" fmla="*/ 1538370 w 12192000"/>
              <a:gd name="connsiteY446" fmla="*/ 3811804 h 4267200"/>
              <a:gd name="connsiteX447" fmla="*/ 1325720 w 12192000"/>
              <a:gd name="connsiteY447" fmla="*/ 4125411 h 4267200"/>
              <a:gd name="connsiteX448" fmla="*/ 1206279 w 12192000"/>
              <a:gd name="connsiteY448" fmla="*/ 4267200 h 4267200"/>
              <a:gd name="connsiteX449" fmla="*/ 1115040 w 12192000"/>
              <a:gd name="connsiteY449" fmla="*/ 4267200 h 4267200"/>
              <a:gd name="connsiteX450" fmla="*/ 1258195 w 12192000"/>
              <a:gd name="connsiteY450" fmla="*/ 4099624 h 4267200"/>
              <a:gd name="connsiteX451" fmla="*/ 1423113 w 12192000"/>
              <a:gd name="connsiteY451" fmla="*/ 3874565 h 4267200"/>
              <a:gd name="connsiteX452" fmla="*/ 1260565 w 12192000"/>
              <a:gd name="connsiteY452" fmla="*/ 4031982 h 4267200"/>
              <a:gd name="connsiteX453" fmla="*/ 1073327 w 12192000"/>
              <a:gd name="connsiteY453" fmla="*/ 4218727 h 4267200"/>
              <a:gd name="connsiteX454" fmla="*/ 1032294 w 12192000"/>
              <a:gd name="connsiteY454" fmla="*/ 4267200 h 4267200"/>
              <a:gd name="connsiteX455" fmla="*/ 993830 w 12192000"/>
              <a:gd name="connsiteY455" fmla="*/ 4267200 h 4267200"/>
              <a:gd name="connsiteX456" fmla="*/ 1051860 w 12192000"/>
              <a:gd name="connsiteY456" fmla="*/ 4198693 h 4267200"/>
              <a:gd name="connsiteX457" fmla="*/ 1240607 w 12192000"/>
              <a:gd name="connsiteY457" fmla="*/ 4010401 h 4267200"/>
              <a:gd name="connsiteX458" fmla="*/ 1310106 w 12192000"/>
              <a:gd name="connsiteY458" fmla="*/ 3943217 h 4267200"/>
              <a:gd name="connsiteX459" fmla="*/ 952103 w 12192000"/>
              <a:gd name="connsiteY459" fmla="*/ 4265972 h 4267200"/>
              <a:gd name="connsiteX460" fmla="*/ 951207 w 12192000"/>
              <a:gd name="connsiteY460" fmla="*/ 4267200 h 4267200"/>
              <a:gd name="connsiteX461" fmla="*/ 862760 w 12192000"/>
              <a:gd name="connsiteY461" fmla="*/ 4267200 h 4267200"/>
              <a:gd name="connsiteX462" fmla="*/ 909145 w 12192000"/>
              <a:gd name="connsiteY462" fmla="*/ 4199225 h 4267200"/>
              <a:gd name="connsiteX463" fmla="*/ 1214067 w 12192000"/>
              <a:gd name="connsiteY463" fmla="*/ 3908561 h 4267200"/>
              <a:gd name="connsiteX464" fmla="*/ 640967 w 12192000"/>
              <a:gd name="connsiteY464" fmla="*/ 4105601 h 4267200"/>
              <a:gd name="connsiteX465" fmla="*/ 372807 w 12192000"/>
              <a:gd name="connsiteY465" fmla="*/ 4243651 h 4267200"/>
              <a:gd name="connsiteX466" fmla="*/ 332830 w 12192000"/>
              <a:gd name="connsiteY466" fmla="*/ 4267200 h 4267200"/>
              <a:gd name="connsiteX467" fmla="*/ 168301 w 12192000"/>
              <a:gd name="connsiteY467" fmla="*/ 4267200 h 4267200"/>
              <a:gd name="connsiteX468" fmla="*/ 278002 w 12192000"/>
              <a:gd name="connsiteY468" fmla="*/ 4201399 h 4267200"/>
              <a:gd name="connsiteX469" fmla="*/ 527241 w 12192000"/>
              <a:gd name="connsiteY469" fmla="*/ 4065078 h 4267200"/>
              <a:gd name="connsiteX470" fmla="*/ 1510397 w 12192000"/>
              <a:gd name="connsiteY470" fmla="*/ 3684705 h 4267200"/>
              <a:gd name="connsiteX471" fmla="*/ 1146550 w 12192000"/>
              <a:gd name="connsiteY471" fmla="*/ 3802012 h 4267200"/>
              <a:gd name="connsiteX472" fmla="*/ 698834 w 12192000"/>
              <a:gd name="connsiteY472" fmla="*/ 3952272 h 4267200"/>
              <a:gd name="connsiteX473" fmla="*/ 192528 w 12192000"/>
              <a:gd name="connsiteY473" fmla="*/ 4236299 h 4267200"/>
              <a:gd name="connsiteX474" fmla="*/ 148586 w 12192000"/>
              <a:gd name="connsiteY474" fmla="*/ 4267200 h 4267200"/>
              <a:gd name="connsiteX475" fmla="*/ 98116 w 12192000"/>
              <a:gd name="connsiteY475" fmla="*/ 4267200 h 4267200"/>
              <a:gd name="connsiteX476" fmla="*/ 169669 w 12192000"/>
              <a:gd name="connsiteY476" fmla="*/ 4216852 h 4267200"/>
              <a:gd name="connsiteX477" fmla="*/ 687572 w 12192000"/>
              <a:gd name="connsiteY477" fmla="*/ 3925629 h 4267200"/>
              <a:gd name="connsiteX478" fmla="*/ 1138365 w 12192000"/>
              <a:gd name="connsiteY478" fmla="*/ 3774515 h 4267200"/>
              <a:gd name="connsiteX479" fmla="*/ 1505579 w 12192000"/>
              <a:gd name="connsiteY479" fmla="*/ 3655526 h 4267200"/>
              <a:gd name="connsiteX480" fmla="*/ 1313114 w 12192000"/>
              <a:gd name="connsiteY480" fmla="*/ 3655216 h 4267200"/>
              <a:gd name="connsiteX481" fmla="*/ 1109304 w 12192000"/>
              <a:gd name="connsiteY481" fmla="*/ 3669030 h 4267200"/>
              <a:gd name="connsiteX482" fmla="*/ 258951 w 12192000"/>
              <a:gd name="connsiteY482" fmla="*/ 4111994 h 4267200"/>
              <a:gd name="connsiteX483" fmla="*/ 80807 w 12192000"/>
              <a:gd name="connsiteY483" fmla="*/ 4267200 h 4267200"/>
              <a:gd name="connsiteX484" fmla="*/ 0 w 12192000"/>
              <a:gd name="connsiteY484" fmla="*/ 4267200 h 4267200"/>
              <a:gd name="connsiteX485" fmla="*/ 0 w 12192000"/>
              <a:gd name="connsiteY485" fmla="*/ 4233763 h 4267200"/>
              <a:gd name="connsiteX486" fmla="*/ 36881 w 12192000"/>
              <a:gd name="connsiteY486" fmla="*/ 4200118 h 4267200"/>
              <a:gd name="connsiteX487" fmla="*/ 910534 w 12192000"/>
              <a:gd name="connsiteY487" fmla="*/ 3629753 h 4267200"/>
              <a:gd name="connsiteX488" fmla="*/ 1578717 w 12192000"/>
              <a:gd name="connsiteY488" fmla="*/ 3575982 h 4267200"/>
              <a:gd name="connsiteX489" fmla="*/ 2338780 w 12192000"/>
              <a:gd name="connsiteY489" fmla="*/ 3033725 h 4267200"/>
              <a:gd name="connsiteX490" fmla="*/ 1807991 w 12192000"/>
              <a:gd name="connsiteY490" fmla="*/ 2807184 h 4267200"/>
              <a:gd name="connsiteX491" fmla="*/ 1416358 w 12192000"/>
              <a:gd name="connsiteY491" fmla="*/ 3112571 h 4267200"/>
              <a:gd name="connsiteX492" fmla="*/ 939066 w 12192000"/>
              <a:gd name="connsiteY492" fmla="*/ 3378798 h 4267200"/>
              <a:gd name="connsiteX493" fmla="*/ 115099 w 12192000"/>
              <a:gd name="connsiteY493" fmla="*/ 3607650 h 4267200"/>
              <a:gd name="connsiteX494" fmla="*/ 97284 w 12192000"/>
              <a:gd name="connsiteY494" fmla="*/ 3520393 h 4267200"/>
              <a:gd name="connsiteX495" fmla="*/ 922050 w 12192000"/>
              <a:gd name="connsiteY495" fmla="*/ 3074867 h 4267200"/>
              <a:gd name="connsiteX496" fmla="*/ 1405265 w 12192000"/>
              <a:gd name="connsiteY496" fmla="*/ 3016319 h 4267200"/>
              <a:gd name="connsiteX497" fmla="*/ 1407512 w 12192000"/>
              <a:gd name="connsiteY497" fmla="*/ 3018001 h 4267200"/>
              <a:gd name="connsiteX498" fmla="*/ 1726266 w 12192000"/>
              <a:gd name="connsiteY498" fmla="*/ 2777274 h 4267200"/>
              <a:gd name="connsiteX499" fmla="*/ 625390 w 12192000"/>
              <a:gd name="connsiteY499" fmla="*/ 2514541 h 4267200"/>
              <a:gd name="connsiteX500" fmla="*/ 619799 w 12192000"/>
              <a:gd name="connsiteY500" fmla="*/ 2527180 h 4267200"/>
              <a:gd name="connsiteX501" fmla="*/ 310030 w 12192000"/>
              <a:gd name="connsiteY501" fmla="*/ 2771818 h 4267200"/>
              <a:gd name="connsiteX502" fmla="*/ 173877 w 12192000"/>
              <a:gd name="connsiteY502" fmla="*/ 2937056 h 4267200"/>
              <a:gd name="connsiteX503" fmla="*/ 77889 w 12192000"/>
              <a:gd name="connsiteY503" fmla="*/ 3138440 h 4267200"/>
              <a:gd name="connsiteX504" fmla="*/ 0 w 12192000"/>
              <a:gd name="connsiteY504" fmla="*/ 3271395 h 4267200"/>
              <a:gd name="connsiteX505" fmla="*/ 0 w 12192000"/>
              <a:gd name="connsiteY505" fmla="*/ 3153002 h 4267200"/>
              <a:gd name="connsiteX506" fmla="*/ 2386 w 12192000"/>
              <a:gd name="connsiteY506" fmla="*/ 3149203 h 4267200"/>
              <a:gd name="connsiteX507" fmla="*/ 89753 w 12192000"/>
              <a:gd name="connsiteY507" fmla="*/ 2987702 h 4267200"/>
              <a:gd name="connsiteX508" fmla="*/ 76869 w 12192000"/>
              <a:gd name="connsiteY508" fmla="*/ 3005404 h 4267200"/>
              <a:gd name="connsiteX509" fmla="*/ 32049 w 12192000"/>
              <a:gd name="connsiteY509" fmla="*/ 3065814 h 4267200"/>
              <a:gd name="connsiteX510" fmla="*/ 0 w 12192000"/>
              <a:gd name="connsiteY510" fmla="*/ 3108744 h 4267200"/>
              <a:gd name="connsiteX511" fmla="*/ 0 w 12192000"/>
              <a:gd name="connsiteY511" fmla="*/ 3058059 h 4267200"/>
              <a:gd name="connsiteX512" fmla="*/ 7610 w 12192000"/>
              <a:gd name="connsiteY512" fmla="*/ 3047889 h 4267200"/>
              <a:gd name="connsiteX513" fmla="*/ 52419 w 12192000"/>
              <a:gd name="connsiteY513" fmla="*/ 2987479 h 4267200"/>
              <a:gd name="connsiteX514" fmla="*/ 59142 w 12192000"/>
              <a:gd name="connsiteY514" fmla="*/ 2978488 h 4267200"/>
              <a:gd name="connsiteX515" fmla="*/ 0 w 12192000"/>
              <a:gd name="connsiteY515" fmla="*/ 3015334 h 4267200"/>
              <a:gd name="connsiteX516" fmla="*/ 0 w 12192000"/>
              <a:gd name="connsiteY516" fmla="*/ 2914286 h 4267200"/>
              <a:gd name="connsiteX517" fmla="*/ 36383 w 12192000"/>
              <a:gd name="connsiteY517" fmla="*/ 2901128 h 4267200"/>
              <a:gd name="connsiteX518" fmla="*/ 156329 w 12192000"/>
              <a:gd name="connsiteY518" fmla="*/ 2840533 h 4267200"/>
              <a:gd name="connsiteX519" fmla="*/ 358355 w 12192000"/>
              <a:gd name="connsiteY519" fmla="*/ 2620471 h 4267200"/>
              <a:gd name="connsiteX520" fmla="*/ 510577 w 12192000"/>
              <a:gd name="connsiteY520" fmla="*/ 2501244 h 4267200"/>
              <a:gd name="connsiteX521" fmla="*/ 211967 w 12192000"/>
              <a:gd name="connsiteY521" fmla="*/ 2479171 h 4267200"/>
              <a:gd name="connsiteX522" fmla="*/ 0 w 12192000"/>
              <a:gd name="connsiteY522" fmla="*/ 2476398 h 4267200"/>
              <a:gd name="connsiteX523" fmla="*/ 0 w 12192000"/>
              <a:gd name="connsiteY523" fmla="*/ 2389189 h 4267200"/>
              <a:gd name="connsiteX524" fmla="*/ 103062 w 12192000"/>
              <a:gd name="connsiteY524" fmla="*/ 2389518 h 4267200"/>
              <a:gd name="connsiteX525" fmla="*/ 510734 w 12192000"/>
              <a:gd name="connsiteY525" fmla="*/ 2416201 h 4267200"/>
              <a:gd name="connsiteX526" fmla="*/ 279257 w 12192000"/>
              <a:gd name="connsiteY526" fmla="*/ 2092102 h 4267200"/>
              <a:gd name="connsiteX527" fmla="*/ 65265 w 12192000"/>
              <a:gd name="connsiteY527" fmla="*/ 2006049 h 4267200"/>
              <a:gd name="connsiteX528" fmla="*/ 0 w 12192000"/>
              <a:gd name="connsiteY528" fmla="*/ 1982532 h 4267200"/>
              <a:gd name="connsiteX529" fmla="*/ 0 w 12192000"/>
              <a:gd name="connsiteY529" fmla="*/ 1912789 h 4267200"/>
              <a:gd name="connsiteX530" fmla="*/ 97460 w 12192000"/>
              <a:gd name="connsiteY530" fmla="*/ 1953725 h 4267200"/>
              <a:gd name="connsiteX531" fmla="*/ 221272 w 12192000"/>
              <a:gd name="connsiteY531" fmla="*/ 1980766 h 4267200"/>
              <a:gd name="connsiteX532" fmla="*/ 116765 w 12192000"/>
              <a:gd name="connsiteY532" fmla="*/ 1911033 h 4267200"/>
              <a:gd name="connsiteX533" fmla="*/ 16405 w 12192000"/>
              <a:gd name="connsiteY533" fmla="*/ 1803412 h 4267200"/>
              <a:gd name="connsiteX534" fmla="*/ 0 w 12192000"/>
              <a:gd name="connsiteY534" fmla="*/ 1784777 h 4267200"/>
              <a:gd name="connsiteX535" fmla="*/ 0 w 12192000"/>
              <a:gd name="connsiteY535" fmla="*/ 1740082 h 4267200"/>
              <a:gd name="connsiteX536" fmla="*/ 39394 w 12192000"/>
              <a:gd name="connsiteY536" fmla="*/ 1784856 h 4267200"/>
              <a:gd name="connsiteX537" fmla="*/ 135813 w 12192000"/>
              <a:gd name="connsiteY537" fmla="*/ 1888838 h 4267200"/>
              <a:gd name="connsiteX538" fmla="*/ 242575 w 12192000"/>
              <a:gd name="connsiteY538" fmla="*/ 1958841 h 4267200"/>
              <a:gd name="connsiteX539" fmla="*/ 82197 w 12192000"/>
              <a:gd name="connsiteY539" fmla="*/ 1754826 h 4267200"/>
              <a:gd name="connsiteX540" fmla="*/ 0 w 12192000"/>
              <a:gd name="connsiteY540" fmla="*/ 1679650 h 4267200"/>
              <a:gd name="connsiteX541" fmla="*/ 0 w 12192000"/>
              <a:gd name="connsiteY541" fmla="*/ 1602463 h 4267200"/>
              <a:gd name="connsiteX542" fmla="*/ 84689 w 12192000"/>
              <a:gd name="connsiteY542" fmla="*/ 1677442 h 4267200"/>
              <a:gd name="connsiteX543" fmla="*/ 298437 w 12192000"/>
              <a:gd name="connsiteY543" fmla="*/ 1968019 h 4267200"/>
              <a:gd name="connsiteX544" fmla="*/ 227269 w 12192000"/>
              <a:gd name="connsiteY544" fmla="*/ 1114064 h 4267200"/>
              <a:gd name="connsiteX545" fmla="*/ 248003 w 12192000"/>
              <a:gd name="connsiteY545" fmla="*/ 1089613 h 4267200"/>
              <a:gd name="connsiteX546" fmla="*/ 427020 w 12192000"/>
              <a:gd name="connsiteY546" fmla="*/ 1619803 h 4267200"/>
              <a:gd name="connsiteX547" fmla="*/ 340345 w 12192000"/>
              <a:gd name="connsiteY547" fmla="*/ 2027739 h 4267200"/>
              <a:gd name="connsiteX548" fmla="*/ 360865 w 12192000"/>
              <a:gd name="connsiteY548" fmla="*/ 2044827 h 4267200"/>
              <a:gd name="connsiteX549" fmla="*/ 560414 w 12192000"/>
              <a:gd name="connsiteY549" fmla="*/ 2421457 h 4267200"/>
              <a:gd name="connsiteX550" fmla="*/ 1359703 w 12192000"/>
              <a:gd name="connsiteY550" fmla="*/ 2578554 h 4267200"/>
              <a:gd name="connsiteX551" fmla="*/ 1359422 w 12192000"/>
              <a:gd name="connsiteY551" fmla="*/ 2577994 h 4267200"/>
              <a:gd name="connsiteX552" fmla="*/ 828701 w 12192000"/>
              <a:gd name="connsiteY552" fmla="*/ 1839520 h 4267200"/>
              <a:gd name="connsiteX553" fmla="*/ 494427 w 12192000"/>
              <a:gd name="connsiteY553" fmla="*/ 1092333 h 4267200"/>
              <a:gd name="connsiteX554" fmla="*/ 506322 w 12192000"/>
              <a:gd name="connsiteY554" fmla="*/ 1020997 h 4267200"/>
              <a:gd name="connsiteX555" fmla="*/ 4570198 w 12192000"/>
              <a:gd name="connsiteY555" fmla="*/ 978081 h 4267200"/>
              <a:gd name="connsiteX556" fmla="*/ 4523691 w 12192000"/>
              <a:gd name="connsiteY556" fmla="*/ 1127776 h 4267200"/>
              <a:gd name="connsiteX557" fmla="*/ 4509875 w 12192000"/>
              <a:gd name="connsiteY557" fmla="*/ 1167552 h 4267200"/>
              <a:gd name="connsiteX558" fmla="*/ 4478168 w 12192000"/>
              <a:gd name="connsiteY558" fmla="*/ 1260735 h 4267200"/>
              <a:gd name="connsiteX559" fmla="*/ 4409309 w 12192000"/>
              <a:gd name="connsiteY559" fmla="*/ 1666996 h 4267200"/>
              <a:gd name="connsiteX560" fmla="*/ 4370031 w 12192000"/>
              <a:gd name="connsiteY560" fmla="*/ 1955666 h 4267200"/>
              <a:gd name="connsiteX561" fmla="*/ 4570198 w 12192000"/>
              <a:gd name="connsiteY561" fmla="*/ 978081 h 4267200"/>
              <a:gd name="connsiteX562" fmla="*/ 12149131 w 12192000"/>
              <a:gd name="connsiteY562" fmla="*/ 959050 h 4267200"/>
              <a:gd name="connsiteX563" fmla="*/ 12105664 w 12192000"/>
              <a:gd name="connsiteY563" fmla="*/ 1006960 h 4267200"/>
              <a:gd name="connsiteX564" fmla="*/ 11883102 w 12192000"/>
              <a:gd name="connsiteY564" fmla="*/ 1184424 h 4267200"/>
              <a:gd name="connsiteX565" fmla="*/ 11665174 w 12192000"/>
              <a:gd name="connsiteY565" fmla="*/ 1317493 h 4267200"/>
              <a:gd name="connsiteX566" fmla="*/ 11590337 w 12192000"/>
              <a:gd name="connsiteY566" fmla="*/ 1348256 h 4267200"/>
              <a:gd name="connsiteX567" fmla="*/ 11492588 w 12192000"/>
              <a:gd name="connsiteY567" fmla="*/ 1390573 h 4267200"/>
              <a:gd name="connsiteX568" fmla="*/ 11888865 w 12192000"/>
              <a:gd name="connsiteY568" fmla="*/ 1220988 h 4267200"/>
              <a:gd name="connsiteX569" fmla="*/ 12149131 w 12192000"/>
              <a:gd name="connsiteY569" fmla="*/ 959050 h 4267200"/>
              <a:gd name="connsiteX570" fmla="*/ 4557898 w 12192000"/>
              <a:gd name="connsiteY570" fmla="*/ 900011 h 4267200"/>
              <a:gd name="connsiteX571" fmla="*/ 4344840 w 12192000"/>
              <a:gd name="connsiteY571" fmla="*/ 1922038 h 4267200"/>
              <a:gd name="connsiteX572" fmla="*/ 4378710 w 12192000"/>
              <a:gd name="connsiteY572" fmla="*/ 1665516 h 4267200"/>
              <a:gd name="connsiteX573" fmla="*/ 4448798 w 12192000"/>
              <a:gd name="connsiteY573" fmla="*/ 1253024 h 4267200"/>
              <a:gd name="connsiteX574" fmla="*/ 4480315 w 12192000"/>
              <a:gd name="connsiteY574" fmla="*/ 1158454 h 4267200"/>
              <a:gd name="connsiteX575" fmla="*/ 4494133 w 12192000"/>
              <a:gd name="connsiteY575" fmla="*/ 1118676 h 4267200"/>
              <a:gd name="connsiteX576" fmla="*/ 4557898 w 12192000"/>
              <a:gd name="connsiteY576" fmla="*/ 900011 h 4267200"/>
              <a:gd name="connsiteX577" fmla="*/ 5870151 w 12192000"/>
              <a:gd name="connsiteY577" fmla="*/ 898890 h 4267200"/>
              <a:gd name="connsiteX578" fmla="*/ 5861335 w 12192000"/>
              <a:gd name="connsiteY578" fmla="*/ 899177 h 4267200"/>
              <a:gd name="connsiteX579" fmla="*/ 5843702 w 12192000"/>
              <a:gd name="connsiteY579" fmla="*/ 899748 h 4267200"/>
              <a:gd name="connsiteX580" fmla="*/ 5651107 w 12192000"/>
              <a:gd name="connsiteY580" fmla="*/ 920306 h 4267200"/>
              <a:gd name="connsiteX581" fmla="*/ 5459407 w 12192000"/>
              <a:gd name="connsiteY581" fmla="*/ 940975 h 4267200"/>
              <a:gd name="connsiteX582" fmla="*/ 5374846 w 12192000"/>
              <a:gd name="connsiteY582" fmla="*/ 941988 h 4267200"/>
              <a:gd name="connsiteX583" fmla="*/ 5256105 w 12192000"/>
              <a:gd name="connsiteY583" fmla="*/ 945632 h 4267200"/>
              <a:gd name="connsiteX584" fmla="*/ 5107071 w 12192000"/>
              <a:gd name="connsiteY584" fmla="*/ 969720 h 4267200"/>
              <a:gd name="connsiteX585" fmla="*/ 4998681 w 12192000"/>
              <a:gd name="connsiteY585" fmla="*/ 988771 h 4267200"/>
              <a:gd name="connsiteX586" fmla="*/ 5870151 w 12192000"/>
              <a:gd name="connsiteY586" fmla="*/ 898890 h 4267200"/>
              <a:gd name="connsiteX587" fmla="*/ 12190084 w 12192000"/>
              <a:gd name="connsiteY587" fmla="*/ 854709 h 4267200"/>
              <a:gd name="connsiteX588" fmla="*/ 12162947 w 12192000"/>
              <a:gd name="connsiteY588" fmla="*/ 879275 h 4267200"/>
              <a:gd name="connsiteX589" fmla="*/ 11721478 w 12192000"/>
              <a:gd name="connsiteY589" fmla="*/ 1216434 h 4267200"/>
              <a:gd name="connsiteX590" fmla="*/ 11680712 w 12192000"/>
              <a:gd name="connsiteY590" fmla="*/ 1239730 h 4267200"/>
              <a:gd name="connsiteX591" fmla="*/ 11505347 w 12192000"/>
              <a:gd name="connsiteY591" fmla="*/ 1352837 h 4267200"/>
              <a:gd name="connsiteX592" fmla="*/ 11580962 w 12192000"/>
              <a:gd name="connsiteY592" fmla="*/ 1321759 h 4267200"/>
              <a:gd name="connsiteX593" fmla="*/ 11654234 w 12192000"/>
              <a:gd name="connsiteY593" fmla="*/ 1291618 h 4267200"/>
              <a:gd name="connsiteX594" fmla="*/ 11867274 w 12192000"/>
              <a:gd name="connsiteY594" fmla="*/ 1160983 h 4267200"/>
              <a:gd name="connsiteX595" fmla="*/ 12086035 w 12192000"/>
              <a:gd name="connsiteY595" fmla="*/ 986418 h 4267200"/>
              <a:gd name="connsiteX596" fmla="*/ 12190084 w 12192000"/>
              <a:gd name="connsiteY596" fmla="*/ 854709 h 4267200"/>
              <a:gd name="connsiteX597" fmla="*/ 5504425 w 12192000"/>
              <a:gd name="connsiteY597" fmla="*/ 848067 h 4267200"/>
              <a:gd name="connsiteX598" fmla="*/ 4968849 w 12192000"/>
              <a:gd name="connsiteY598" fmla="*/ 962318 h 4267200"/>
              <a:gd name="connsiteX599" fmla="*/ 5104039 w 12192000"/>
              <a:gd name="connsiteY599" fmla="*/ 940634 h 4267200"/>
              <a:gd name="connsiteX600" fmla="*/ 5256311 w 12192000"/>
              <a:gd name="connsiteY600" fmla="*/ 916490 h 4267200"/>
              <a:gd name="connsiteX601" fmla="*/ 5377381 w 12192000"/>
              <a:gd name="connsiteY601" fmla="*/ 912671 h 4267200"/>
              <a:gd name="connsiteX602" fmla="*/ 5460148 w 12192000"/>
              <a:gd name="connsiteY602" fmla="*/ 911442 h 4267200"/>
              <a:gd name="connsiteX603" fmla="*/ 5648971 w 12192000"/>
              <a:gd name="connsiteY603" fmla="*/ 891331 h 4267200"/>
              <a:gd name="connsiteX604" fmla="*/ 5844807 w 12192000"/>
              <a:gd name="connsiteY604" fmla="*/ 870718 h 4267200"/>
              <a:gd name="connsiteX605" fmla="*/ 5862975 w 12192000"/>
              <a:gd name="connsiteY605" fmla="*/ 869756 h 4267200"/>
              <a:gd name="connsiteX606" fmla="*/ 5920887 w 12192000"/>
              <a:gd name="connsiteY606" fmla="*/ 865929 h 4267200"/>
              <a:gd name="connsiteX607" fmla="*/ 5504425 w 12192000"/>
              <a:gd name="connsiteY607" fmla="*/ 848067 h 4267200"/>
              <a:gd name="connsiteX608" fmla="*/ 8924104 w 12192000"/>
              <a:gd name="connsiteY608" fmla="*/ 777000 h 4267200"/>
              <a:gd name="connsiteX609" fmla="*/ 8921999 w 12192000"/>
              <a:gd name="connsiteY609" fmla="*/ 794136 h 4267200"/>
              <a:gd name="connsiteX610" fmla="*/ 8916066 w 12192000"/>
              <a:gd name="connsiteY610" fmla="*/ 843129 h 4267200"/>
              <a:gd name="connsiteX611" fmla="*/ 8909852 w 12192000"/>
              <a:gd name="connsiteY611" fmla="*/ 1005313 h 4267200"/>
              <a:gd name="connsiteX612" fmla="*/ 8936982 w 12192000"/>
              <a:gd name="connsiteY612" fmla="*/ 1614896 h 4267200"/>
              <a:gd name="connsiteX613" fmla="*/ 8939706 w 12192000"/>
              <a:gd name="connsiteY613" fmla="*/ 1632791 h 4267200"/>
              <a:gd name="connsiteX614" fmla="*/ 8946691 w 12192000"/>
              <a:gd name="connsiteY614" fmla="*/ 1680170 h 4267200"/>
              <a:gd name="connsiteX615" fmla="*/ 8947643 w 12192000"/>
              <a:gd name="connsiteY615" fmla="*/ 1649028 h 4267200"/>
              <a:gd name="connsiteX616" fmla="*/ 8931687 w 12192000"/>
              <a:gd name="connsiteY616" fmla="*/ 871628 h 4267200"/>
              <a:gd name="connsiteX617" fmla="*/ 8929804 w 12192000"/>
              <a:gd name="connsiteY617" fmla="*/ 850229 h 4267200"/>
              <a:gd name="connsiteX618" fmla="*/ 8924104 w 12192000"/>
              <a:gd name="connsiteY618" fmla="*/ 777000 h 4267200"/>
              <a:gd name="connsiteX619" fmla="*/ 8951219 w 12192000"/>
              <a:gd name="connsiteY619" fmla="*/ 764662 h 4267200"/>
              <a:gd name="connsiteX620" fmla="*/ 8957270 w 12192000"/>
              <a:gd name="connsiteY620" fmla="*/ 847698 h 4267200"/>
              <a:gd name="connsiteX621" fmla="*/ 8959153 w 12192000"/>
              <a:gd name="connsiteY621" fmla="*/ 869097 h 4267200"/>
              <a:gd name="connsiteX622" fmla="*/ 8976081 w 12192000"/>
              <a:gd name="connsiteY622" fmla="*/ 1619865 h 4267200"/>
              <a:gd name="connsiteX623" fmla="*/ 8951219 w 12192000"/>
              <a:gd name="connsiteY623" fmla="*/ 764662 h 4267200"/>
              <a:gd name="connsiteX624" fmla="*/ 8898081 w 12192000"/>
              <a:gd name="connsiteY624" fmla="*/ 630137 h 4267200"/>
              <a:gd name="connsiteX625" fmla="*/ 8910095 w 12192000"/>
              <a:gd name="connsiteY625" fmla="*/ 1626691 h 4267200"/>
              <a:gd name="connsiteX626" fmla="*/ 8908822 w 12192000"/>
              <a:gd name="connsiteY626" fmla="*/ 1619067 h 4267200"/>
              <a:gd name="connsiteX627" fmla="*/ 8881669 w 12192000"/>
              <a:gd name="connsiteY627" fmla="*/ 1004967 h 4267200"/>
              <a:gd name="connsiteX628" fmla="*/ 8888265 w 12192000"/>
              <a:gd name="connsiteY628" fmla="*/ 840369 h 4267200"/>
              <a:gd name="connsiteX629" fmla="*/ 8894429 w 12192000"/>
              <a:gd name="connsiteY629" fmla="*/ 790831 h 4267200"/>
              <a:gd name="connsiteX630" fmla="*/ 8898081 w 12192000"/>
              <a:gd name="connsiteY630" fmla="*/ 630137 h 4267200"/>
              <a:gd name="connsiteX631" fmla="*/ 11491396 w 12192000"/>
              <a:gd name="connsiteY631" fmla="*/ 623931 h 4267200"/>
              <a:gd name="connsiteX632" fmla="*/ 11413329 w 12192000"/>
              <a:gd name="connsiteY632" fmla="*/ 662344 h 4267200"/>
              <a:gd name="connsiteX633" fmla="*/ 10966547 w 12192000"/>
              <a:gd name="connsiteY633" fmla="*/ 818916 h 4267200"/>
              <a:gd name="connsiteX634" fmla="*/ 10498883 w 12192000"/>
              <a:gd name="connsiteY634" fmla="*/ 1111507 h 4267200"/>
              <a:gd name="connsiteX635" fmla="*/ 10671292 w 12192000"/>
              <a:gd name="connsiteY635" fmla="*/ 1035777 h 4267200"/>
              <a:gd name="connsiteX636" fmla="*/ 10685894 w 12192000"/>
              <a:gd name="connsiteY636" fmla="*/ 1027151 h 4267200"/>
              <a:gd name="connsiteX637" fmla="*/ 11104337 w 12192000"/>
              <a:gd name="connsiteY637" fmla="*/ 817377 h 4267200"/>
              <a:gd name="connsiteX638" fmla="*/ 11491396 w 12192000"/>
              <a:gd name="connsiteY638" fmla="*/ 623931 h 4267200"/>
              <a:gd name="connsiteX639" fmla="*/ 10779304 w 12192000"/>
              <a:gd name="connsiteY639" fmla="*/ 584486 h 4267200"/>
              <a:gd name="connsiteX640" fmla="*/ 10658378 w 12192000"/>
              <a:gd name="connsiteY640" fmla="*/ 772788 h 4267200"/>
              <a:gd name="connsiteX641" fmla="*/ 10475581 w 12192000"/>
              <a:gd name="connsiteY641" fmla="*/ 1070739 h 4267200"/>
              <a:gd name="connsiteX642" fmla="*/ 10735178 w 12192000"/>
              <a:gd name="connsiteY642" fmla="*/ 693281 h 4267200"/>
              <a:gd name="connsiteX643" fmla="*/ 10132488 w 12192000"/>
              <a:gd name="connsiteY643" fmla="*/ 518596 h 4267200"/>
              <a:gd name="connsiteX644" fmla="*/ 9879465 w 12192000"/>
              <a:gd name="connsiteY644" fmla="*/ 567273 h 4267200"/>
              <a:gd name="connsiteX645" fmla="*/ 9364243 w 12192000"/>
              <a:gd name="connsiteY645" fmla="*/ 809468 h 4267200"/>
              <a:gd name="connsiteX646" fmla="*/ 9366655 w 12192000"/>
              <a:gd name="connsiteY646" fmla="*/ 809848 h 4267200"/>
              <a:gd name="connsiteX647" fmla="*/ 9914233 w 12192000"/>
              <a:gd name="connsiteY647" fmla="*/ 596159 h 4267200"/>
              <a:gd name="connsiteX648" fmla="*/ 10264524 w 12192000"/>
              <a:gd name="connsiteY648" fmla="*/ 501747 h 4267200"/>
              <a:gd name="connsiteX649" fmla="*/ 9922837 w 12192000"/>
              <a:gd name="connsiteY649" fmla="*/ 622979 h 4267200"/>
              <a:gd name="connsiteX650" fmla="*/ 9416908 w 12192000"/>
              <a:gd name="connsiteY650" fmla="*/ 818889 h 4267200"/>
              <a:gd name="connsiteX651" fmla="*/ 9418234 w 12192000"/>
              <a:gd name="connsiteY651" fmla="*/ 818810 h 4267200"/>
              <a:gd name="connsiteX652" fmla="*/ 10264524 w 12192000"/>
              <a:gd name="connsiteY652" fmla="*/ 501747 h 4267200"/>
              <a:gd name="connsiteX653" fmla="*/ 10802699 w 12192000"/>
              <a:gd name="connsiteY653" fmla="*/ 488163 h 4267200"/>
              <a:gd name="connsiteX654" fmla="*/ 10618739 w 12192000"/>
              <a:gd name="connsiteY654" fmla="*/ 734118 h 4267200"/>
              <a:gd name="connsiteX655" fmla="*/ 10604580 w 12192000"/>
              <a:gd name="connsiteY655" fmla="*/ 753877 h 4267200"/>
              <a:gd name="connsiteX656" fmla="*/ 10529643 w 12192000"/>
              <a:gd name="connsiteY656" fmla="*/ 867004 h 4267200"/>
              <a:gd name="connsiteX657" fmla="*/ 10462194 w 12192000"/>
              <a:gd name="connsiteY657" fmla="*/ 1035452 h 4267200"/>
              <a:gd name="connsiteX658" fmla="*/ 10635117 w 12192000"/>
              <a:gd name="connsiteY658" fmla="*/ 757788 h 4267200"/>
              <a:gd name="connsiteX659" fmla="*/ 10802699 w 12192000"/>
              <a:gd name="connsiteY659" fmla="*/ 488163 h 4267200"/>
              <a:gd name="connsiteX660" fmla="*/ 10359107 w 12192000"/>
              <a:gd name="connsiteY660" fmla="*/ 485136 h 4267200"/>
              <a:gd name="connsiteX661" fmla="*/ 9515108 w 12192000"/>
              <a:gd name="connsiteY661" fmla="*/ 825701 h 4267200"/>
              <a:gd name="connsiteX662" fmla="*/ 10359107 w 12192000"/>
              <a:gd name="connsiteY662" fmla="*/ 485136 h 4267200"/>
              <a:gd name="connsiteX663" fmla="*/ 11886089 w 12192000"/>
              <a:gd name="connsiteY663" fmla="*/ 483936 h 4267200"/>
              <a:gd name="connsiteX664" fmla="*/ 11622890 w 12192000"/>
              <a:gd name="connsiteY664" fmla="*/ 661575 h 4267200"/>
              <a:gd name="connsiteX665" fmla="*/ 11038640 w 12192000"/>
              <a:gd name="connsiteY665" fmla="*/ 996875 h 4267200"/>
              <a:gd name="connsiteX666" fmla="*/ 10561310 w 12192000"/>
              <a:gd name="connsiteY666" fmla="*/ 1145020 h 4267200"/>
              <a:gd name="connsiteX667" fmla="*/ 10675127 w 12192000"/>
              <a:gd name="connsiteY667" fmla="*/ 1163586 h 4267200"/>
              <a:gd name="connsiteX668" fmla="*/ 11120351 w 12192000"/>
              <a:gd name="connsiteY668" fmla="*/ 990907 h 4267200"/>
              <a:gd name="connsiteX669" fmla="*/ 11648506 w 12192000"/>
              <a:gd name="connsiteY669" fmla="*/ 680145 h 4267200"/>
              <a:gd name="connsiteX670" fmla="*/ 11886089 w 12192000"/>
              <a:gd name="connsiteY670" fmla="*/ 483936 h 4267200"/>
              <a:gd name="connsiteX671" fmla="*/ 3607114 w 12192000"/>
              <a:gd name="connsiteY671" fmla="*/ 467441 h 4267200"/>
              <a:gd name="connsiteX672" fmla="*/ 3296242 w 12192000"/>
              <a:gd name="connsiteY672" fmla="*/ 807991 h 4267200"/>
              <a:gd name="connsiteX673" fmla="*/ 3174674 w 12192000"/>
              <a:gd name="connsiteY673" fmla="*/ 919759 h 4267200"/>
              <a:gd name="connsiteX674" fmla="*/ 3042978 w 12192000"/>
              <a:gd name="connsiteY674" fmla="*/ 1054894 h 4267200"/>
              <a:gd name="connsiteX675" fmla="*/ 2968914 w 12192000"/>
              <a:gd name="connsiteY675" fmla="*/ 1133756 h 4267200"/>
              <a:gd name="connsiteX676" fmla="*/ 3103823 w 12192000"/>
              <a:gd name="connsiteY676" fmla="*/ 1026814 h 4267200"/>
              <a:gd name="connsiteX677" fmla="*/ 3607114 w 12192000"/>
              <a:gd name="connsiteY677" fmla="*/ 467441 h 4267200"/>
              <a:gd name="connsiteX678" fmla="*/ 10784544 w 12192000"/>
              <a:gd name="connsiteY678" fmla="*/ 465669 h 4267200"/>
              <a:gd name="connsiteX679" fmla="*/ 10426419 w 12192000"/>
              <a:gd name="connsiteY679" fmla="*/ 1062158 h 4267200"/>
              <a:gd name="connsiteX680" fmla="*/ 10471732 w 12192000"/>
              <a:gd name="connsiteY680" fmla="*/ 921679 h 4267200"/>
              <a:gd name="connsiteX681" fmla="*/ 10504824 w 12192000"/>
              <a:gd name="connsiteY681" fmla="*/ 852631 h 4267200"/>
              <a:gd name="connsiteX682" fmla="*/ 10582237 w 12192000"/>
              <a:gd name="connsiteY682" fmla="*/ 736692 h 4267200"/>
              <a:gd name="connsiteX683" fmla="*/ 10596401 w 12192000"/>
              <a:gd name="connsiteY683" fmla="*/ 716935 h 4267200"/>
              <a:gd name="connsiteX684" fmla="*/ 10784544 w 12192000"/>
              <a:gd name="connsiteY684" fmla="*/ 465669 h 4267200"/>
              <a:gd name="connsiteX685" fmla="*/ 11916494 w 12192000"/>
              <a:gd name="connsiteY685" fmla="*/ 422768 h 4267200"/>
              <a:gd name="connsiteX686" fmla="*/ 11703185 w 12192000"/>
              <a:gd name="connsiteY686" fmla="*/ 528178 h 4267200"/>
              <a:gd name="connsiteX687" fmla="*/ 11680755 w 12192000"/>
              <a:gd name="connsiteY687" fmla="*/ 543149 h 4267200"/>
              <a:gd name="connsiteX688" fmla="*/ 11116818 w 12192000"/>
              <a:gd name="connsiteY688" fmla="*/ 842623 h 4267200"/>
              <a:gd name="connsiteX689" fmla="*/ 10700164 w 12192000"/>
              <a:gd name="connsiteY689" fmla="*/ 1051220 h 4267200"/>
              <a:gd name="connsiteX690" fmla="*/ 10685570 w 12192000"/>
              <a:gd name="connsiteY690" fmla="*/ 1059849 h 4267200"/>
              <a:gd name="connsiteX691" fmla="*/ 10584288 w 12192000"/>
              <a:gd name="connsiteY691" fmla="*/ 1113543 h 4267200"/>
              <a:gd name="connsiteX692" fmla="*/ 11026698 w 12192000"/>
              <a:gd name="connsiteY692" fmla="*/ 971858 h 4267200"/>
              <a:gd name="connsiteX693" fmla="*/ 11607604 w 12192000"/>
              <a:gd name="connsiteY693" fmla="*/ 638368 h 4267200"/>
              <a:gd name="connsiteX694" fmla="*/ 11919452 w 12192000"/>
              <a:gd name="connsiteY694" fmla="*/ 423380 h 4267200"/>
              <a:gd name="connsiteX695" fmla="*/ 11916494 w 12192000"/>
              <a:gd name="connsiteY695" fmla="*/ 422768 h 4267200"/>
              <a:gd name="connsiteX696" fmla="*/ 8148168 w 12192000"/>
              <a:gd name="connsiteY696" fmla="*/ 416949 h 4267200"/>
              <a:gd name="connsiteX697" fmla="*/ 7862052 w 12192000"/>
              <a:gd name="connsiteY697" fmla="*/ 694330 h 4267200"/>
              <a:gd name="connsiteX698" fmla="*/ 7808002 w 12192000"/>
              <a:gd name="connsiteY698" fmla="*/ 759654 h 4267200"/>
              <a:gd name="connsiteX699" fmla="*/ 8295299 w 12192000"/>
              <a:gd name="connsiteY699" fmla="*/ 416143 h 4267200"/>
              <a:gd name="connsiteX700" fmla="*/ 8309124 w 12192000"/>
              <a:gd name="connsiteY700" fmla="*/ 534021 h 4267200"/>
              <a:gd name="connsiteX701" fmla="*/ 8293154 w 12192000"/>
              <a:gd name="connsiteY701" fmla="*/ 672115 h 4267200"/>
              <a:gd name="connsiteX702" fmla="*/ 8279099 w 12192000"/>
              <a:gd name="connsiteY702" fmla="*/ 769176 h 4267200"/>
              <a:gd name="connsiteX703" fmla="*/ 8309186 w 12192000"/>
              <a:gd name="connsiteY703" fmla="*/ 1060039 h 4267200"/>
              <a:gd name="connsiteX704" fmla="*/ 8410512 w 12192000"/>
              <a:gd name="connsiteY704" fmla="*/ 1511108 h 4267200"/>
              <a:gd name="connsiteX705" fmla="*/ 8351657 w 12192000"/>
              <a:gd name="connsiteY705" fmla="*/ 521768 h 4267200"/>
              <a:gd name="connsiteX706" fmla="*/ 8295299 w 12192000"/>
              <a:gd name="connsiteY706" fmla="*/ 416143 h 4267200"/>
              <a:gd name="connsiteX707" fmla="*/ 8266483 w 12192000"/>
              <a:gd name="connsiteY707" fmla="*/ 414244 h 4267200"/>
              <a:gd name="connsiteX708" fmla="*/ 8343425 w 12192000"/>
              <a:gd name="connsiteY708" fmla="*/ 1357811 h 4267200"/>
              <a:gd name="connsiteX709" fmla="*/ 8282114 w 12192000"/>
              <a:gd name="connsiteY709" fmla="*/ 1064671 h 4267200"/>
              <a:gd name="connsiteX710" fmla="*/ 8251298 w 12192000"/>
              <a:gd name="connsiteY710" fmla="*/ 766414 h 4267200"/>
              <a:gd name="connsiteX711" fmla="*/ 8265729 w 12192000"/>
              <a:gd name="connsiteY711" fmla="*/ 666939 h 4267200"/>
              <a:gd name="connsiteX712" fmla="*/ 8281494 w 12192000"/>
              <a:gd name="connsiteY712" fmla="*/ 533909 h 4267200"/>
              <a:gd name="connsiteX713" fmla="*/ 8266483 w 12192000"/>
              <a:gd name="connsiteY713" fmla="*/ 414244 h 4267200"/>
              <a:gd name="connsiteX714" fmla="*/ 8140802 w 12192000"/>
              <a:gd name="connsiteY714" fmla="*/ 388720 h 4267200"/>
              <a:gd name="connsiteX715" fmla="*/ 7860379 w 12192000"/>
              <a:gd name="connsiteY715" fmla="*/ 596411 h 4267200"/>
              <a:gd name="connsiteX716" fmla="*/ 7737688 w 12192000"/>
              <a:gd name="connsiteY716" fmla="*/ 790400 h 4267200"/>
              <a:gd name="connsiteX717" fmla="*/ 7726885 w 12192000"/>
              <a:gd name="connsiteY717" fmla="*/ 812869 h 4267200"/>
              <a:gd name="connsiteX718" fmla="*/ 7840490 w 12192000"/>
              <a:gd name="connsiteY718" fmla="*/ 676832 h 4267200"/>
              <a:gd name="connsiteX719" fmla="*/ 8140802 w 12192000"/>
              <a:gd name="connsiteY719" fmla="*/ 388720 h 4267200"/>
              <a:gd name="connsiteX720" fmla="*/ 3744487 w 12192000"/>
              <a:gd name="connsiteY720" fmla="*/ 383136 h 4267200"/>
              <a:gd name="connsiteX721" fmla="*/ 3970213 w 12192000"/>
              <a:gd name="connsiteY721" fmla="*/ 995559 h 4267200"/>
              <a:gd name="connsiteX722" fmla="*/ 3744487 w 12192000"/>
              <a:gd name="connsiteY722" fmla="*/ 383136 h 4267200"/>
              <a:gd name="connsiteX723" fmla="*/ 3624562 w 12192000"/>
              <a:gd name="connsiteY723" fmla="*/ 367041 h 4267200"/>
              <a:gd name="connsiteX724" fmla="*/ 3489712 w 12192000"/>
              <a:gd name="connsiteY724" fmla="*/ 485386 h 4267200"/>
              <a:gd name="connsiteX725" fmla="*/ 3182994 w 12192000"/>
              <a:gd name="connsiteY725" fmla="*/ 828265 h 4267200"/>
              <a:gd name="connsiteX726" fmla="*/ 2892114 w 12192000"/>
              <a:gd name="connsiteY726" fmla="*/ 1172635 h 4267200"/>
              <a:gd name="connsiteX727" fmla="*/ 3021459 w 12192000"/>
              <a:gd name="connsiteY727" fmla="*/ 1035385 h 4267200"/>
              <a:gd name="connsiteX728" fmla="*/ 3153873 w 12192000"/>
              <a:gd name="connsiteY728" fmla="*/ 898971 h 4267200"/>
              <a:gd name="connsiteX729" fmla="*/ 3276511 w 12192000"/>
              <a:gd name="connsiteY729" fmla="*/ 786423 h 4267200"/>
              <a:gd name="connsiteX730" fmla="*/ 3584154 w 12192000"/>
              <a:gd name="connsiteY730" fmla="*/ 448218 h 4267200"/>
              <a:gd name="connsiteX731" fmla="*/ 3624562 w 12192000"/>
              <a:gd name="connsiteY731" fmla="*/ 367041 h 4267200"/>
              <a:gd name="connsiteX732" fmla="*/ 3766672 w 12192000"/>
              <a:gd name="connsiteY732" fmla="*/ 359429 h 4267200"/>
              <a:gd name="connsiteX733" fmla="*/ 3996338 w 12192000"/>
              <a:gd name="connsiteY733" fmla="*/ 968237 h 4267200"/>
              <a:gd name="connsiteX734" fmla="*/ 3766672 w 12192000"/>
              <a:gd name="connsiteY734" fmla="*/ 359429 h 4267200"/>
              <a:gd name="connsiteX735" fmla="*/ 5805386 w 12192000"/>
              <a:gd name="connsiteY735" fmla="*/ 239240 h 4267200"/>
              <a:gd name="connsiteX736" fmla="*/ 5736947 w 12192000"/>
              <a:gd name="connsiteY736" fmla="*/ 261367 h 4267200"/>
              <a:gd name="connsiteX737" fmla="*/ 5427012 w 12192000"/>
              <a:gd name="connsiteY737" fmla="*/ 311272 h 4267200"/>
              <a:gd name="connsiteX738" fmla="*/ 5147818 w 12192000"/>
              <a:gd name="connsiteY738" fmla="*/ 322112 h 4267200"/>
              <a:gd name="connsiteX739" fmla="*/ 5060854 w 12192000"/>
              <a:gd name="connsiteY739" fmla="*/ 311882 h 4267200"/>
              <a:gd name="connsiteX740" fmla="*/ 4945989 w 12192000"/>
              <a:gd name="connsiteY740" fmla="*/ 300516 h 4267200"/>
              <a:gd name="connsiteX741" fmla="*/ 5410479 w 12192000"/>
              <a:gd name="connsiteY741" fmla="*/ 348434 h 4267200"/>
              <a:gd name="connsiteX742" fmla="*/ 5805386 w 12192000"/>
              <a:gd name="connsiteY742" fmla="*/ 239240 h 4267200"/>
              <a:gd name="connsiteX743" fmla="*/ 5905192 w 12192000"/>
              <a:gd name="connsiteY743" fmla="*/ 163079 h 4267200"/>
              <a:gd name="connsiteX744" fmla="*/ 5865655 w 12192000"/>
              <a:gd name="connsiteY744" fmla="*/ 171901 h 4267200"/>
              <a:gd name="connsiteX745" fmla="*/ 5259740 w 12192000"/>
              <a:gd name="connsiteY745" fmla="*/ 257013 h 4267200"/>
              <a:gd name="connsiteX746" fmla="*/ 5208466 w 12192000"/>
              <a:gd name="connsiteY746" fmla="*/ 257550 h 4267200"/>
              <a:gd name="connsiteX747" fmla="*/ 4980204 w 12192000"/>
              <a:gd name="connsiteY747" fmla="*/ 271903 h 4267200"/>
              <a:gd name="connsiteX748" fmla="*/ 5068068 w 12192000"/>
              <a:gd name="connsiteY748" fmla="*/ 282244 h 4267200"/>
              <a:gd name="connsiteX749" fmla="*/ 5153231 w 12192000"/>
              <a:gd name="connsiteY749" fmla="*/ 292240 h 4267200"/>
              <a:gd name="connsiteX750" fmla="*/ 5426491 w 12192000"/>
              <a:gd name="connsiteY750" fmla="*/ 281128 h 4267200"/>
              <a:gd name="connsiteX751" fmla="*/ 5731212 w 12192000"/>
              <a:gd name="connsiteY751" fmla="*/ 231951 h 4267200"/>
              <a:gd name="connsiteX752" fmla="*/ 5905192 w 12192000"/>
              <a:gd name="connsiteY752" fmla="*/ 163079 h 4267200"/>
              <a:gd name="connsiteX753" fmla="*/ 5944437 w 12192000"/>
              <a:gd name="connsiteY753" fmla="*/ 113829 h 4267200"/>
              <a:gd name="connsiteX754" fmla="*/ 5825032 w 12192000"/>
              <a:gd name="connsiteY754" fmla="*/ 146405 h 4267200"/>
              <a:gd name="connsiteX755" fmla="*/ 4955599 w 12192000"/>
              <a:gd name="connsiteY755" fmla="*/ 247008 h 4267200"/>
              <a:gd name="connsiteX756" fmla="*/ 5210104 w 12192000"/>
              <a:gd name="connsiteY756" fmla="*/ 228123 h 4267200"/>
              <a:gd name="connsiteX757" fmla="*/ 5261015 w 12192000"/>
              <a:gd name="connsiteY757" fmla="*/ 227087 h 4267200"/>
              <a:gd name="connsiteX758" fmla="*/ 5861181 w 12192000"/>
              <a:gd name="connsiteY758" fmla="*/ 143093 h 4267200"/>
              <a:gd name="connsiteX759" fmla="*/ 5961252 w 12192000"/>
              <a:gd name="connsiteY759" fmla="*/ 114820 h 4267200"/>
              <a:gd name="connsiteX760" fmla="*/ 5944437 w 12192000"/>
              <a:gd name="connsiteY760" fmla="*/ 113829 h 4267200"/>
              <a:gd name="connsiteX761" fmla="*/ 9095810 w 12192000"/>
              <a:gd name="connsiteY761" fmla="*/ 0 h 4267200"/>
              <a:gd name="connsiteX762" fmla="*/ 9215999 w 12192000"/>
              <a:gd name="connsiteY762" fmla="*/ 0 h 4267200"/>
              <a:gd name="connsiteX763" fmla="*/ 9250991 w 12192000"/>
              <a:gd name="connsiteY763" fmla="*/ 17650 h 4267200"/>
              <a:gd name="connsiteX764" fmla="*/ 9551793 w 12192000"/>
              <a:gd name="connsiteY764" fmla="*/ 69947 h 4267200"/>
              <a:gd name="connsiteX765" fmla="*/ 10211701 w 12192000"/>
              <a:gd name="connsiteY765" fmla="*/ 15192 h 4267200"/>
              <a:gd name="connsiteX766" fmla="*/ 9665014 w 12192000"/>
              <a:gd name="connsiteY766" fmla="*/ 41266 h 4267200"/>
              <a:gd name="connsiteX767" fmla="*/ 9382567 w 12192000"/>
              <a:gd name="connsiteY767" fmla="*/ 18583 h 4267200"/>
              <a:gd name="connsiteX768" fmla="*/ 9283159 w 12192000"/>
              <a:gd name="connsiteY768" fmla="*/ 0 h 4267200"/>
              <a:gd name="connsiteX769" fmla="*/ 9469266 w 12192000"/>
              <a:gd name="connsiteY769" fmla="*/ 0 h 4267200"/>
              <a:gd name="connsiteX770" fmla="*/ 9504117 w 12192000"/>
              <a:gd name="connsiteY770" fmla="*/ 4274 h 4267200"/>
              <a:gd name="connsiteX771" fmla="*/ 9667223 w 12192000"/>
              <a:gd name="connsiteY771" fmla="*/ 13232 h 4267200"/>
              <a:gd name="connsiteX772" fmla="*/ 9887703 w 12192000"/>
              <a:gd name="connsiteY772" fmla="*/ 12601 h 4267200"/>
              <a:gd name="connsiteX773" fmla="*/ 10088930 w 12192000"/>
              <a:gd name="connsiteY773" fmla="*/ 0 h 4267200"/>
              <a:gd name="connsiteX774" fmla="*/ 10544171 w 12192000"/>
              <a:gd name="connsiteY774" fmla="*/ 0 h 4267200"/>
              <a:gd name="connsiteX775" fmla="*/ 10392396 w 12192000"/>
              <a:gd name="connsiteY775" fmla="*/ 36772 h 4267200"/>
              <a:gd name="connsiteX776" fmla="*/ 9413803 w 12192000"/>
              <a:gd name="connsiteY776" fmla="*/ 131277 h 4267200"/>
              <a:gd name="connsiteX777" fmla="*/ 9174626 w 12192000"/>
              <a:gd name="connsiteY777" fmla="*/ 44983 h 4267200"/>
              <a:gd name="connsiteX778" fmla="*/ 8474998 w 12192000"/>
              <a:gd name="connsiteY778" fmla="*/ 0 h 4267200"/>
              <a:gd name="connsiteX779" fmla="*/ 8573502 w 12192000"/>
              <a:gd name="connsiteY779" fmla="*/ 0 h 4267200"/>
              <a:gd name="connsiteX780" fmla="*/ 8659539 w 12192000"/>
              <a:gd name="connsiteY780" fmla="*/ 117664 h 4267200"/>
              <a:gd name="connsiteX781" fmla="*/ 9248507 w 12192000"/>
              <a:gd name="connsiteY781" fmla="*/ 743734 h 4267200"/>
              <a:gd name="connsiteX782" fmla="*/ 9309457 w 12192000"/>
              <a:gd name="connsiteY782" fmla="*/ 795932 h 4267200"/>
              <a:gd name="connsiteX783" fmla="*/ 9785496 w 12192000"/>
              <a:gd name="connsiteY783" fmla="*/ 530713 h 4267200"/>
              <a:gd name="connsiteX784" fmla="*/ 10482828 w 12192000"/>
              <a:gd name="connsiteY784" fmla="*/ 399738 h 4267200"/>
              <a:gd name="connsiteX785" fmla="*/ 10468382 w 12192000"/>
              <a:gd name="connsiteY785" fmla="*/ 461219 h 4267200"/>
              <a:gd name="connsiteX786" fmla="*/ 9430790 w 12192000"/>
              <a:gd name="connsiteY786" fmla="*/ 895589 h 4267200"/>
              <a:gd name="connsiteX787" fmla="*/ 10019780 w 12192000"/>
              <a:gd name="connsiteY787" fmla="*/ 1298815 h 4267200"/>
              <a:gd name="connsiteX788" fmla="*/ 10372218 w 12192000"/>
              <a:gd name="connsiteY788" fmla="*/ 1146081 h 4267200"/>
              <a:gd name="connsiteX789" fmla="*/ 10896429 w 12192000"/>
              <a:gd name="connsiteY789" fmla="*/ 310883 h 4267200"/>
              <a:gd name="connsiteX790" fmla="*/ 10919735 w 12192000"/>
              <a:gd name="connsiteY790" fmla="*/ 318176 h 4267200"/>
              <a:gd name="connsiteX791" fmla="*/ 10637064 w 12192000"/>
              <a:gd name="connsiteY791" fmla="*/ 935661 h 4267200"/>
              <a:gd name="connsiteX792" fmla="*/ 10516995 w 12192000"/>
              <a:gd name="connsiteY792" fmla="*/ 1070245 h 4267200"/>
              <a:gd name="connsiteX793" fmla="*/ 10868835 w 12192000"/>
              <a:gd name="connsiteY793" fmla="*/ 815534 h 4267200"/>
              <a:gd name="connsiteX794" fmla="*/ 11704547 w 12192000"/>
              <a:gd name="connsiteY794" fmla="*/ 465665 h 4267200"/>
              <a:gd name="connsiteX795" fmla="*/ 12033562 w 12192000"/>
              <a:gd name="connsiteY795" fmla="*/ 350012 h 4267200"/>
              <a:gd name="connsiteX796" fmla="*/ 12025537 w 12192000"/>
              <a:gd name="connsiteY796" fmla="*/ 382666 h 4267200"/>
              <a:gd name="connsiteX797" fmla="*/ 11088649 w 12192000"/>
              <a:gd name="connsiteY797" fmla="*/ 1056676 h 4267200"/>
              <a:gd name="connsiteX798" fmla="*/ 10561600 w 12192000"/>
              <a:gd name="connsiteY798" fmla="*/ 1229477 h 4267200"/>
              <a:gd name="connsiteX799" fmla="*/ 10280797 w 12192000"/>
              <a:gd name="connsiteY799" fmla="*/ 1263181 h 4267200"/>
              <a:gd name="connsiteX800" fmla="*/ 10083376 w 12192000"/>
              <a:gd name="connsiteY800" fmla="*/ 1334114 h 4267200"/>
              <a:gd name="connsiteX801" fmla="*/ 10832582 w 12192000"/>
              <a:gd name="connsiteY801" fmla="*/ 1687356 h 4267200"/>
              <a:gd name="connsiteX802" fmla="*/ 10839263 w 12192000"/>
              <a:gd name="connsiteY802" fmla="*/ 1683743 h 4267200"/>
              <a:gd name="connsiteX803" fmla="*/ 11350910 w 12192000"/>
              <a:gd name="connsiteY803" fmla="*/ 1443899 h 4267200"/>
              <a:gd name="connsiteX804" fmla="*/ 11360346 w 12192000"/>
              <a:gd name="connsiteY804" fmla="*/ 1429225 h 4267200"/>
              <a:gd name="connsiteX805" fmla="*/ 12167580 w 12192000"/>
              <a:gd name="connsiteY805" fmla="*/ 789523 h 4267200"/>
              <a:gd name="connsiteX806" fmla="*/ 12192000 w 12192000"/>
              <a:gd name="connsiteY806" fmla="*/ 769876 h 4267200"/>
              <a:gd name="connsiteX807" fmla="*/ 12192000 w 12192000"/>
              <a:gd name="connsiteY807" fmla="*/ 802845 h 4267200"/>
              <a:gd name="connsiteX808" fmla="*/ 12173558 w 12192000"/>
              <a:gd name="connsiteY808" fmla="*/ 821317 h 4267200"/>
              <a:gd name="connsiteX809" fmla="*/ 12117398 w 12192000"/>
              <a:gd name="connsiteY809" fmla="*/ 877374 h 4267200"/>
              <a:gd name="connsiteX810" fmla="*/ 11472926 w 12192000"/>
              <a:gd name="connsiteY810" fmla="*/ 1344259 h 4267200"/>
              <a:gd name="connsiteX811" fmla="*/ 11666978 w 12192000"/>
              <a:gd name="connsiteY811" fmla="*/ 1215889 h 4267200"/>
              <a:gd name="connsiteX812" fmla="*/ 11707200 w 12192000"/>
              <a:gd name="connsiteY812" fmla="*/ 1192361 h 4267200"/>
              <a:gd name="connsiteX813" fmla="*/ 12144637 w 12192000"/>
              <a:gd name="connsiteY813" fmla="*/ 858646 h 4267200"/>
              <a:gd name="connsiteX814" fmla="*/ 12192000 w 12192000"/>
              <a:gd name="connsiteY814" fmla="*/ 810414 h 4267200"/>
              <a:gd name="connsiteX815" fmla="*/ 12192000 w 12192000"/>
              <a:gd name="connsiteY815" fmla="*/ 916439 h 4267200"/>
              <a:gd name="connsiteX816" fmla="*/ 12150630 w 12192000"/>
              <a:gd name="connsiteY816" fmla="*/ 982925 h 4267200"/>
              <a:gd name="connsiteX817" fmla="*/ 11389484 w 12192000"/>
              <a:gd name="connsiteY817" fmla="*/ 1469889 h 4267200"/>
              <a:gd name="connsiteX818" fmla="*/ 10923736 w 12192000"/>
              <a:gd name="connsiteY818" fmla="*/ 1721439 h 4267200"/>
              <a:gd name="connsiteX819" fmla="*/ 11091913 w 12192000"/>
              <a:gd name="connsiteY819" fmla="*/ 1780406 h 4267200"/>
              <a:gd name="connsiteX820" fmla="*/ 11771238 w 12192000"/>
              <a:gd name="connsiteY820" fmla="*/ 1944400 h 4267200"/>
              <a:gd name="connsiteX821" fmla="*/ 11783166 w 12192000"/>
              <a:gd name="connsiteY821" fmla="*/ 1931422 h 4267200"/>
              <a:gd name="connsiteX822" fmla="*/ 12131988 w 12192000"/>
              <a:gd name="connsiteY822" fmla="*/ 1574357 h 4267200"/>
              <a:gd name="connsiteX823" fmla="*/ 12192000 w 12192000"/>
              <a:gd name="connsiteY823" fmla="*/ 1537429 h 4267200"/>
              <a:gd name="connsiteX824" fmla="*/ 12192000 w 12192000"/>
              <a:gd name="connsiteY824" fmla="*/ 1589108 h 4267200"/>
              <a:gd name="connsiteX825" fmla="*/ 12112105 w 12192000"/>
              <a:gd name="connsiteY825" fmla="*/ 1640352 h 4267200"/>
              <a:gd name="connsiteX826" fmla="*/ 11849203 w 12192000"/>
              <a:gd name="connsiteY826" fmla="*/ 1900149 h 4267200"/>
              <a:gd name="connsiteX827" fmla="*/ 11946326 w 12192000"/>
              <a:gd name="connsiteY827" fmla="*/ 1822808 h 4267200"/>
              <a:gd name="connsiteX828" fmla="*/ 12055863 w 12192000"/>
              <a:gd name="connsiteY828" fmla="*/ 1735914 h 4267200"/>
              <a:gd name="connsiteX829" fmla="*/ 12150816 w 12192000"/>
              <a:gd name="connsiteY829" fmla="*/ 1678902 h 4267200"/>
              <a:gd name="connsiteX830" fmla="*/ 12192000 w 12192000"/>
              <a:gd name="connsiteY830" fmla="*/ 1655121 h 4267200"/>
              <a:gd name="connsiteX831" fmla="*/ 12192000 w 12192000"/>
              <a:gd name="connsiteY831" fmla="*/ 1686869 h 4267200"/>
              <a:gd name="connsiteX832" fmla="*/ 12163772 w 12192000"/>
              <a:gd name="connsiteY832" fmla="*/ 1703058 h 4267200"/>
              <a:gd name="connsiteX833" fmla="*/ 12070597 w 12192000"/>
              <a:gd name="connsiteY833" fmla="*/ 1758893 h 4267200"/>
              <a:gd name="connsiteX834" fmla="*/ 11963621 w 12192000"/>
              <a:gd name="connsiteY834" fmla="*/ 1844299 h 4267200"/>
              <a:gd name="connsiteX835" fmla="*/ 11886604 w 12192000"/>
              <a:gd name="connsiteY835" fmla="*/ 1907617 h 4267200"/>
              <a:gd name="connsiteX836" fmla="*/ 12153575 w 12192000"/>
              <a:gd name="connsiteY836" fmla="*/ 1786372 h 4267200"/>
              <a:gd name="connsiteX837" fmla="*/ 12192000 w 12192000"/>
              <a:gd name="connsiteY837" fmla="*/ 1759693 h 4267200"/>
              <a:gd name="connsiteX838" fmla="*/ 12192000 w 12192000"/>
              <a:gd name="connsiteY838" fmla="*/ 1809459 h 4267200"/>
              <a:gd name="connsiteX839" fmla="*/ 12121362 w 12192000"/>
              <a:gd name="connsiteY839" fmla="*/ 1857561 h 4267200"/>
              <a:gd name="connsiteX840" fmla="*/ 11895949 w 12192000"/>
              <a:gd name="connsiteY840" fmla="*/ 1963079 h 4267200"/>
              <a:gd name="connsiteX841" fmla="*/ 12192000 w 12192000"/>
              <a:gd name="connsiteY841" fmla="*/ 1990579 h 4267200"/>
              <a:gd name="connsiteX842" fmla="*/ 12192000 w 12192000"/>
              <a:gd name="connsiteY842" fmla="*/ 2065582 h 4267200"/>
              <a:gd name="connsiteX843" fmla="*/ 12153918 w 12192000"/>
              <a:gd name="connsiteY843" fmla="*/ 2063926 h 4267200"/>
              <a:gd name="connsiteX844" fmla="*/ 12192000 w 12192000"/>
              <a:gd name="connsiteY844" fmla="*/ 2085104 h 4267200"/>
              <a:gd name="connsiteX845" fmla="*/ 12192000 w 12192000"/>
              <a:gd name="connsiteY845" fmla="*/ 2178471 h 4267200"/>
              <a:gd name="connsiteX846" fmla="*/ 12085355 w 12192000"/>
              <a:gd name="connsiteY846" fmla="*/ 2122457 h 4267200"/>
              <a:gd name="connsiteX847" fmla="*/ 12192000 w 12192000"/>
              <a:gd name="connsiteY847" fmla="*/ 2196158 h 4267200"/>
              <a:gd name="connsiteX848" fmla="*/ 12192000 w 12192000"/>
              <a:gd name="connsiteY848" fmla="*/ 2230374 h 4267200"/>
              <a:gd name="connsiteX849" fmla="*/ 12041237 w 12192000"/>
              <a:gd name="connsiteY849" fmla="*/ 2126309 h 4267200"/>
              <a:gd name="connsiteX850" fmla="*/ 12174450 w 12192000"/>
              <a:gd name="connsiteY850" fmla="*/ 2262541 h 4267200"/>
              <a:gd name="connsiteX851" fmla="*/ 12192000 w 12192000"/>
              <a:gd name="connsiteY851" fmla="*/ 2275857 h 4267200"/>
              <a:gd name="connsiteX852" fmla="*/ 12192000 w 12192000"/>
              <a:gd name="connsiteY852" fmla="*/ 2377131 h 4267200"/>
              <a:gd name="connsiteX853" fmla="*/ 12155801 w 12192000"/>
              <a:gd name="connsiteY853" fmla="*/ 2349925 h 4267200"/>
              <a:gd name="connsiteX854" fmla="*/ 11930164 w 12192000"/>
              <a:gd name="connsiteY854" fmla="*/ 2041945 h 4267200"/>
              <a:gd name="connsiteX855" fmla="*/ 11561767 w 12192000"/>
              <a:gd name="connsiteY855" fmla="*/ 1984479 h 4267200"/>
              <a:gd name="connsiteX856" fmla="*/ 11987997 w 12192000"/>
              <a:gd name="connsiteY856" fmla="*/ 3153822 h 4267200"/>
              <a:gd name="connsiteX857" fmla="*/ 11926558 w 12192000"/>
              <a:gd name="connsiteY857" fmla="*/ 3203134 h 4267200"/>
              <a:gd name="connsiteX858" fmla="*/ 11440430 w 12192000"/>
              <a:gd name="connsiteY858" fmla="*/ 1973028 h 4267200"/>
              <a:gd name="connsiteX859" fmla="*/ 11446754 w 12192000"/>
              <a:gd name="connsiteY859" fmla="*/ 1959605 h 4267200"/>
              <a:gd name="connsiteX860" fmla="*/ 11050651 w 12192000"/>
              <a:gd name="connsiteY860" fmla="*/ 1850495 h 4267200"/>
              <a:gd name="connsiteX861" fmla="*/ 10389960 w 12192000"/>
              <a:gd name="connsiteY861" fmla="*/ 1586232 h 4267200"/>
              <a:gd name="connsiteX862" fmla="*/ 10500699 w 12192000"/>
              <a:gd name="connsiteY862" fmla="*/ 1913175 h 4267200"/>
              <a:gd name="connsiteX863" fmla="*/ 10507814 w 12192000"/>
              <a:gd name="connsiteY863" fmla="*/ 1920694 h 4267200"/>
              <a:gd name="connsiteX864" fmla="*/ 10518908 w 12192000"/>
              <a:gd name="connsiteY864" fmla="*/ 1911226 h 4267200"/>
              <a:gd name="connsiteX865" fmla="*/ 11258935 w 12192000"/>
              <a:gd name="connsiteY865" fmla="*/ 2442781 h 4267200"/>
              <a:gd name="connsiteX866" fmla="*/ 11211663 w 12192000"/>
              <a:gd name="connsiteY866" fmla="*/ 2510325 h 4267200"/>
              <a:gd name="connsiteX867" fmla="*/ 10571295 w 12192000"/>
              <a:gd name="connsiteY867" fmla="*/ 2105302 h 4267200"/>
              <a:gd name="connsiteX868" fmla="*/ 10435737 w 12192000"/>
              <a:gd name="connsiteY868" fmla="*/ 2805672 h 4267200"/>
              <a:gd name="connsiteX869" fmla="*/ 10206831 w 12192000"/>
              <a:gd name="connsiteY869" fmla="*/ 3151701 h 4267200"/>
              <a:gd name="connsiteX870" fmla="*/ 10196482 w 12192000"/>
              <a:gd name="connsiteY870" fmla="*/ 3135084 h 4267200"/>
              <a:gd name="connsiteX871" fmla="*/ 10381882 w 12192000"/>
              <a:gd name="connsiteY871" fmla="*/ 2155807 h 4267200"/>
              <a:gd name="connsiteX872" fmla="*/ 10439260 w 12192000"/>
              <a:gd name="connsiteY872" fmla="*/ 1962486 h 4267200"/>
              <a:gd name="connsiteX873" fmla="*/ 10439409 w 12192000"/>
              <a:gd name="connsiteY873" fmla="*/ 1960615 h 4267200"/>
              <a:gd name="connsiteX874" fmla="*/ 10439915 w 12192000"/>
              <a:gd name="connsiteY874" fmla="*/ 1951821 h 4267200"/>
              <a:gd name="connsiteX875" fmla="*/ 10314241 w 12192000"/>
              <a:gd name="connsiteY875" fmla="*/ 1556749 h 4267200"/>
              <a:gd name="connsiteX876" fmla="*/ 10315061 w 12192000"/>
              <a:gd name="connsiteY876" fmla="*/ 1548729 h 4267200"/>
              <a:gd name="connsiteX877" fmla="*/ 9526158 w 12192000"/>
              <a:gd name="connsiteY877" fmla="*/ 1071804 h 4267200"/>
              <a:gd name="connsiteX878" fmla="*/ 9758689 w 12192000"/>
              <a:gd name="connsiteY878" fmla="*/ 1585512 h 4267200"/>
              <a:gd name="connsiteX879" fmla="*/ 9941392 w 12192000"/>
              <a:gd name="connsiteY879" fmla="*/ 2432858 h 4267200"/>
              <a:gd name="connsiteX880" fmla="*/ 9887724 w 12192000"/>
              <a:gd name="connsiteY880" fmla="*/ 2495762 h 4267200"/>
              <a:gd name="connsiteX881" fmla="*/ 9587446 w 12192000"/>
              <a:gd name="connsiteY881" fmla="*/ 1872898 h 4267200"/>
              <a:gd name="connsiteX882" fmla="*/ 9462810 w 12192000"/>
              <a:gd name="connsiteY882" fmla="*/ 1288346 h 4267200"/>
              <a:gd name="connsiteX883" fmla="*/ 9318575 w 12192000"/>
              <a:gd name="connsiteY883" fmla="*/ 1540820 h 4267200"/>
              <a:gd name="connsiteX884" fmla="*/ 9191090 w 12192000"/>
              <a:gd name="connsiteY884" fmla="*/ 1688355 h 4267200"/>
              <a:gd name="connsiteX885" fmla="*/ 9177757 w 12192000"/>
              <a:gd name="connsiteY885" fmla="*/ 1683354 h 4267200"/>
              <a:gd name="connsiteX886" fmla="*/ 9274865 w 12192000"/>
              <a:gd name="connsiteY886" fmla="*/ 1336896 h 4267200"/>
              <a:gd name="connsiteX887" fmla="*/ 9478649 w 12192000"/>
              <a:gd name="connsiteY887" fmla="*/ 1173376 h 4267200"/>
              <a:gd name="connsiteX888" fmla="*/ 9482281 w 12192000"/>
              <a:gd name="connsiteY888" fmla="*/ 1167830 h 4267200"/>
              <a:gd name="connsiteX889" fmla="*/ 9438637 w 12192000"/>
              <a:gd name="connsiteY889" fmla="*/ 1015438 h 4267200"/>
              <a:gd name="connsiteX890" fmla="*/ 9439458 w 12192000"/>
              <a:gd name="connsiteY890" fmla="*/ 1007420 h 4267200"/>
              <a:gd name="connsiteX891" fmla="*/ 9197105 w 12192000"/>
              <a:gd name="connsiteY891" fmla="*/ 808882 h 4267200"/>
              <a:gd name="connsiteX892" fmla="*/ 8973607 w 12192000"/>
              <a:gd name="connsiteY892" fmla="*/ 597733 h 4267200"/>
              <a:gd name="connsiteX893" fmla="*/ 8967512 w 12192000"/>
              <a:gd name="connsiteY893" fmla="*/ 1795211 h 4267200"/>
              <a:gd name="connsiteX894" fmla="*/ 8912526 w 12192000"/>
              <a:gd name="connsiteY894" fmla="*/ 1841464 h 4267200"/>
              <a:gd name="connsiteX895" fmla="*/ 8893391 w 12192000"/>
              <a:gd name="connsiteY895" fmla="*/ 572788 h 4267200"/>
              <a:gd name="connsiteX896" fmla="*/ 8902990 w 12192000"/>
              <a:gd name="connsiteY896" fmla="*/ 560750 h 4267200"/>
              <a:gd name="connsiteX897" fmla="*/ 8919102 w 12192000"/>
              <a:gd name="connsiteY897" fmla="*/ 542471 h 4267200"/>
              <a:gd name="connsiteX898" fmla="*/ 8661728 w 12192000"/>
              <a:gd name="connsiteY898" fmla="*/ 250903 h 4267200"/>
              <a:gd name="connsiteX899" fmla="*/ 8357758 w 12192000"/>
              <a:gd name="connsiteY899" fmla="*/ 0 h 4267200"/>
              <a:gd name="connsiteX900" fmla="*/ 8405492 w 12192000"/>
              <a:gd name="connsiteY900" fmla="*/ 0 h 4267200"/>
              <a:gd name="connsiteX901" fmla="*/ 8392083 w 12192000"/>
              <a:gd name="connsiteY901" fmla="*/ 30495 h 4267200"/>
              <a:gd name="connsiteX902" fmla="*/ 8339888 w 12192000"/>
              <a:gd name="connsiteY902" fmla="*/ 306259 h 4267200"/>
              <a:gd name="connsiteX903" fmla="*/ 8473847 w 12192000"/>
              <a:gd name="connsiteY903" fmla="*/ 727373 h 4267200"/>
              <a:gd name="connsiteX904" fmla="*/ 8454081 w 12192000"/>
              <a:gd name="connsiteY904" fmla="*/ 1611960 h 4267200"/>
              <a:gd name="connsiteX905" fmla="*/ 8396000 w 12192000"/>
              <a:gd name="connsiteY905" fmla="*/ 1663986 h 4267200"/>
              <a:gd name="connsiteX906" fmla="*/ 8238881 w 12192000"/>
              <a:gd name="connsiteY906" fmla="*/ 368438 h 4267200"/>
              <a:gd name="connsiteX907" fmla="*/ 7668140 w 12192000"/>
              <a:gd name="connsiteY907" fmla="*/ 942511 h 4267200"/>
              <a:gd name="connsiteX908" fmla="*/ 7637853 w 12192000"/>
              <a:gd name="connsiteY908" fmla="*/ 942567 h 4267200"/>
              <a:gd name="connsiteX909" fmla="*/ 7909649 w 12192000"/>
              <a:gd name="connsiteY909" fmla="*/ 489150 h 4267200"/>
              <a:gd name="connsiteX910" fmla="*/ 8256182 w 12192000"/>
              <a:gd name="connsiteY910" fmla="*/ 301724 h 4267200"/>
              <a:gd name="connsiteX911" fmla="*/ 8255912 w 12192000"/>
              <a:gd name="connsiteY911" fmla="*/ 276498 h 4267200"/>
              <a:gd name="connsiteX912" fmla="*/ 8315225 w 12192000"/>
              <a:gd name="connsiteY912" fmla="*/ 89075 h 4267200"/>
              <a:gd name="connsiteX913" fmla="*/ 7497388 w 12192000"/>
              <a:gd name="connsiteY913" fmla="*/ 0 h 4267200"/>
              <a:gd name="connsiteX914" fmla="*/ 7560921 w 12192000"/>
              <a:gd name="connsiteY914" fmla="*/ 0 h 4267200"/>
              <a:gd name="connsiteX915" fmla="*/ 7546742 w 12192000"/>
              <a:gd name="connsiteY915" fmla="*/ 68966 h 4267200"/>
              <a:gd name="connsiteX916" fmla="*/ 7488853 w 12192000"/>
              <a:gd name="connsiteY916" fmla="*/ 535687 h 4267200"/>
              <a:gd name="connsiteX917" fmla="*/ 7529509 w 12192000"/>
              <a:gd name="connsiteY917" fmla="*/ 380358 h 4267200"/>
              <a:gd name="connsiteX918" fmla="*/ 7585939 w 12192000"/>
              <a:gd name="connsiteY918" fmla="*/ 184712 h 4267200"/>
              <a:gd name="connsiteX919" fmla="*/ 7621792 w 12192000"/>
              <a:gd name="connsiteY919" fmla="*/ 87864 h 4267200"/>
              <a:gd name="connsiteX920" fmla="*/ 7654204 w 12192000"/>
              <a:gd name="connsiteY920" fmla="*/ 0 h 4267200"/>
              <a:gd name="connsiteX921" fmla="*/ 7683986 w 12192000"/>
              <a:gd name="connsiteY921" fmla="*/ 0 h 4267200"/>
              <a:gd name="connsiteX922" fmla="*/ 7647914 w 12192000"/>
              <a:gd name="connsiteY922" fmla="*/ 97640 h 4267200"/>
              <a:gd name="connsiteX923" fmla="*/ 7612524 w 12192000"/>
              <a:gd name="connsiteY923" fmla="*/ 193392 h 4267200"/>
              <a:gd name="connsiteX924" fmla="*/ 7557013 w 12192000"/>
              <a:gd name="connsiteY924" fmla="*/ 386853 h 4267200"/>
              <a:gd name="connsiteX925" fmla="*/ 7517286 w 12192000"/>
              <a:gd name="connsiteY925" fmla="*/ 539999 h 4267200"/>
              <a:gd name="connsiteX926" fmla="*/ 7704204 w 12192000"/>
              <a:gd name="connsiteY926" fmla="*/ 152292 h 4267200"/>
              <a:gd name="connsiteX927" fmla="*/ 7756975 w 12192000"/>
              <a:gd name="connsiteY927" fmla="*/ 0 h 4267200"/>
              <a:gd name="connsiteX928" fmla="*/ 7837329 w 12192000"/>
              <a:gd name="connsiteY928" fmla="*/ 0 h 4267200"/>
              <a:gd name="connsiteX929" fmla="*/ 7821760 w 12192000"/>
              <a:gd name="connsiteY929" fmla="*/ 65656 h 4267200"/>
              <a:gd name="connsiteX930" fmla="*/ 7488925 w 12192000"/>
              <a:gd name="connsiteY930" fmla="*/ 763628 h 4267200"/>
              <a:gd name="connsiteX931" fmla="*/ 7419999 w 12192000"/>
              <a:gd name="connsiteY931" fmla="*/ 774360 h 4267200"/>
              <a:gd name="connsiteX932" fmla="*/ 7487820 w 12192000"/>
              <a:gd name="connsiteY932" fmla="*/ 37416 h 4267200"/>
              <a:gd name="connsiteX933" fmla="*/ 3882765 w 12192000"/>
              <a:gd name="connsiteY933" fmla="*/ 0 h 4267200"/>
              <a:gd name="connsiteX934" fmla="*/ 3995099 w 12192000"/>
              <a:gd name="connsiteY934" fmla="*/ 0 h 4267200"/>
              <a:gd name="connsiteX935" fmla="*/ 4163818 w 12192000"/>
              <a:gd name="connsiteY935" fmla="*/ 234104 h 4267200"/>
              <a:gd name="connsiteX936" fmla="*/ 4172099 w 12192000"/>
              <a:gd name="connsiteY936" fmla="*/ 234207 h 4267200"/>
              <a:gd name="connsiteX937" fmla="*/ 4784282 w 12192000"/>
              <a:gd name="connsiteY937" fmla="*/ 276561 h 4267200"/>
              <a:gd name="connsiteX938" fmla="*/ 4801687 w 12192000"/>
              <a:gd name="connsiteY938" fmla="*/ 267764 h 4267200"/>
              <a:gd name="connsiteX939" fmla="*/ 6082788 w 12192000"/>
              <a:gd name="connsiteY939" fmla="*/ 64119 h 4267200"/>
              <a:gd name="connsiteX940" fmla="*/ 6099442 w 12192000"/>
              <a:gd name="connsiteY940" fmla="*/ 82568 h 4267200"/>
              <a:gd name="connsiteX941" fmla="*/ 4804137 w 12192000"/>
              <a:gd name="connsiteY941" fmla="*/ 320931 h 4267200"/>
              <a:gd name="connsiteX942" fmla="*/ 4227047 w 12192000"/>
              <a:gd name="connsiteY942" fmla="*/ 313415 h 4267200"/>
              <a:gd name="connsiteX943" fmla="*/ 4346041 w 12192000"/>
              <a:gd name="connsiteY943" fmla="*/ 456086 h 4267200"/>
              <a:gd name="connsiteX944" fmla="*/ 4870967 w 12192000"/>
              <a:gd name="connsiteY944" fmla="*/ 963061 h 4267200"/>
              <a:gd name="connsiteX945" fmla="*/ 4889647 w 12192000"/>
              <a:gd name="connsiteY945" fmla="*/ 957147 h 4267200"/>
              <a:gd name="connsiteX946" fmla="*/ 5422504 w 12192000"/>
              <a:gd name="connsiteY946" fmla="*/ 805191 h 4267200"/>
              <a:gd name="connsiteX947" fmla="*/ 6087656 w 12192000"/>
              <a:gd name="connsiteY947" fmla="*/ 826703 h 4267200"/>
              <a:gd name="connsiteX948" fmla="*/ 6058717 w 12192000"/>
              <a:gd name="connsiteY948" fmla="*/ 865992 h 4267200"/>
              <a:gd name="connsiteX949" fmla="*/ 4974153 w 12192000"/>
              <a:gd name="connsiteY949" fmla="*/ 1045456 h 4267200"/>
              <a:gd name="connsiteX950" fmla="*/ 5627835 w 12192000"/>
              <a:gd name="connsiteY950" fmla="*/ 1472077 h 4267200"/>
              <a:gd name="connsiteX951" fmla="*/ 5629817 w 12192000"/>
              <a:gd name="connsiteY951" fmla="*/ 1471412 h 4267200"/>
              <a:gd name="connsiteX952" fmla="*/ 5634124 w 12192000"/>
              <a:gd name="connsiteY952" fmla="*/ 1470572 h 4267200"/>
              <a:gd name="connsiteX953" fmla="*/ 5755832 w 12192000"/>
              <a:gd name="connsiteY953" fmla="*/ 1383886 h 4267200"/>
              <a:gd name="connsiteX954" fmla="*/ 6014186 w 12192000"/>
              <a:gd name="connsiteY954" fmla="*/ 1279799 h 4267200"/>
              <a:gd name="connsiteX955" fmla="*/ 6901619 w 12192000"/>
              <a:gd name="connsiteY955" fmla="*/ 1047874 h 4267200"/>
              <a:gd name="connsiteX956" fmla="*/ 6931566 w 12192000"/>
              <a:gd name="connsiteY956" fmla="*/ 1062034 h 4267200"/>
              <a:gd name="connsiteX957" fmla="*/ 5790982 w 12192000"/>
              <a:gd name="connsiteY957" fmla="*/ 1561380 h 4267200"/>
              <a:gd name="connsiteX958" fmla="*/ 6188971 w 12192000"/>
              <a:gd name="connsiteY958" fmla="*/ 1755168 h 4267200"/>
              <a:gd name="connsiteX959" fmla="*/ 6202446 w 12192000"/>
              <a:gd name="connsiteY959" fmla="*/ 1752268 h 4267200"/>
              <a:gd name="connsiteX960" fmla="*/ 7179560 w 12192000"/>
              <a:gd name="connsiteY960" fmla="*/ 1467551 h 4267200"/>
              <a:gd name="connsiteX961" fmla="*/ 7158730 w 12192000"/>
              <a:gd name="connsiteY961" fmla="*/ 1507835 h 4267200"/>
              <a:gd name="connsiteX962" fmla="*/ 6326959 w 12192000"/>
              <a:gd name="connsiteY962" fmla="*/ 1817686 h 4267200"/>
              <a:gd name="connsiteX963" fmla="*/ 6537433 w 12192000"/>
              <a:gd name="connsiteY963" fmla="*/ 1907790 h 4267200"/>
              <a:gd name="connsiteX964" fmla="*/ 6550221 w 12192000"/>
              <a:gd name="connsiteY964" fmla="*/ 1910729 h 4267200"/>
              <a:gd name="connsiteX965" fmla="*/ 6964438 w 12192000"/>
              <a:gd name="connsiteY965" fmla="*/ 2209505 h 4267200"/>
              <a:gd name="connsiteX966" fmla="*/ 7367862 w 12192000"/>
              <a:gd name="connsiteY966" fmla="*/ 2806833 h 4267200"/>
              <a:gd name="connsiteX967" fmla="*/ 7364329 w 12192000"/>
              <a:gd name="connsiteY967" fmla="*/ 2826907 h 4267200"/>
              <a:gd name="connsiteX968" fmla="*/ 7290545 w 12192000"/>
              <a:gd name="connsiteY968" fmla="*/ 2850663 h 4267200"/>
              <a:gd name="connsiteX969" fmla="*/ 6472036 w 12192000"/>
              <a:gd name="connsiteY969" fmla="*/ 1959003 h 4267200"/>
              <a:gd name="connsiteX970" fmla="*/ 5792897 w 12192000"/>
              <a:gd name="connsiteY970" fmla="*/ 1647747 h 4267200"/>
              <a:gd name="connsiteX971" fmla="*/ 5842751 w 12192000"/>
              <a:gd name="connsiteY971" fmla="*/ 1816112 h 4267200"/>
              <a:gd name="connsiteX972" fmla="*/ 5847424 w 12192000"/>
              <a:gd name="connsiteY972" fmla="*/ 1815776 h 4267200"/>
              <a:gd name="connsiteX973" fmla="*/ 6399821 w 12192000"/>
              <a:gd name="connsiteY973" fmla="*/ 2344799 h 4267200"/>
              <a:gd name="connsiteX974" fmla="*/ 6323232 w 12192000"/>
              <a:gd name="connsiteY974" fmla="*/ 2389634 h 4267200"/>
              <a:gd name="connsiteX975" fmla="*/ 5942958 w 12192000"/>
              <a:gd name="connsiteY975" fmla="*/ 2077708 h 4267200"/>
              <a:gd name="connsiteX976" fmla="*/ 5921559 w 12192000"/>
              <a:gd name="connsiteY976" fmla="*/ 2378596 h 4267200"/>
              <a:gd name="connsiteX977" fmla="*/ 5817651 w 12192000"/>
              <a:gd name="connsiteY977" fmla="*/ 3023919 h 4267200"/>
              <a:gd name="connsiteX978" fmla="*/ 5729634 w 12192000"/>
              <a:gd name="connsiteY978" fmla="*/ 3051849 h 4267200"/>
              <a:gd name="connsiteX979" fmla="*/ 5611018 w 12192000"/>
              <a:gd name="connsiteY979" fmla="*/ 2316769 h 4267200"/>
              <a:gd name="connsiteX980" fmla="*/ 5687608 w 12192000"/>
              <a:gd name="connsiteY980" fmla="*/ 2039972 h 4267200"/>
              <a:gd name="connsiteX981" fmla="*/ 5657554 w 12192000"/>
              <a:gd name="connsiteY981" fmla="*/ 1576445 h 4267200"/>
              <a:gd name="connsiteX982" fmla="*/ 5150475 w 12192000"/>
              <a:gd name="connsiteY982" fmla="*/ 1274012 h 4267200"/>
              <a:gd name="connsiteX983" fmla="*/ 5349142 w 12192000"/>
              <a:gd name="connsiteY983" fmla="*/ 2204405 h 4267200"/>
              <a:gd name="connsiteX984" fmla="*/ 5262214 w 12192000"/>
              <a:gd name="connsiteY984" fmla="*/ 2233836 h 4267200"/>
              <a:gd name="connsiteX985" fmla="*/ 4981539 w 12192000"/>
              <a:gd name="connsiteY985" fmla="*/ 1542201 h 4267200"/>
              <a:gd name="connsiteX986" fmla="*/ 4958461 w 12192000"/>
              <a:gd name="connsiteY986" fmla="*/ 1136957 h 4267200"/>
              <a:gd name="connsiteX987" fmla="*/ 4655015 w 12192000"/>
              <a:gd name="connsiteY987" fmla="*/ 891426 h 4267200"/>
              <a:gd name="connsiteX988" fmla="*/ 4348002 w 12192000"/>
              <a:gd name="connsiteY988" fmla="*/ 2205895 h 4267200"/>
              <a:gd name="connsiteX989" fmla="*/ 4262250 w 12192000"/>
              <a:gd name="connsiteY989" fmla="*/ 2219972 h 4267200"/>
              <a:gd name="connsiteX990" fmla="*/ 4550611 w 12192000"/>
              <a:gd name="connsiteY990" fmla="*/ 817540 h 4267200"/>
              <a:gd name="connsiteX991" fmla="*/ 4564418 w 12192000"/>
              <a:gd name="connsiteY991" fmla="*/ 808293 h 4267200"/>
              <a:gd name="connsiteX992" fmla="*/ 4266388 w 12192000"/>
              <a:gd name="connsiteY992" fmla="*/ 500083 h 4267200"/>
              <a:gd name="connsiteX993" fmla="*/ 4032842 w 12192000"/>
              <a:gd name="connsiteY993" fmla="*/ 211809 h 4267200"/>
              <a:gd name="connsiteX994" fmla="*/ 3721337 w 12192000"/>
              <a:gd name="connsiteY994" fmla="*/ 0 h 4267200"/>
              <a:gd name="connsiteX995" fmla="*/ 3797544 w 12192000"/>
              <a:gd name="connsiteY995" fmla="*/ 0 h 4267200"/>
              <a:gd name="connsiteX996" fmla="*/ 3775734 w 12192000"/>
              <a:gd name="connsiteY996" fmla="*/ 95131 h 4267200"/>
              <a:gd name="connsiteX997" fmla="*/ 3724807 w 12192000"/>
              <a:gd name="connsiteY997" fmla="*/ 272257 h 4267200"/>
              <a:gd name="connsiteX998" fmla="*/ 3726844 w 12192000"/>
              <a:gd name="connsiteY998" fmla="*/ 282988 h 4267200"/>
              <a:gd name="connsiteX999" fmla="*/ 3742664 w 12192000"/>
              <a:gd name="connsiteY999" fmla="*/ 279918 h 4267200"/>
              <a:gd name="connsiteX1000" fmla="*/ 4103910 w 12192000"/>
              <a:gd name="connsiteY1000" fmla="*/ 1161917 h 4267200"/>
              <a:gd name="connsiteX1001" fmla="*/ 4020269 w 12192000"/>
              <a:gd name="connsiteY1001" fmla="*/ 1200406 h 4267200"/>
              <a:gd name="connsiteX1002" fmla="*/ 3674882 w 12192000"/>
              <a:gd name="connsiteY1002" fmla="*/ 488524 h 4267200"/>
              <a:gd name="connsiteX1003" fmla="*/ 3132682 w 12192000"/>
              <a:gd name="connsiteY1003" fmla="*/ 1072284 h 4267200"/>
              <a:gd name="connsiteX1004" fmla="*/ 2716346 w 12192000"/>
              <a:gd name="connsiteY1004" fmla="*/ 1276376 h 4267200"/>
              <a:gd name="connsiteX1005" fmla="*/ 2716772 w 12192000"/>
              <a:gd name="connsiteY1005" fmla="*/ 1255462 h 4267200"/>
              <a:gd name="connsiteX1006" fmla="*/ 3471096 w 12192000"/>
              <a:gd name="connsiteY1006" fmla="*/ 437072 h 4267200"/>
              <a:gd name="connsiteX1007" fmla="*/ 3639057 w 12192000"/>
              <a:gd name="connsiteY1007" fmla="*/ 286334 h 4267200"/>
              <a:gd name="connsiteX1008" fmla="*/ 3640309 w 12192000"/>
              <a:gd name="connsiteY1008" fmla="*/ 284664 h 4267200"/>
              <a:gd name="connsiteX1009" fmla="*/ 3646022 w 12192000"/>
              <a:gd name="connsiteY1009" fmla="*/ 276711 h 4267200"/>
              <a:gd name="connsiteX1010" fmla="*/ 3707943 w 12192000"/>
              <a:gd name="connsiteY1010" fmla="*/ 65958 h 4267200"/>
              <a:gd name="connsiteX1011" fmla="*/ 2867960 w 12192000"/>
              <a:gd name="connsiteY1011" fmla="*/ 0 h 4267200"/>
              <a:gd name="connsiteX1012" fmla="*/ 2926351 w 12192000"/>
              <a:gd name="connsiteY1012" fmla="*/ 0 h 4267200"/>
              <a:gd name="connsiteX1013" fmla="*/ 2902823 w 12192000"/>
              <a:gd name="connsiteY1013" fmla="*/ 262929 h 4267200"/>
              <a:gd name="connsiteX1014" fmla="*/ 2940663 w 12192000"/>
              <a:gd name="connsiteY1014" fmla="*/ 140884 h 4267200"/>
              <a:gd name="connsiteX1015" fmla="*/ 2947039 w 12192000"/>
              <a:gd name="connsiteY1015" fmla="*/ 122524 h 4267200"/>
              <a:gd name="connsiteX1016" fmla="*/ 2984316 w 12192000"/>
              <a:gd name="connsiteY1016" fmla="*/ 0 h 4267200"/>
              <a:gd name="connsiteX1017" fmla="*/ 3016114 w 12192000"/>
              <a:gd name="connsiteY1017" fmla="*/ 0 h 4267200"/>
              <a:gd name="connsiteX1018" fmla="*/ 2979949 w 12192000"/>
              <a:gd name="connsiteY1018" fmla="*/ 119274 h 4267200"/>
              <a:gd name="connsiteX1019" fmla="*/ 3023879 w 12192000"/>
              <a:gd name="connsiteY1019" fmla="*/ 0 h 4267200"/>
              <a:gd name="connsiteX1020" fmla="*/ 3105400 w 12192000"/>
              <a:gd name="connsiteY1020" fmla="*/ 0 h 4267200"/>
              <a:gd name="connsiteX1021" fmla="*/ 3094669 w 12192000"/>
              <a:gd name="connsiteY1021" fmla="*/ 30308 h 4267200"/>
              <a:gd name="connsiteX1022" fmla="*/ 2901945 w 12192000"/>
              <a:gd name="connsiteY1022" fmla="*/ 466538 h 4267200"/>
              <a:gd name="connsiteX1023" fmla="*/ 2815209 w 12192000"/>
              <a:gd name="connsiteY1023" fmla="*/ 497361 h 4267200"/>
              <a:gd name="connsiteX1024" fmla="*/ 2844845 w 12192000"/>
              <a:gd name="connsiteY1024" fmla="*/ 127638 h 4267200"/>
              <a:gd name="connsiteX1025" fmla="*/ 1057230 w 12192000"/>
              <a:gd name="connsiteY1025" fmla="*/ 0 h 4267200"/>
              <a:gd name="connsiteX1026" fmla="*/ 1111003 w 12192000"/>
              <a:gd name="connsiteY1026" fmla="*/ 0 h 4267200"/>
              <a:gd name="connsiteX1027" fmla="*/ 1125553 w 12192000"/>
              <a:gd name="connsiteY1027" fmla="*/ 52588 h 4267200"/>
              <a:gd name="connsiteX1028" fmla="*/ 1304276 w 12192000"/>
              <a:gd name="connsiteY1028" fmla="*/ 476275 h 4267200"/>
              <a:gd name="connsiteX1029" fmla="*/ 1492066 w 12192000"/>
              <a:gd name="connsiteY1029" fmla="*/ 886333 h 4267200"/>
              <a:gd name="connsiteX1030" fmla="*/ 1423698 w 12192000"/>
              <a:gd name="connsiteY1030" fmla="*/ 710817 h 4267200"/>
              <a:gd name="connsiteX1031" fmla="*/ 1357609 w 12192000"/>
              <a:gd name="connsiteY1031" fmla="*/ 532892 h 4267200"/>
              <a:gd name="connsiteX1032" fmla="*/ 1309550 w 12192000"/>
              <a:gd name="connsiteY1032" fmla="*/ 374031 h 4267200"/>
              <a:gd name="connsiteX1033" fmla="*/ 1193673 w 12192000"/>
              <a:gd name="connsiteY1033" fmla="*/ 49533 h 4267200"/>
              <a:gd name="connsiteX1034" fmla="*/ 1164391 w 12192000"/>
              <a:gd name="connsiteY1034" fmla="*/ 0 h 4267200"/>
              <a:gd name="connsiteX1035" fmla="*/ 1200666 w 12192000"/>
              <a:gd name="connsiteY1035" fmla="*/ 0 h 4267200"/>
              <a:gd name="connsiteX1036" fmla="*/ 1223408 w 12192000"/>
              <a:gd name="connsiteY1036" fmla="*/ 38996 h 4267200"/>
              <a:gd name="connsiteX1037" fmla="*/ 1339635 w 12192000"/>
              <a:gd name="connsiteY1037" fmla="*/ 365517 h 4267200"/>
              <a:gd name="connsiteX1038" fmla="*/ 1387469 w 12192000"/>
              <a:gd name="connsiteY1038" fmla="*/ 523079 h 4267200"/>
              <a:gd name="connsiteX1039" fmla="*/ 1452685 w 12192000"/>
              <a:gd name="connsiteY1039" fmla="*/ 699806 h 4267200"/>
              <a:gd name="connsiteX1040" fmla="*/ 1492092 w 12192000"/>
              <a:gd name="connsiteY1040" fmla="*/ 800424 h 4267200"/>
              <a:gd name="connsiteX1041" fmla="*/ 1455302 w 12192000"/>
              <a:gd name="connsiteY1041" fmla="*/ 632913 h 4267200"/>
              <a:gd name="connsiteX1042" fmla="*/ 1222336 w 12192000"/>
              <a:gd name="connsiteY1042" fmla="*/ 9480 h 4267200"/>
              <a:gd name="connsiteX1043" fmla="*/ 1214634 w 12192000"/>
              <a:gd name="connsiteY1043" fmla="*/ 0 h 4267200"/>
              <a:gd name="connsiteX1044" fmla="*/ 1289827 w 12192000"/>
              <a:gd name="connsiteY1044" fmla="*/ 0 h 4267200"/>
              <a:gd name="connsiteX1045" fmla="*/ 1321076 w 12192000"/>
              <a:gd name="connsiteY1045" fmla="*/ 59722 h 4267200"/>
              <a:gd name="connsiteX1046" fmla="*/ 1512579 w 12192000"/>
              <a:gd name="connsiteY1046" fmla="*/ 626441 h 4267200"/>
              <a:gd name="connsiteX1047" fmla="*/ 1506076 w 12192000"/>
              <a:gd name="connsiteY1047" fmla="*/ 1089289 h 4267200"/>
              <a:gd name="connsiteX1048" fmla="*/ 1486346 w 12192000"/>
              <a:gd name="connsiteY1048" fmla="*/ 1079919 h 4267200"/>
              <a:gd name="connsiteX1049" fmla="*/ 1070511 w 12192000"/>
              <a:gd name="connsiteY1049" fmla="*/ 48609 h 4267200"/>
              <a:gd name="connsiteX1050" fmla="*/ 43151 w 12192000"/>
              <a:gd name="connsiteY1050" fmla="*/ 0 h 4267200"/>
              <a:gd name="connsiteX1051" fmla="*/ 95283 w 12192000"/>
              <a:gd name="connsiteY1051" fmla="*/ 0 h 4267200"/>
              <a:gd name="connsiteX1052" fmla="*/ 300708 w 12192000"/>
              <a:gd name="connsiteY1052" fmla="*/ 154571 h 4267200"/>
              <a:gd name="connsiteX1053" fmla="*/ 530414 w 12192000"/>
              <a:gd name="connsiteY1053" fmla="*/ 354673 h 4267200"/>
              <a:gd name="connsiteX1054" fmla="*/ 333785 w 12192000"/>
              <a:gd name="connsiteY1054" fmla="*/ 161564 h 4267200"/>
              <a:gd name="connsiteX1055" fmla="*/ 147005 w 12192000"/>
              <a:gd name="connsiteY1055" fmla="*/ 0 h 4267200"/>
              <a:gd name="connsiteX1056" fmla="*/ 272509 w 12192000"/>
              <a:gd name="connsiteY1056" fmla="*/ 0 h 4267200"/>
              <a:gd name="connsiteX1057" fmla="*/ 326276 w 12192000"/>
              <a:gd name="connsiteY1057" fmla="*/ 45847 h 4267200"/>
              <a:gd name="connsiteX1058" fmla="*/ 823759 w 12192000"/>
              <a:gd name="connsiteY1058" fmla="*/ 574145 h 4267200"/>
              <a:gd name="connsiteX1059" fmla="*/ 811254 w 12192000"/>
              <a:gd name="connsiteY1059" fmla="*/ 665546 h 4267200"/>
              <a:gd name="connsiteX1060" fmla="*/ 154042 w 12192000"/>
              <a:gd name="connsiteY1060" fmla="*/ 261522 h 4267200"/>
              <a:gd name="connsiteX1061" fmla="*/ 13550 w 12192000"/>
              <a:gd name="connsiteY1061" fmla="*/ 158423 h 4267200"/>
              <a:gd name="connsiteX1062" fmla="*/ 0 w 12192000"/>
              <a:gd name="connsiteY1062" fmla="*/ 146618 h 4267200"/>
              <a:gd name="connsiteX1063" fmla="*/ 0 w 12192000"/>
              <a:gd name="connsiteY1063" fmla="*/ 59161 h 4267200"/>
              <a:gd name="connsiteX1064" fmla="*/ 45427 w 12192000"/>
              <a:gd name="connsiteY1064" fmla="*/ 101078 h 4267200"/>
              <a:gd name="connsiteX1065" fmla="*/ 630103 w 12192000"/>
              <a:gd name="connsiteY1065" fmla="*/ 485885 h 4267200"/>
              <a:gd name="connsiteX1066" fmla="*/ 532040 w 12192000"/>
              <a:gd name="connsiteY1066" fmla="*/ 399359 h 4267200"/>
              <a:gd name="connsiteX1067" fmla="*/ 517618 w 12192000"/>
              <a:gd name="connsiteY1067" fmla="*/ 385726 h 4267200"/>
              <a:gd name="connsiteX1068" fmla="*/ 285074 w 12192000"/>
              <a:gd name="connsiteY1068" fmla="*/ 182755 h 426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Lst>
            <a:rect l="l" t="t" r="r" b="b"/>
            <a:pathLst>
              <a:path w="12192000" h="4267200">
                <a:moveTo>
                  <a:pt x="2537169" y="4125568"/>
                </a:moveTo>
                <a:cubicBezTo>
                  <a:pt x="2788218" y="4126068"/>
                  <a:pt x="3025872" y="4161336"/>
                  <a:pt x="3246267" y="4262961"/>
                </a:cubicBezTo>
                <a:lnTo>
                  <a:pt x="3253970" y="4267200"/>
                </a:lnTo>
                <a:lnTo>
                  <a:pt x="3071791" y="4267200"/>
                </a:lnTo>
                <a:lnTo>
                  <a:pt x="2975095" y="4243356"/>
                </a:lnTo>
                <a:cubicBezTo>
                  <a:pt x="2862058" y="4220032"/>
                  <a:pt x="2745568" y="4209031"/>
                  <a:pt x="2626982" y="4206450"/>
                </a:cubicBezTo>
                <a:cubicBezTo>
                  <a:pt x="2581807" y="4205467"/>
                  <a:pt x="2536327" y="4205706"/>
                  <a:pt x="2490617" y="4206951"/>
                </a:cubicBezTo>
                <a:cubicBezTo>
                  <a:pt x="2601507" y="4219748"/>
                  <a:pt x="2711611" y="4236309"/>
                  <a:pt x="2819869" y="4252936"/>
                </a:cubicBezTo>
                <a:lnTo>
                  <a:pt x="2900997" y="4267200"/>
                </a:lnTo>
                <a:lnTo>
                  <a:pt x="2705858" y="4267200"/>
                </a:lnTo>
                <a:lnTo>
                  <a:pt x="2561467" y="4246270"/>
                </a:lnTo>
                <a:cubicBezTo>
                  <a:pt x="2476258" y="4235123"/>
                  <a:pt x="2390533" y="4225627"/>
                  <a:pt x="2305292" y="4219492"/>
                </a:cubicBezTo>
                <a:lnTo>
                  <a:pt x="2409349" y="4267200"/>
                </a:lnTo>
                <a:lnTo>
                  <a:pt x="2266705" y="4267200"/>
                </a:lnTo>
                <a:lnTo>
                  <a:pt x="2183576" y="4227150"/>
                </a:lnTo>
                <a:cubicBezTo>
                  <a:pt x="2170260" y="4220226"/>
                  <a:pt x="2115765" y="4150220"/>
                  <a:pt x="2151029" y="4146947"/>
                </a:cubicBezTo>
                <a:cubicBezTo>
                  <a:pt x="2282770" y="4133761"/>
                  <a:pt x="2411644" y="4125319"/>
                  <a:pt x="2537169" y="4125568"/>
                </a:cubicBezTo>
                <a:close/>
                <a:moveTo>
                  <a:pt x="9258094" y="3958602"/>
                </a:moveTo>
                <a:cubicBezTo>
                  <a:pt x="9013678" y="4006086"/>
                  <a:pt x="8768731" y="4060051"/>
                  <a:pt x="8526712" y="4119804"/>
                </a:cubicBezTo>
                <a:cubicBezTo>
                  <a:pt x="8781748" y="4123003"/>
                  <a:pt x="9026494" y="4069940"/>
                  <a:pt x="9258094" y="3958602"/>
                </a:cubicBezTo>
                <a:close/>
                <a:moveTo>
                  <a:pt x="9168987" y="3919232"/>
                </a:moveTo>
                <a:cubicBezTo>
                  <a:pt x="8975366" y="3912045"/>
                  <a:pt x="8788341" y="3989836"/>
                  <a:pt x="8603910" y="4068895"/>
                </a:cubicBezTo>
                <a:cubicBezTo>
                  <a:pt x="8818554" y="4017452"/>
                  <a:pt x="9035976" y="3970366"/>
                  <a:pt x="9252382" y="3927759"/>
                </a:cubicBezTo>
                <a:cubicBezTo>
                  <a:pt x="9224441" y="3923020"/>
                  <a:pt x="9196646" y="3920259"/>
                  <a:pt x="9168987" y="3919232"/>
                </a:cubicBezTo>
                <a:close/>
                <a:moveTo>
                  <a:pt x="1635889" y="3709494"/>
                </a:moveTo>
                <a:lnTo>
                  <a:pt x="1634800" y="3731111"/>
                </a:lnTo>
                <a:cubicBezTo>
                  <a:pt x="1634800" y="3731111"/>
                  <a:pt x="1635342" y="3716795"/>
                  <a:pt x="1635889" y="3709494"/>
                </a:cubicBezTo>
                <a:close/>
                <a:moveTo>
                  <a:pt x="3174829" y="3620110"/>
                </a:moveTo>
                <a:cubicBezTo>
                  <a:pt x="3177710" y="3619202"/>
                  <a:pt x="3182308" y="3620648"/>
                  <a:pt x="3189263" y="3625726"/>
                </a:cubicBezTo>
                <a:cubicBezTo>
                  <a:pt x="3348177" y="3744655"/>
                  <a:pt x="3463235" y="3908187"/>
                  <a:pt x="3560912" y="4079863"/>
                </a:cubicBezTo>
                <a:cubicBezTo>
                  <a:pt x="3582321" y="4117314"/>
                  <a:pt x="3599153" y="4153173"/>
                  <a:pt x="3611854" y="4188366"/>
                </a:cubicBezTo>
                <a:lnTo>
                  <a:pt x="3631583" y="4267200"/>
                </a:lnTo>
                <a:lnTo>
                  <a:pt x="3575699" y="4267200"/>
                </a:lnTo>
                <a:lnTo>
                  <a:pt x="3575567" y="4263588"/>
                </a:lnTo>
                <a:cubicBezTo>
                  <a:pt x="3563792" y="4170010"/>
                  <a:pt x="3527316" y="4081090"/>
                  <a:pt x="3467355" y="3988130"/>
                </a:cubicBezTo>
                <a:cubicBezTo>
                  <a:pt x="3420192" y="3915029"/>
                  <a:pt x="3371016" y="3849934"/>
                  <a:pt x="3310753" y="3787140"/>
                </a:cubicBezTo>
                <a:cubicBezTo>
                  <a:pt x="3303466" y="3779509"/>
                  <a:pt x="3297626" y="3773227"/>
                  <a:pt x="3291335" y="3767420"/>
                </a:cubicBezTo>
                <a:cubicBezTo>
                  <a:pt x="3324815" y="3824296"/>
                  <a:pt x="3358740" y="3880691"/>
                  <a:pt x="3390805" y="3937163"/>
                </a:cubicBezTo>
                <a:cubicBezTo>
                  <a:pt x="3450145" y="4040978"/>
                  <a:pt x="3506325" y="4144397"/>
                  <a:pt x="3545740" y="4251102"/>
                </a:cubicBezTo>
                <a:lnTo>
                  <a:pt x="3550709" y="4267200"/>
                </a:lnTo>
                <a:lnTo>
                  <a:pt x="3513586" y="4267200"/>
                </a:lnTo>
                <a:lnTo>
                  <a:pt x="3470728" y="4152456"/>
                </a:lnTo>
                <a:cubicBezTo>
                  <a:pt x="3439124" y="4085665"/>
                  <a:pt x="3402484" y="4019598"/>
                  <a:pt x="3364433" y="3953121"/>
                </a:cubicBezTo>
                <a:lnTo>
                  <a:pt x="3316479" y="3872136"/>
                </a:lnTo>
                <a:lnTo>
                  <a:pt x="3504482" y="4267200"/>
                </a:lnTo>
                <a:lnTo>
                  <a:pt x="3467547" y="4267200"/>
                </a:lnTo>
                <a:lnTo>
                  <a:pt x="3177952" y="3657386"/>
                </a:lnTo>
                <a:cubicBezTo>
                  <a:pt x="3172991" y="3646754"/>
                  <a:pt x="3166185" y="3622836"/>
                  <a:pt x="3174829" y="3620110"/>
                </a:cubicBezTo>
                <a:close/>
                <a:moveTo>
                  <a:pt x="11279315" y="3618448"/>
                </a:moveTo>
                <a:cubicBezTo>
                  <a:pt x="11299830" y="3614620"/>
                  <a:pt x="11318737" y="3618623"/>
                  <a:pt x="11317765" y="3638405"/>
                </a:cubicBezTo>
                <a:cubicBezTo>
                  <a:pt x="11309587" y="3820966"/>
                  <a:pt x="11315203" y="4012597"/>
                  <a:pt x="11304886" y="4200582"/>
                </a:cubicBezTo>
                <a:lnTo>
                  <a:pt x="11298904" y="4267200"/>
                </a:lnTo>
                <a:lnTo>
                  <a:pt x="11213088" y="4267200"/>
                </a:lnTo>
                <a:lnTo>
                  <a:pt x="11219157" y="4210725"/>
                </a:lnTo>
                <a:cubicBezTo>
                  <a:pt x="11223807" y="4119600"/>
                  <a:pt x="11224640" y="4027718"/>
                  <a:pt x="11225213" y="3936722"/>
                </a:cubicBezTo>
                <a:cubicBezTo>
                  <a:pt x="11207028" y="4022695"/>
                  <a:pt x="11194593" y="4110355"/>
                  <a:pt x="11182914" y="4196771"/>
                </a:cubicBezTo>
                <a:lnTo>
                  <a:pt x="11172266" y="4267200"/>
                </a:lnTo>
                <a:lnTo>
                  <a:pt x="11140975" y="4267200"/>
                </a:lnTo>
                <a:lnTo>
                  <a:pt x="11152239" y="4192628"/>
                </a:lnTo>
                <a:cubicBezTo>
                  <a:pt x="11165272" y="4096160"/>
                  <a:pt x="11178361" y="3997344"/>
                  <a:pt x="11201005" y="3900089"/>
                </a:cubicBezTo>
                <a:cubicBezTo>
                  <a:pt x="11166930" y="3979173"/>
                  <a:pt x="11134730" y="4058831"/>
                  <a:pt x="11105754" y="4139192"/>
                </a:cubicBezTo>
                <a:lnTo>
                  <a:pt x="11065821" y="4267200"/>
                </a:lnTo>
                <a:lnTo>
                  <a:pt x="10978133" y="4267200"/>
                </a:lnTo>
                <a:lnTo>
                  <a:pt x="11088889" y="3963916"/>
                </a:lnTo>
                <a:cubicBezTo>
                  <a:pt x="11133459" y="3856779"/>
                  <a:pt x="11181967" y="3750740"/>
                  <a:pt x="11231212" y="3645474"/>
                </a:cubicBezTo>
                <a:cubicBezTo>
                  <a:pt x="11236675" y="3633934"/>
                  <a:pt x="11258799" y="3622276"/>
                  <a:pt x="11279315" y="3618448"/>
                </a:cubicBezTo>
                <a:close/>
                <a:moveTo>
                  <a:pt x="10296877" y="3526602"/>
                </a:moveTo>
                <a:cubicBezTo>
                  <a:pt x="10305089" y="3527517"/>
                  <a:pt x="10311503" y="3531079"/>
                  <a:pt x="10314210" y="3538353"/>
                </a:cubicBezTo>
                <a:cubicBezTo>
                  <a:pt x="10361472" y="3659113"/>
                  <a:pt x="10407318" y="3780392"/>
                  <a:pt x="10450858" y="3902477"/>
                </a:cubicBezTo>
                <a:lnTo>
                  <a:pt x="10572255" y="4267200"/>
                </a:lnTo>
                <a:lnTo>
                  <a:pt x="10477642" y="4267200"/>
                </a:lnTo>
                <a:lnTo>
                  <a:pt x="10436479" y="4144570"/>
                </a:lnTo>
                <a:cubicBezTo>
                  <a:pt x="10386976" y="3995354"/>
                  <a:pt x="10333255" y="3848072"/>
                  <a:pt x="10277529" y="3701307"/>
                </a:cubicBezTo>
                <a:cubicBezTo>
                  <a:pt x="10277467" y="3703640"/>
                  <a:pt x="10276853" y="3706334"/>
                  <a:pt x="10276797" y="3708672"/>
                </a:cubicBezTo>
                <a:cubicBezTo>
                  <a:pt x="10284209" y="3854149"/>
                  <a:pt x="10331835" y="3999199"/>
                  <a:pt x="10385906" y="4147031"/>
                </a:cubicBezTo>
                <a:lnTo>
                  <a:pt x="10431445" y="4267200"/>
                </a:lnTo>
                <a:lnTo>
                  <a:pt x="10398237" y="4267200"/>
                </a:lnTo>
                <a:lnTo>
                  <a:pt x="10356661" y="4157302"/>
                </a:lnTo>
                <a:cubicBezTo>
                  <a:pt x="10321871" y="4061517"/>
                  <a:pt x="10289232" y="3966669"/>
                  <a:pt x="10268559" y="3871054"/>
                </a:cubicBezTo>
                <a:cubicBezTo>
                  <a:pt x="10272790" y="3985997"/>
                  <a:pt x="10299544" y="4094770"/>
                  <a:pt x="10340065" y="4201637"/>
                </a:cubicBezTo>
                <a:lnTo>
                  <a:pt x="10368861" y="4267200"/>
                </a:lnTo>
                <a:lnTo>
                  <a:pt x="10267862" y="4267200"/>
                </a:lnTo>
                <a:lnTo>
                  <a:pt x="10236210" y="4185635"/>
                </a:lnTo>
                <a:cubicBezTo>
                  <a:pt x="10169925" y="3991261"/>
                  <a:pt x="10150284" y="3789583"/>
                  <a:pt x="10225980" y="3561061"/>
                </a:cubicBezTo>
                <a:cubicBezTo>
                  <a:pt x="10231424" y="3544935"/>
                  <a:pt x="10272241" y="3523857"/>
                  <a:pt x="10296877" y="3526602"/>
                </a:cubicBezTo>
                <a:close/>
                <a:moveTo>
                  <a:pt x="3429186" y="3458784"/>
                </a:moveTo>
                <a:cubicBezTo>
                  <a:pt x="3434043" y="3458424"/>
                  <a:pt x="3439865" y="3459167"/>
                  <a:pt x="3446761" y="3461278"/>
                </a:cubicBezTo>
                <a:cubicBezTo>
                  <a:pt x="3801752" y="3568638"/>
                  <a:pt x="4119982" y="3746863"/>
                  <a:pt x="4419733" y="3963555"/>
                </a:cubicBezTo>
                <a:cubicBezTo>
                  <a:pt x="4508451" y="4027538"/>
                  <a:pt x="4593765" y="4093753"/>
                  <a:pt x="4659448" y="4172746"/>
                </a:cubicBezTo>
                <a:lnTo>
                  <a:pt x="4719140" y="4267200"/>
                </a:lnTo>
                <a:lnTo>
                  <a:pt x="4641222" y="4267200"/>
                </a:lnTo>
                <a:lnTo>
                  <a:pt x="4599968" y="4207074"/>
                </a:lnTo>
                <a:cubicBezTo>
                  <a:pt x="4478590" y="4057581"/>
                  <a:pt x="4278987" y="3946713"/>
                  <a:pt x="4136093" y="3858466"/>
                </a:cubicBezTo>
                <a:cubicBezTo>
                  <a:pt x="3985171" y="3764831"/>
                  <a:pt x="3831168" y="3687155"/>
                  <a:pt x="3670252" y="3622798"/>
                </a:cubicBez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48555" y="4189447"/>
                  <a:pt x="4498141" y="4221114"/>
                  <a:pt x="4546299" y="4254934"/>
                </a:cubicBezTo>
                <a:lnTo>
                  <a:pt x="4561743" y="4267200"/>
                </a:lnTo>
                <a:lnTo>
                  <a:pt x="4509274" y="4267200"/>
                </a:lnTo>
                <a:lnTo>
                  <a:pt x="4383389" y="4184369"/>
                </a:ln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ubicBezTo>
                  <a:pt x="3768399" y="3765347"/>
                  <a:pt x="3873410" y="3884450"/>
                  <a:pt x="3989938" y="3991685"/>
                </a:cubicBezTo>
                <a:cubicBezTo>
                  <a:pt x="4106468" y="4098916"/>
                  <a:pt x="4234512" y="4194281"/>
                  <a:pt x="4393907" y="4261258"/>
                </a:cubicBezTo>
                <a:lnTo>
                  <a:pt x="4408201" y="4267200"/>
                </a:lnTo>
                <a:lnTo>
                  <a:pt x="4250346" y="4267200"/>
                </a:lnTo>
                <a:lnTo>
                  <a:pt x="4245269" y="4265040"/>
                </a:lnTo>
                <a:cubicBezTo>
                  <a:pt x="4167858" y="4230709"/>
                  <a:pt x="4095232" y="4193560"/>
                  <a:pt x="4036318" y="4147013"/>
                </a:cubicBezTo>
                <a:cubicBezTo>
                  <a:pt x="3810777" y="3969273"/>
                  <a:pt x="3654591" y="3720297"/>
                  <a:pt x="3432098" y="3537312"/>
                </a:cubicBezTo>
                <a:cubicBezTo>
                  <a:pt x="3408505" y="3517876"/>
                  <a:pt x="3395188" y="3461306"/>
                  <a:pt x="3429186" y="3458784"/>
                </a:cubicBezTo>
                <a:close/>
                <a:moveTo>
                  <a:pt x="9334796" y="3456584"/>
                </a:moveTo>
                <a:cubicBezTo>
                  <a:pt x="9406875" y="3608228"/>
                  <a:pt x="9503788" y="3758542"/>
                  <a:pt x="9651570" y="3826505"/>
                </a:cubicBezTo>
                <a:cubicBezTo>
                  <a:pt x="9559808" y="3686686"/>
                  <a:pt x="9456900" y="3564734"/>
                  <a:pt x="9334796" y="3456584"/>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close/>
                <a:moveTo>
                  <a:pt x="1318687" y="3113840"/>
                </a:moveTo>
                <a:cubicBezTo>
                  <a:pt x="1233126" y="3142037"/>
                  <a:pt x="1148133" y="3174161"/>
                  <a:pt x="1066793" y="3212171"/>
                </a:cubicBezTo>
                <a:cubicBezTo>
                  <a:pt x="1042399" y="3223712"/>
                  <a:pt x="1017440" y="3235542"/>
                  <a:pt x="993319" y="3247648"/>
                </a:cubicBez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9790480" y="3078533"/>
                </a:moveTo>
                <a:cubicBezTo>
                  <a:pt x="9782502" y="3134217"/>
                  <a:pt x="9773626" y="3189710"/>
                  <a:pt x="9763295" y="3245370"/>
                </a:cubicBezTo>
                <a:cubicBezTo>
                  <a:pt x="9730259" y="3421320"/>
                  <a:pt x="9693170" y="3586065"/>
                  <a:pt x="9736458" y="3758413"/>
                </a:cubicBezTo>
                <a:cubicBezTo>
                  <a:pt x="9741385" y="3680922"/>
                  <a:pt x="9752472" y="3603320"/>
                  <a:pt x="9763499" y="3528057"/>
                </a:cubicBezTo>
                <a:cubicBezTo>
                  <a:pt x="9778184" y="3430521"/>
                  <a:pt x="9793478" y="3330298"/>
                  <a:pt x="9793906" y="3231157"/>
                </a:cubicBezTo>
                <a:cubicBezTo>
                  <a:pt x="9793949" y="3202011"/>
                  <a:pt x="9792735" y="3172131"/>
                  <a:pt x="9791874" y="3142788"/>
                </a:cubicBezTo>
                <a:cubicBezTo>
                  <a:pt x="9791175" y="3121009"/>
                  <a:pt x="9790832" y="3099770"/>
                  <a:pt x="9790480" y="3078533"/>
                </a:cubicBezTo>
                <a:close/>
                <a:moveTo>
                  <a:pt x="1238695" y="3076820"/>
                </a:moveTo>
                <a:cubicBezTo>
                  <a:pt x="1051055" y="3082190"/>
                  <a:pt x="886407" y="3192548"/>
                  <a:pt x="716371" y="3293249"/>
                </a:cubicBezTo>
                <a:cubicBezTo>
                  <a:pt x="670943" y="3320259"/>
                  <a:pt x="625512" y="3345868"/>
                  <a:pt x="579522" y="3371759"/>
                </a:cubicBezTo>
                <a:cubicBezTo>
                  <a:pt x="586257" y="3369787"/>
                  <a:pt x="592991" y="3367806"/>
                  <a:pt x="600288" y="3365555"/>
                </a:cubicBezTo>
                <a:cubicBezTo>
                  <a:pt x="680240" y="3341573"/>
                  <a:pt x="762713" y="3317034"/>
                  <a:pt x="840692" y="3284921"/>
                </a:cubicBezTo>
                <a:cubicBezTo>
                  <a:pt x="887813" y="3265484"/>
                  <a:pt x="934087" y="3242968"/>
                  <a:pt x="979248" y="3221003"/>
                </a:cubicBezTo>
                <a:cubicBezTo>
                  <a:pt x="1004208" y="3209175"/>
                  <a:pt x="1028322" y="3197074"/>
                  <a:pt x="1053282" y="3185247"/>
                </a:cubicBez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591522" y="3395900"/>
                  <a:pt x="5656650" y="3795361"/>
                  <a:pt x="5567647" y="4190286"/>
                </a:cubicBezTo>
                <a:lnTo>
                  <a:pt x="5545854" y="4267200"/>
                </a:lnTo>
                <a:lnTo>
                  <a:pt x="5391871" y="4267200"/>
                </a:lnTo>
                <a:lnTo>
                  <a:pt x="5318171" y="4175818"/>
                </a:lnTo>
                <a:cubicBezTo>
                  <a:pt x="5204859" y="4048423"/>
                  <a:pt x="5075331" y="3936412"/>
                  <a:pt x="4943646" y="3822916"/>
                </a:cubicBezTo>
                <a:cubicBezTo>
                  <a:pt x="4828850" y="3724110"/>
                  <a:pt x="4714058" y="3625311"/>
                  <a:pt x="4594837" y="3532274"/>
                </a:cubicBezTo>
                <a:cubicBezTo>
                  <a:pt x="4562450" y="3507077"/>
                  <a:pt x="4474786" y="3410282"/>
                  <a:pt x="4441737" y="3399734"/>
                </a:cubicBez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55961" y="4107518"/>
                  <a:pt x="5200834" y="4148352"/>
                  <a:pt x="5246890" y="4187633"/>
                </a:cubicBezTo>
                <a:lnTo>
                  <a:pt x="5347266" y="4267200"/>
                </a:lnTo>
                <a:lnTo>
                  <a:pt x="5164092" y="4267200"/>
                </a:lnTo>
                <a:lnTo>
                  <a:pt x="5108945" y="4232176"/>
                </a:lnTo>
                <a:cubicBezTo>
                  <a:pt x="4772838" y="3999708"/>
                  <a:pt x="4490756" y="358196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8380397" y="2896659"/>
                </a:moveTo>
                <a:cubicBezTo>
                  <a:pt x="8455275" y="3038078"/>
                  <a:pt x="8545153" y="3173735"/>
                  <a:pt x="8634801" y="3304169"/>
                </a:cubicBezTo>
                <a:cubicBezTo>
                  <a:pt x="8726195" y="3437326"/>
                  <a:pt x="8821496" y="3600936"/>
                  <a:pt x="8971448" y="3675946"/>
                </a:cubicBezTo>
                <a:cubicBezTo>
                  <a:pt x="8910775" y="3621244"/>
                  <a:pt x="8864937" y="3553231"/>
                  <a:pt x="8820691" y="3486482"/>
                </a:cubicBezTo>
                <a:cubicBezTo>
                  <a:pt x="8816331" y="3480073"/>
                  <a:pt x="8811972" y="3473665"/>
                  <a:pt x="8807612" y="3467256"/>
                </a:cubicBezTo>
                <a:cubicBezTo>
                  <a:pt x="8727274" y="3347730"/>
                  <a:pt x="8640362" y="3230102"/>
                  <a:pt x="8556796" y="3116474"/>
                </a:cubicBezTo>
                <a:cubicBezTo>
                  <a:pt x="8515702" y="3060746"/>
                  <a:pt x="8472667" y="3003195"/>
                  <a:pt x="8427018" y="2948853"/>
                </a:cubicBezTo>
                <a:cubicBezTo>
                  <a:pt x="8411728" y="2931040"/>
                  <a:pt x="8396239" y="2914119"/>
                  <a:pt x="8380397" y="2896659"/>
                </a:cubicBezTo>
                <a:close/>
                <a:moveTo>
                  <a:pt x="9831020" y="2871730"/>
                </a:moveTo>
                <a:lnTo>
                  <a:pt x="9827707" y="2915231"/>
                </a:lnTo>
                <a:cubicBezTo>
                  <a:pt x="9824540" y="2960178"/>
                  <a:pt x="9821168" y="3006017"/>
                  <a:pt x="9820699" y="3051540"/>
                </a:cubicBezTo>
                <a:cubicBezTo>
                  <a:pt x="9820458" y="3081589"/>
                  <a:pt x="9821664" y="3111470"/>
                  <a:pt x="9822525" y="3140814"/>
                </a:cubicBezTo>
                <a:cubicBezTo>
                  <a:pt x="9823738" y="3170696"/>
                  <a:pt x="9824947" y="3200579"/>
                  <a:pt x="9824704" y="3230628"/>
                </a:cubicBezTo>
                <a:cubicBezTo>
                  <a:pt x="9823869" y="3331557"/>
                  <a:pt x="9808712" y="3433224"/>
                  <a:pt x="9793821" y="3531652"/>
                </a:cubicBezTo>
                <a:cubicBezTo>
                  <a:pt x="9783066" y="3603683"/>
                  <a:pt x="9772446" y="3677150"/>
                  <a:pt x="9767436" y="3750864"/>
                </a:cubicBezTo>
                <a:cubicBezTo>
                  <a:pt x="9782786" y="3724954"/>
                  <a:pt x="9799440" y="3697443"/>
                  <a:pt x="9814477" y="3662531"/>
                </a:cubicBezTo>
                <a:cubicBezTo>
                  <a:pt x="9926754" y="3406015"/>
                  <a:pt x="9892054" y="3133900"/>
                  <a:pt x="9831020" y="2871730"/>
                </a:cubicBezTo>
                <a:close/>
                <a:moveTo>
                  <a:pt x="8380521" y="2850596"/>
                </a:moveTo>
                <a:cubicBezTo>
                  <a:pt x="8404481" y="2875897"/>
                  <a:pt x="8428794" y="2901731"/>
                  <a:pt x="8451446" y="2928627"/>
                </a:cubicBezTo>
                <a:cubicBezTo>
                  <a:pt x="8497446" y="2983517"/>
                  <a:pt x="8540828" y="3041610"/>
                  <a:pt x="8582269" y="3097880"/>
                </a:cubicBezTo>
                <a:cubicBezTo>
                  <a:pt x="8666744" y="3211700"/>
                  <a:pt x="8753998" y="3329876"/>
                  <a:pt x="8833783" y="3449753"/>
                </a:cubicBezTo>
                <a:cubicBezTo>
                  <a:pt x="8838143" y="3456162"/>
                  <a:pt x="8842503" y="3462572"/>
                  <a:pt x="8846863" y="3468981"/>
                </a:cubicBezTo>
                <a:cubicBezTo>
                  <a:pt x="8881714" y="3521040"/>
                  <a:pt x="8917610" y="3574725"/>
                  <a:pt x="8960046" y="3620389"/>
                </a:cubicBezTo>
                <a:cubicBezTo>
                  <a:pt x="8847240" y="3316219"/>
                  <a:pt x="8665033" y="3014288"/>
                  <a:pt x="8380521" y="2850596"/>
                </a:cubicBezTo>
                <a:close/>
                <a:moveTo>
                  <a:pt x="9854151" y="2642862"/>
                </a:moveTo>
                <a:cubicBezTo>
                  <a:pt x="9862376" y="2644690"/>
                  <a:pt x="9868748" y="2649859"/>
                  <a:pt x="9871341" y="2659697"/>
                </a:cubicBezTo>
                <a:cubicBezTo>
                  <a:pt x="9936549" y="2907705"/>
                  <a:pt x="10004418" y="3164740"/>
                  <a:pt x="9966678" y="3423399"/>
                </a:cubicBezTo>
                <a:cubicBezTo>
                  <a:pt x="9951724" y="3524170"/>
                  <a:pt x="9914841" y="3605244"/>
                  <a:pt x="9880832" y="3700562"/>
                </a:cubicBezTo>
                <a:cubicBezTo>
                  <a:pt x="9817639" y="3880472"/>
                  <a:pt x="9825316" y="4002022"/>
                  <a:pt x="9896024" y="4178295"/>
                </a:cubicBezTo>
                <a:lnTo>
                  <a:pt x="10028060" y="4267200"/>
                </a:lnTo>
                <a:lnTo>
                  <a:pt x="9651813" y="4267200"/>
                </a:lnTo>
                <a:lnTo>
                  <a:pt x="9814527" y="4248048"/>
                </a:lnTo>
                <a:cubicBezTo>
                  <a:pt x="9748431" y="4225943"/>
                  <a:pt x="9681848" y="4217991"/>
                  <a:pt x="9615182" y="4220499"/>
                </a:cubicBezTo>
                <a:cubicBezTo>
                  <a:pt x="9565183" y="4222381"/>
                  <a:pt x="9515136" y="4230147"/>
                  <a:pt x="9465210" y="4242240"/>
                </a:cubicBezTo>
                <a:lnTo>
                  <a:pt x="9387108" y="4267200"/>
                </a:lnTo>
                <a:lnTo>
                  <a:pt x="9268441" y="4267200"/>
                </a:lnTo>
                <a:lnTo>
                  <a:pt x="9307676" y="4251276"/>
                </a:lnTo>
                <a:cubicBezTo>
                  <a:pt x="9459842" y="4196603"/>
                  <a:pt x="9613869" y="4164948"/>
                  <a:pt x="9761570" y="4182283"/>
                </a:cubicBezTo>
                <a:cubicBezTo>
                  <a:pt x="9633677" y="4101602"/>
                  <a:pt x="9502269" y="4023929"/>
                  <a:pt x="9368237" y="3949470"/>
                </a:cubicBezTo>
                <a:cubicBezTo>
                  <a:pt x="9363677" y="3950852"/>
                  <a:pt x="9358768" y="3951697"/>
                  <a:pt x="9354614" y="3951288"/>
                </a:cubicBezTo>
                <a:cubicBezTo>
                  <a:pt x="9045666" y="4112095"/>
                  <a:pt x="8711508" y="4184792"/>
                  <a:pt x="8364351" y="4159267"/>
                </a:cubicBezTo>
                <a:cubicBezTo>
                  <a:pt x="8322605" y="4156073"/>
                  <a:pt x="8373028" y="4125362"/>
                  <a:pt x="8386567" y="4119760"/>
                </a:cubicBezTo>
                <a:cubicBezTo>
                  <a:pt x="8661942" y="4017222"/>
                  <a:pt x="8938634" y="3857115"/>
                  <a:pt x="9231713" y="3873539"/>
                </a:cubicBezTo>
                <a:cubicBezTo>
                  <a:pt x="9162796" y="3836374"/>
                  <a:pt x="9093324" y="3799562"/>
                  <a:pt x="9023301" y="3763109"/>
                </a:cubicBezTo>
                <a:cubicBezTo>
                  <a:pt x="9018245" y="3762512"/>
                  <a:pt x="9014299" y="3761207"/>
                  <a:pt x="9010556" y="3758998"/>
                </a:cubicBezTo>
                <a:cubicBezTo>
                  <a:pt x="8818026" y="3719652"/>
                  <a:pt x="8714888" y="3571783"/>
                  <a:pt x="8604324" y="3417171"/>
                </a:cubicBezTo>
                <a:cubicBezTo>
                  <a:pt x="8460937" y="3216099"/>
                  <a:pt x="8313620" y="2999153"/>
                  <a:pt x="8218577" y="2770227"/>
                </a:cubicBezTo>
                <a:cubicBezTo>
                  <a:pt x="8215211" y="2762227"/>
                  <a:pt x="8217371" y="2755481"/>
                  <a:pt x="8222774" y="2749954"/>
                </a:cubicBezTo>
                <a:cubicBezTo>
                  <a:pt x="8238990" y="2733370"/>
                  <a:pt x="8284424" y="2727735"/>
                  <a:pt x="8297623" y="2731935"/>
                </a:cubicBezTo>
                <a:cubicBezTo>
                  <a:pt x="8726387" y="2883841"/>
                  <a:pt x="8964880" y="3311498"/>
                  <a:pt x="9090618" y="3716225"/>
                </a:cubicBezTo>
                <a:cubicBezTo>
                  <a:pt x="9321070" y="3835548"/>
                  <a:pt x="9546131" y="3959850"/>
                  <a:pt x="9762441" y="4093587"/>
                </a:cubicBezTo>
                <a:cubicBezTo>
                  <a:pt x="9739891" y="4035197"/>
                  <a:pt x="9720655" y="3974696"/>
                  <a:pt x="9717826" y="3916719"/>
                </a:cubicBezTo>
                <a:cubicBezTo>
                  <a:pt x="9716379" y="3916883"/>
                  <a:pt x="9714371" y="3917401"/>
                  <a:pt x="9713123" y="3916663"/>
                </a:cubicBezTo>
                <a:cubicBezTo>
                  <a:pt x="9419408" y="3876118"/>
                  <a:pt x="9276568" y="3571232"/>
                  <a:pt x="9175594" y="3326950"/>
                </a:cubicBezTo>
                <a:cubicBezTo>
                  <a:pt x="9162477" y="3295477"/>
                  <a:pt x="9234580" y="3273123"/>
                  <a:pt x="9253941" y="3287566"/>
                </a:cubicBezTo>
                <a:cubicBezTo>
                  <a:pt x="9396995" y="3390749"/>
                  <a:pt x="9519263" y="3506453"/>
                  <a:pt x="9625671" y="3639960"/>
                </a:cubicBezTo>
                <a:cubicBezTo>
                  <a:pt x="9622492" y="3540061"/>
                  <a:pt x="9637797" y="3439839"/>
                  <a:pt x="9656881" y="3333361"/>
                </a:cubicBezTo>
                <a:cubicBezTo>
                  <a:pt x="9696972" y="3116116"/>
                  <a:pt x="9713720" y="2891570"/>
                  <a:pt x="9782066" y="2680771"/>
                </a:cubicBezTo>
                <a:cubicBezTo>
                  <a:pt x="9788129" y="2661952"/>
                  <a:pt x="9829478" y="2637374"/>
                  <a:pt x="9854151" y="2642862"/>
                </a:cubicBezTo>
                <a:close/>
                <a:moveTo>
                  <a:pt x="11114299" y="2390555"/>
                </a:moveTo>
                <a:lnTo>
                  <a:pt x="11113373" y="2392739"/>
                </a:lnTo>
                <a:lnTo>
                  <a:pt x="11117197" y="2394358"/>
                </a:lnTo>
                <a:cubicBezTo>
                  <a:pt x="11116333" y="2393349"/>
                  <a:pt x="11115474" y="2392343"/>
                  <a:pt x="11114299" y="2390555"/>
                </a:cubicBezTo>
                <a:close/>
                <a:moveTo>
                  <a:pt x="10506276" y="2118977"/>
                </a:moveTo>
                <a:cubicBezTo>
                  <a:pt x="10510550" y="2257918"/>
                  <a:pt x="10470507" y="2393544"/>
                  <a:pt x="10431542" y="2525128"/>
                </a:cubicBezTo>
                <a:cubicBezTo>
                  <a:pt x="10417502" y="2571972"/>
                  <a:pt x="10403548" y="2620144"/>
                  <a:pt x="10391375" y="2667145"/>
                </a:cubicBezTo>
                <a:cubicBezTo>
                  <a:pt x="10377290" y="2721696"/>
                  <a:pt x="10366481" y="2777642"/>
                  <a:pt x="10355047" y="2832031"/>
                </a:cubicBezTo>
                <a:lnTo>
                  <a:pt x="10336080" y="2927011"/>
                </a:lnTo>
                <a:cubicBezTo>
                  <a:pt x="10349636" y="2893472"/>
                  <a:pt x="10367643" y="2846374"/>
                  <a:pt x="10389394" y="2782834"/>
                </a:cubicBezTo>
                <a:cubicBezTo>
                  <a:pt x="10448427" y="2611467"/>
                  <a:pt x="10546967" y="2325483"/>
                  <a:pt x="10506276" y="2118977"/>
                </a:cubicBezTo>
                <a:close/>
                <a:moveTo>
                  <a:pt x="11538179" y="2090376"/>
                </a:moveTo>
                <a:cubicBezTo>
                  <a:pt x="11552237" y="2136248"/>
                  <a:pt x="11565750" y="2181883"/>
                  <a:pt x="11577479" y="2228695"/>
                </a:cubicBezTo>
                <a:lnTo>
                  <a:pt x="11586754" y="2266098"/>
                </a:lnTo>
                <a:cubicBezTo>
                  <a:pt x="11593656" y="2295423"/>
                  <a:pt x="11600787" y="2324193"/>
                  <a:pt x="11609011" y="2353427"/>
                </a:cubicBezTo>
                <a:cubicBezTo>
                  <a:pt x="11644349" y="2475257"/>
                  <a:pt x="11704023" y="2591295"/>
                  <a:pt x="11761579" y="2703223"/>
                </a:cubicBezTo>
                <a:cubicBezTo>
                  <a:pt x="11802170" y="2782214"/>
                  <a:pt x="11843944" y="2862994"/>
                  <a:pt x="11877711" y="2947465"/>
                </a:cubicBezTo>
                <a:cubicBezTo>
                  <a:pt x="11815017" y="2640863"/>
                  <a:pt x="11724956" y="2342636"/>
                  <a:pt x="11538179" y="2090376"/>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11488421" y="2034549"/>
                </a:moveTo>
                <a:cubicBezTo>
                  <a:pt x="11459234" y="2371132"/>
                  <a:pt x="11651925" y="2658088"/>
                  <a:pt x="11840356" y="2932293"/>
                </a:cubicBezTo>
                <a:cubicBezTo>
                  <a:pt x="11809128" y="2858555"/>
                  <a:pt x="11772688" y="2786473"/>
                  <a:pt x="11736331" y="2715710"/>
                </a:cubicBezTo>
                <a:cubicBezTo>
                  <a:pt x="11678147" y="2602235"/>
                  <a:pt x="11617611" y="2485181"/>
                  <a:pt x="11581560" y="2360474"/>
                </a:cubicBezTo>
                <a:cubicBezTo>
                  <a:pt x="11573334" y="2331239"/>
                  <a:pt x="11565889" y="2301693"/>
                  <a:pt x="11558442" y="2272139"/>
                </a:cubicBezTo>
                <a:lnTo>
                  <a:pt x="11549169" y="2234734"/>
                </a:lnTo>
                <a:cubicBezTo>
                  <a:pt x="11532130" y="2167007"/>
                  <a:pt x="11511443" y="2100302"/>
                  <a:pt x="11488421" y="2034549"/>
                </a:cubicBezTo>
                <a:close/>
                <a:moveTo>
                  <a:pt x="10468916" y="2032338"/>
                </a:moveTo>
                <a:cubicBezTo>
                  <a:pt x="10450533" y="2081859"/>
                  <a:pt x="10434093" y="2132840"/>
                  <a:pt x="10421480" y="2185446"/>
                </a:cubicBezTo>
                <a:cubicBezTo>
                  <a:pt x="10388668" y="2317695"/>
                  <a:pt x="10374105" y="2457032"/>
                  <a:pt x="10351264" y="2591574"/>
                </a:cubicBezTo>
                <a:cubicBezTo>
                  <a:pt x="10332355" y="2700098"/>
                  <a:pt x="10281261" y="2959166"/>
                  <a:pt x="10294485" y="2991809"/>
                </a:cubicBezTo>
                <a:lnTo>
                  <a:pt x="10327850" y="2826310"/>
                </a:lnTo>
                <a:cubicBezTo>
                  <a:pt x="10338741" y="2771690"/>
                  <a:pt x="10350331" y="2715434"/>
                  <a:pt x="10364099" y="2660098"/>
                </a:cubicBezTo>
                <a:cubicBezTo>
                  <a:pt x="10376185" y="2611783"/>
                  <a:pt x="10390682" y="2563843"/>
                  <a:pt x="10404725" y="2516991"/>
                </a:cubicBezTo>
                <a:cubicBezTo>
                  <a:pt x="10443463" y="2385961"/>
                  <a:pt x="10483500" y="2250332"/>
                  <a:pt x="10478071" y="2114122"/>
                </a:cubicBezTo>
                <a:cubicBezTo>
                  <a:pt x="10476867" y="2086568"/>
                  <a:pt x="10473555" y="2059413"/>
                  <a:pt x="10468916" y="2032338"/>
                </a:cubicBezTo>
                <a:close/>
                <a:moveTo>
                  <a:pt x="10573132" y="1991479"/>
                </a:moveTo>
                <a:cubicBezTo>
                  <a:pt x="10722027" y="2144650"/>
                  <a:pt x="10877543" y="2280670"/>
                  <a:pt x="11066880" y="2371770"/>
                </a:cubicBezTo>
                <a:cubicBezTo>
                  <a:pt x="10930664" y="2234271"/>
                  <a:pt x="10767866" y="2088089"/>
                  <a:pt x="10573132" y="1991479"/>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lnTo>
                  <a:pt x="5764974" y="2799609"/>
                </a:ln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10578769" y="1962963"/>
                </a:moveTo>
                <a:cubicBezTo>
                  <a:pt x="10773649" y="2057701"/>
                  <a:pt x="10936285" y="2201237"/>
                  <a:pt x="11073823" y="2338658"/>
                </a:cubicBezTo>
                <a:cubicBezTo>
                  <a:pt x="10938241" y="2169232"/>
                  <a:pt x="10752627" y="1968969"/>
                  <a:pt x="10578769" y="1962963"/>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9518298" y="1338235"/>
                </a:moveTo>
                <a:cubicBezTo>
                  <a:pt x="9531977" y="1651120"/>
                  <a:pt x="9677527" y="1999242"/>
                  <a:pt x="9838009" y="2272553"/>
                </a:cubicBezTo>
                <a:cubicBezTo>
                  <a:pt x="9825312" y="2235634"/>
                  <a:pt x="9815180" y="2197225"/>
                  <a:pt x="9805906" y="2159819"/>
                </a:cubicBezTo>
                <a:lnTo>
                  <a:pt x="9801623" y="2142555"/>
                </a:lnTo>
                <a:cubicBezTo>
                  <a:pt x="9756626" y="1964482"/>
                  <a:pt x="9698390" y="1787247"/>
                  <a:pt x="9628671" y="1617375"/>
                </a:cubicBezTo>
                <a:cubicBezTo>
                  <a:pt x="9618364" y="1593060"/>
                  <a:pt x="9608603" y="1568967"/>
                  <a:pt x="9598299" y="1544643"/>
                </a:cubicBezTo>
                <a:cubicBezTo>
                  <a:pt x="9570133" y="1477354"/>
                  <a:pt x="9541339" y="1408510"/>
                  <a:pt x="9518298" y="1338235"/>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9528078" y="1278636"/>
                </a:moveTo>
                <a:cubicBezTo>
                  <a:pt x="9552982" y="1365794"/>
                  <a:pt x="9588937" y="1451189"/>
                  <a:pt x="9623946" y="1534260"/>
                </a:cubicBezTo>
                <a:lnTo>
                  <a:pt x="9654858" y="1607218"/>
                </a:lnTo>
                <a:cubicBezTo>
                  <a:pt x="9724183" y="1774989"/>
                  <a:pt x="9781702" y="1949347"/>
                  <a:pt x="9826304" y="2125320"/>
                </a:cubicBezTo>
                <a:cubicBezTo>
                  <a:pt x="9794296" y="1963695"/>
                  <a:pt x="9753660" y="1804203"/>
                  <a:pt x="9701198" y="1646797"/>
                </a:cubicBezTo>
                <a:cubicBezTo>
                  <a:pt x="9655682" y="1511000"/>
                  <a:pt x="9586050" y="1397178"/>
                  <a:pt x="9528078" y="1278636"/>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9441752" y="1245311"/>
                </a:moveTo>
                <a:cubicBezTo>
                  <a:pt x="9367449" y="1271794"/>
                  <a:pt x="9313207" y="1329954"/>
                  <a:pt x="9278979" y="1406236"/>
                </a:cubicBezTo>
                <a:cubicBezTo>
                  <a:pt x="9261017" y="1445630"/>
                  <a:pt x="9242585" y="1502850"/>
                  <a:pt x="9235540" y="1546869"/>
                </a:cubicBezTo>
                <a:cubicBezTo>
                  <a:pt x="9223867" y="1618535"/>
                  <a:pt x="9230001" y="1614698"/>
                  <a:pt x="9264074" y="1557016"/>
                </a:cubicBezTo>
                <a:cubicBezTo>
                  <a:pt x="9325587" y="1454296"/>
                  <a:pt x="9384605" y="1349880"/>
                  <a:pt x="9441752" y="1245311"/>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cubicBezTo>
                  <a:pt x="6567440" y="1204628"/>
                  <a:pt x="6586456" y="1194658"/>
                  <a:pt x="6605473" y="1184686"/>
                </a:cubicBezTo>
                <a:cubicBezTo>
                  <a:pt x="6633823" y="1169483"/>
                  <a:pt x="6662531" y="1154778"/>
                  <a:pt x="6691602" y="1140573"/>
                </a:cubicBezTo>
                <a:close/>
                <a:moveTo>
                  <a:pt x="4002475" y="1037802"/>
                </a:moveTo>
                <a:cubicBezTo>
                  <a:pt x="4001933" y="1038196"/>
                  <a:pt x="4000861" y="1038973"/>
                  <a:pt x="4000324" y="1039362"/>
                </a:cubicBezTo>
                <a:cubicBezTo>
                  <a:pt x="4001046" y="1040360"/>
                  <a:pt x="4002134" y="1041861"/>
                  <a:pt x="4002862" y="1042866"/>
                </a:cubicBez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473491" y="3921431"/>
                  <a:pt x="1402113" y="4025542"/>
                  <a:pt x="1325720" y="4125411"/>
                </a:cubicBezTo>
                <a:lnTo>
                  <a:pt x="1206279" y="4267200"/>
                </a:lnTo>
                <a:lnTo>
                  <a:pt x="1115040" y="4267200"/>
                </a:lnTo>
                <a:lnTo>
                  <a:pt x="1258195" y="4099624"/>
                </a:lnTo>
                <a:cubicBezTo>
                  <a:pt x="1315987" y="4027073"/>
                  <a:pt x="1371166" y="3952247"/>
                  <a:pt x="1423113" y="3874565"/>
                </a:cubicBezTo>
                <a:lnTo>
                  <a:pt x="1260565" y="4031982"/>
                </a:lnTo>
                <a:cubicBezTo>
                  <a:pt x="1197929" y="4092559"/>
                  <a:pt x="1134310" y="4154329"/>
                  <a:pt x="1073327" y="4218727"/>
                </a:cubicBezTo>
                <a:lnTo>
                  <a:pt x="1032294" y="4267200"/>
                </a:lnTo>
                <a:lnTo>
                  <a:pt x="993830" y="4267200"/>
                </a:lnTo>
                <a:lnTo>
                  <a:pt x="1051860" y="4198693"/>
                </a:lnTo>
                <a:cubicBezTo>
                  <a:pt x="1113440" y="4133732"/>
                  <a:pt x="1177549" y="4071540"/>
                  <a:pt x="1240607" y="4010401"/>
                </a:cubicBezTo>
                <a:lnTo>
                  <a:pt x="1310106" y="3943217"/>
                </a:lnTo>
                <a:cubicBezTo>
                  <a:pt x="1174685" y="4033303"/>
                  <a:pt x="1054913" y="4139624"/>
                  <a:pt x="952103" y="4265972"/>
                </a:cubicBezTo>
                <a:lnTo>
                  <a:pt x="951207" y="4267200"/>
                </a:lnTo>
                <a:lnTo>
                  <a:pt x="862760" y="4267200"/>
                </a:lnTo>
                <a:lnTo>
                  <a:pt x="909145" y="4199225"/>
                </a:lnTo>
                <a:cubicBezTo>
                  <a:pt x="998789" y="4086824"/>
                  <a:pt x="1101084" y="3991246"/>
                  <a:pt x="1214067" y="3908561"/>
                </a:cubicBezTo>
                <a:cubicBezTo>
                  <a:pt x="1023317" y="3973399"/>
                  <a:pt x="824392" y="4020568"/>
                  <a:pt x="640967" y="4105601"/>
                </a:cubicBezTo>
                <a:cubicBezTo>
                  <a:pt x="549674" y="4147907"/>
                  <a:pt x="460581" y="4194508"/>
                  <a:pt x="372807" y="4243651"/>
                </a:cubicBezTo>
                <a:lnTo>
                  <a:pt x="332830" y="4267200"/>
                </a:lnTo>
                <a:lnTo>
                  <a:pt x="168301" y="4267200"/>
                </a:lnTo>
                <a:lnTo>
                  <a:pt x="278002" y="4201399"/>
                </a:lnTo>
                <a:cubicBezTo>
                  <a:pt x="359885" y="4153808"/>
                  <a:pt x="442683" y="4107866"/>
                  <a:pt x="527241" y="4065078"/>
                </a:cubicBezTo>
                <a:cubicBezTo>
                  <a:pt x="838255" y="3908281"/>
                  <a:pt x="1212318" y="3863093"/>
                  <a:pt x="1510397" y="3684705"/>
                </a:cubicBezTo>
                <a:cubicBezTo>
                  <a:pt x="1390337" y="3729510"/>
                  <a:pt x="1267181" y="3766747"/>
                  <a:pt x="1146550" y="3802012"/>
                </a:cubicBezTo>
                <a:cubicBezTo>
                  <a:pt x="997862" y="3845736"/>
                  <a:pt x="843568" y="3890871"/>
                  <a:pt x="698834" y="3952272"/>
                </a:cubicBezTo>
                <a:cubicBezTo>
                  <a:pt x="519814" y="4027898"/>
                  <a:pt x="352828" y="4127506"/>
                  <a:pt x="192528" y="4236299"/>
                </a:cubicBezTo>
                <a:lnTo>
                  <a:pt x="148586" y="4267200"/>
                </a:lnTo>
                <a:lnTo>
                  <a:pt x="98116" y="4267200"/>
                </a:lnTo>
                <a:lnTo>
                  <a:pt x="169669" y="4216852"/>
                </a:lnTo>
                <a:cubicBezTo>
                  <a:pt x="333361" y="4105506"/>
                  <a:pt x="504130" y="4002947"/>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ubicBezTo>
                  <a:pt x="1247578" y="3654578"/>
                  <a:pt x="1180153" y="3656293"/>
                  <a:pt x="1109304" y="3669030"/>
                </a:cubicBezTo>
                <a:cubicBezTo>
                  <a:pt x="794692" y="3725281"/>
                  <a:pt x="516258" y="3901624"/>
                  <a:pt x="258951" y="4111994"/>
                </a:cubicBezTo>
                <a:lnTo>
                  <a:pt x="80807" y="4267200"/>
                </a:lnTo>
                <a:lnTo>
                  <a:pt x="0" y="4267200"/>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12149131" y="959050"/>
                </a:moveTo>
                <a:cubicBezTo>
                  <a:pt x="12135265" y="975072"/>
                  <a:pt x="12121401" y="991089"/>
                  <a:pt x="12105664" y="1006960"/>
                </a:cubicBezTo>
                <a:cubicBezTo>
                  <a:pt x="12040174" y="1071943"/>
                  <a:pt x="11966532" y="1125748"/>
                  <a:pt x="11883102" y="1184424"/>
                </a:cubicBezTo>
                <a:cubicBezTo>
                  <a:pt x="11822339" y="1227583"/>
                  <a:pt x="11746281" y="1281016"/>
                  <a:pt x="11665174" y="1317493"/>
                </a:cubicBezTo>
                <a:cubicBezTo>
                  <a:pt x="11640620" y="1328342"/>
                  <a:pt x="11615753" y="1338416"/>
                  <a:pt x="11590337" y="1348256"/>
                </a:cubicBezTo>
                <a:cubicBezTo>
                  <a:pt x="11556383" y="1361567"/>
                  <a:pt x="11523739" y="1374791"/>
                  <a:pt x="11492588" y="1390573"/>
                </a:cubicBezTo>
                <a:cubicBezTo>
                  <a:pt x="11632969" y="1358579"/>
                  <a:pt x="11770492" y="1298342"/>
                  <a:pt x="11888865" y="1220988"/>
                </a:cubicBezTo>
                <a:cubicBezTo>
                  <a:pt x="11984266" y="1158366"/>
                  <a:pt x="12085135" y="1064584"/>
                  <a:pt x="12149131" y="959050"/>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12190084" y="854709"/>
                </a:moveTo>
                <a:cubicBezTo>
                  <a:pt x="12181324" y="863235"/>
                  <a:pt x="12172252" y="870980"/>
                  <a:pt x="12162947" y="879275"/>
                </a:cubicBezTo>
                <a:cubicBezTo>
                  <a:pt x="12028326" y="998039"/>
                  <a:pt x="11883371" y="1121443"/>
                  <a:pt x="11721478" y="1216434"/>
                </a:cubicBezTo>
                <a:lnTo>
                  <a:pt x="11680712" y="1239730"/>
                </a:lnTo>
                <a:cubicBezTo>
                  <a:pt x="11620220" y="1274640"/>
                  <a:pt x="11558177" y="1310180"/>
                  <a:pt x="11505347" y="1352837"/>
                </a:cubicBezTo>
                <a:cubicBezTo>
                  <a:pt x="11530133" y="1341442"/>
                  <a:pt x="11555544" y="1331600"/>
                  <a:pt x="11580962" y="1321759"/>
                </a:cubicBezTo>
                <a:cubicBezTo>
                  <a:pt x="11605590" y="1312227"/>
                  <a:pt x="11630227" y="1302697"/>
                  <a:pt x="11654234" y="1291618"/>
                </a:cubicBezTo>
                <a:cubicBezTo>
                  <a:pt x="11733018" y="1256083"/>
                  <a:pt x="11807521" y="1203284"/>
                  <a:pt x="11867274" y="1160983"/>
                </a:cubicBezTo>
                <a:cubicBezTo>
                  <a:pt x="11949151" y="1102940"/>
                  <a:pt x="12022324" y="1050225"/>
                  <a:pt x="12086035" y="986418"/>
                </a:cubicBezTo>
                <a:cubicBezTo>
                  <a:pt x="12128278" y="944429"/>
                  <a:pt x="12163191" y="899980"/>
                  <a:pt x="12190084" y="854709"/>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cubicBezTo>
                  <a:pt x="5405093" y="912428"/>
                  <a:pt x="5432627" y="913077"/>
                  <a:pt x="5460148" y="911442"/>
                </a:cubicBez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8924104" y="777000"/>
                </a:moveTo>
                <a:cubicBezTo>
                  <a:pt x="8923664" y="782606"/>
                  <a:pt x="8922673" y="787979"/>
                  <a:pt x="8921999" y="794136"/>
                </a:cubicBezTo>
                <a:cubicBezTo>
                  <a:pt x="8919582" y="810498"/>
                  <a:pt x="8917940" y="826538"/>
                  <a:pt x="8916066" y="843129"/>
                </a:cubicBezTo>
                <a:cubicBezTo>
                  <a:pt x="8910698" y="896870"/>
                  <a:pt x="8909926" y="951907"/>
                  <a:pt x="8909852" y="1005313"/>
                </a:cubicBezTo>
                <a:cubicBezTo>
                  <a:pt x="8907936" y="1206014"/>
                  <a:pt x="8906433" y="1413328"/>
                  <a:pt x="8936982" y="1614896"/>
                </a:cubicBezTo>
                <a:lnTo>
                  <a:pt x="8939706" y="1632791"/>
                </a:lnTo>
                <a:lnTo>
                  <a:pt x="8946691" y="1680170"/>
                </a:lnTo>
                <a:cubicBezTo>
                  <a:pt x="8947341" y="1669501"/>
                  <a:pt x="8947217" y="1659149"/>
                  <a:pt x="8947643" y="1649028"/>
                </a:cubicBezTo>
                <a:cubicBezTo>
                  <a:pt x="8950646" y="1394060"/>
                  <a:pt x="8954155" y="1130296"/>
                  <a:pt x="8931687" y="871628"/>
                </a:cubicBezTo>
                <a:lnTo>
                  <a:pt x="8929804" y="850229"/>
                </a:lnTo>
                <a:cubicBezTo>
                  <a:pt x="8927750" y="826182"/>
                  <a:pt x="8925696" y="802134"/>
                  <a:pt x="8924104" y="777000"/>
                </a:cubicBezTo>
                <a:close/>
                <a:moveTo>
                  <a:pt x="8951219" y="764662"/>
                </a:moveTo>
                <a:cubicBezTo>
                  <a:pt x="8952434" y="792211"/>
                  <a:pt x="8955277" y="820458"/>
                  <a:pt x="8957270" y="847698"/>
                </a:cubicBezTo>
                <a:lnTo>
                  <a:pt x="8959153" y="869097"/>
                </a:lnTo>
                <a:cubicBezTo>
                  <a:pt x="8981354" y="1119277"/>
                  <a:pt x="8978808" y="1373147"/>
                  <a:pt x="8976081" y="1619865"/>
                </a:cubicBezTo>
                <a:cubicBezTo>
                  <a:pt x="9043646" y="1335574"/>
                  <a:pt x="9035127" y="1045475"/>
                  <a:pt x="8951219" y="764662"/>
                </a:cubicBezTo>
                <a:close/>
                <a:moveTo>
                  <a:pt x="8898081" y="630137"/>
                </a:moveTo>
                <a:cubicBezTo>
                  <a:pt x="8735190" y="940376"/>
                  <a:pt x="8800852" y="1302315"/>
                  <a:pt x="8910095" y="1626691"/>
                </a:cubicBezTo>
                <a:lnTo>
                  <a:pt x="8908822" y="1619067"/>
                </a:lnTo>
                <a:cubicBezTo>
                  <a:pt x="8877873" y="1415398"/>
                  <a:pt x="8879292" y="1206762"/>
                  <a:pt x="8881669" y="1004967"/>
                </a:cubicBezTo>
                <a:cubicBezTo>
                  <a:pt x="8881975" y="951016"/>
                  <a:pt x="8882434" y="895204"/>
                  <a:pt x="8888265" y="840369"/>
                </a:cubicBezTo>
                <a:cubicBezTo>
                  <a:pt x="8890137" y="823783"/>
                  <a:pt x="8892011" y="807192"/>
                  <a:pt x="8894429" y="790831"/>
                </a:cubicBezTo>
                <a:cubicBezTo>
                  <a:pt x="8901122" y="737010"/>
                  <a:pt x="8907725" y="681866"/>
                  <a:pt x="8898081" y="630137"/>
                </a:cubicBezTo>
                <a:close/>
                <a:moveTo>
                  <a:pt x="11491396" y="623931"/>
                </a:moveTo>
                <a:cubicBezTo>
                  <a:pt x="11465686" y="637515"/>
                  <a:pt x="11440209" y="650546"/>
                  <a:pt x="11413329" y="662344"/>
                </a:cubicBezTo>
                <a:cubicBezTo>
                  <a:pt x="11268660" y="727282"/>
                  <a:pt x="11113102" y="758642"/>
                  <a:pt x="10966547" y="818916"/>
                </a:cubicBezTo>
                <a:cubicBezTo>
                  <a:pt x="10793574" y="889896"/>
                  <a:pt x="10652020" y="1008307"/>
                  <a:pt x="10498883" y="1111507"/>
                </a:cubicBezTo>
                <a:cubicBezTo>
                  <a:pt x="10559155" y="1098395"/>
                  <a:pt x="10616158" y="1067158"/>
                  <a:pt x="10671292" y="1035777"/>
                </a:cubicBezTo>
                <a:lnTo>
                  <a:pt x="10685894" y="1027151"/>
                </a:lnTo>
                <a:cubicBezTo>
                  <a:pt x="10821548" y="950027"/>
                  <a:pt x="10965272" y="882756"/>
                  <a:pt x="11104337" y="817377"/>
                </a:cubicBezTo>
                <a:cubicBezTo>
                  <a:pt x="11233375" y="757414"/>
                  <a:pt x="11364889" y="694633"/>
                  <a:pt x="11491396" y="623931"/>
                </a:cubicBezTo>
                <a:close/>
                <a:moveTo>
                  <a:pt x="10779304" y="584486"/>
                </a:moveTo>
                <a:cubicBezTo>
                  <a:pt x="10740583" y="648568"/>
                  <a:pt x="10699136" y="711502"/>
                  <a:pt x="10658378" y="772788"/>
                </a:cubicBezTo>
                <a:cubicBezTo>
                  <a:pt x="10594579" y="868744"/>
                  <a:pt x="10529620" y="967431"/>
                  <a:pt x="10475581" y="1070739"/>
                </a:cubicBezTo>
                <a:cubicBezTo>
                  <a:pt x="10578194" y="966751"/>
                  <a:pt x="10672522" y="819977"/>
                  <a:pt x="10735178" y="693281"/>
                </a:cubicBezTo>
                <a:close/>
                <a:moveTo>
                  <a:pt x="10132488" y="518596"/>
                </a:moveTo>
                <a:cubicBezTo>
                  <a:pt x="10047856" y="532980"/>
                  <a:pt x="9963302" y="548687"/>
                  <a:pt x="9879465" y="567273"/>
                </a:cubicBezTo>
                <a:cubicBezTo>
                  <a:pt x="9683016" y="611580"/>
                  <a:pt x="9523495" y="697916"/>
                  <a:pt x="9364243" y="809468"/>
                </a:cubicBezTo>
                <a:cubicBezTo>
                  <a:pt x="9364793" y="809701"/>
                  <a:pt x="9365336" y="809931"/>
                  <a:pt x="9366655" y="809848"/>
                </a:cubicBezTo>
                <a:cubicBezTo>
                  <a:pt x="9558665" y="728900"/>
                  <a:pt x="9742999" y="656935"/>
                  <a:pt x="9914233" y="596159"/>
                </a:cubicBezTo>
                <a:close/>
                <a:moveTo>
                  <a:pt x="10264524" y="501747"/>
                </a:moveTo>
                <a:lnTo>
                  <a:pt x="9922837" y="622979"/>
                </a:lnTo>
                <a:cubicBezTo>
                  <a:pt x="9763806" y="679263"/>
                  <a:pt x="9594234" y="745243"/>
                  <a:pt x="9416908" y="818889"/>
                </a:cubicBezTo>
                <a:cubicBezTo>
                  <a:pt x="9417689" y="818579"/>
                  <a:pt x="9417689" y="818579"/>
                  <a:pt x="9418234" y="818810"/>
                </a:cubicBezTo>
                <a:cubicBezTo>
                  <a:pt x="9717394" y="764555"/>
                  <a:pt x="10002904" y="633058"/>
                  <a:pt x="10264524" y="501747"/>
                </a:cubicBezTo>
                <a:close/>
                <a:moveTo>
                  <a:pt x="10802699" y="488163"/>
                </a:moveTo>
                <a:lnTo>
                  <a:pt x="10618739" y="734118"/>
                </a:lnTo>
                <a:lnTo>
                  <a:pt x="10604580" y="753877"/>
                </a:lnTo>
                <a:cubicBezTo>
                  <a:pt x="10575714" y="793161"/>
                  <a:pt x="10550336" y="828772"/>
                  <a:pt x="10529643" y="867004"/>
                </a:cubicBezTo>
                <a:cubicBezTo>
                  <a:pt x="10501301" y="918746"/>
                  <a:pt x="10479284" y="973805"/>
                  <a:pt x="10462194" y="1035452"/>
                </a:cubicBezTo>
                <a:cubicBezTo>
                  <a:pt x="10514547" y="939156"/>
                  <a:pt x="10575176" y="847655"/>
                  <a:pt x="10635117" y="757788"/>
                </a:cubicBezTo>
                <a:cubicBezTo>
                  <a:pt x="10692800" y="670189"/>
                  <a:pt x="10751735" y="581180"/>
                  <a:pt x="10802699" y="488163"/>
                </a:cubicBezTo>
                <a:close/>
                <a:moveTo>
                  <a:pt x="10359107" y="485136"/>
                </a:moveTo>
                <a:cubicBezTo>
                  <a:pt x="10100692" y="616512"/>
                  <a:pt x="9815681" y="755947"/>
                  <a:pt x="9515108" y="825701"/>
                </a:cubicBezTo>
                <a:cubicBezTo>
                  <a:pt x="9825509" y="831572"/>
                  <a:pt x="10104184" y="667562"/>
                  <a:pt x="10359107" y="485136"/>
                </a:cubicBezTo>
                <a:close/>
                <a:moveTo>
                  <a:pt x="11886089" y="483936"/>
                </a:moveTo>
                <a:cubicBezTo>
                  <a:pt x="11800033" y="547295"/>
                  <a:pt x="11710455" y="605296"/>
                  <a:pt x="11622890" y="661575"/>
                </a:cubicBezTo>
                <a:cubicBezTo>
                  <a:pt x="11437051" y="781189"/>
                  <a:pt x="11244843" y="905190"/>
                  <a:pt x="11038640" y="996875"/>
                </a:cubicBezTo>
                <a:cubicBezTo>
                  <a:pt x="10885656" y="1064725"/>
                  <a:pt x="10725662" y="1114166"/>
                  <a:pt x="10561310" y="1145020"/>
                </a:cubicBezTo>
                <a:cubicBezTo>
                  <a:pt x="10596460" y="1154752"/>
                  <a:pt x="10632933" y="1164394"/>
                  <a:pt x="10675127" y="1163586"/>
                </a:cubicBezTo>
                <a:cubicBezTo>
                  <a:pt x="10827145" y="1160350"/>
                  <a:pt x="10989398" y="1058435"/>
                  <a:pt x="11120351" y="990907"/>
                </a:cubicBezTo>
                <a:cubicBezTo>
                  <a:pt x="11302032" y="897860"/>
                  <a:pt x="11481110" y="797268"/>
                  <a:pt x="11648506" y="680145"/>
                </a:cubicBezTo>
                <a:cubicBezTo>
                  <a:pt x="11691733" y="649515"/>
                  <a:pt x="11821224" y="550475"/>
                  <a:pt x="11886089" y="483936"/>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10784544" y="465669"/>
                </a:moveTo>
                <a:cubicBezTo>
                  <a:pt x="10662409" y="521478"/>
                  <a:pt x="10422179" y="894258"/>
                  <a:pt x="10426419" y="1062158"/>
                </a:cubicBezTo>
                <a:cubicBezTo>
                  <a:pt x="10438657" y="1011968"/>
                  <a:pt x="10453241" y="965354"/>
                  <a:pt x="10471732" y="921679"/>
                </a:cubicBezTo>
                <a:cubicBezTo>
                  <a:pt x="10481672" y="898200"/>
                  <a:pt x="10492705" y="875187"/>
                  <a:pt x="10504824" y="852631"/>
                </a:cubicBezTo>
                <a:cubicBezTo>
                  <a:pt x="10526215" y="812759"/>
                  <a:pt x="10552604" y="776291"/>
                  <a:pt x="10582237" y="736692"/>
                </a:cubicBezTo>
                <a:lnTo>
                  <a:pt x="10596401" y="716935"/>
                </a:lnTo>
                <a:cubicBezTo>
                  <a:pt x="10661482" y="628604"/>
                  <a:pt x="10720448" y="548625"/>
                  <a:pt x="10784544" y="465669"/>
                </a:cubicBezTo>
                <a:close/>
                <a:moveTo>
                  <a:pt x="11916494" y="422768"/>
                </a:moveTo>
                <a:cubicBezTo>
                  <a:pt x="11840345" y="436884"/>
                  <a:pt x="11770712" y="482734"/>
                  <a:pt x="11703185" y="528178"/>
                </a:cubicBezTo>
                <a:lnTo>
                  <a:pt x="11680755" y="543149"/>
                </a:lnTo>
                <a:cubicBezTo>
                  <a:pt x="11503085" y="661715"/>
                  <a:pt x="11307002" y="753816"/>
                  <a:pt x="11116818" y="842623"/>
                </a:cubicBezTo>
                <a:cubicBezTo>
                  <a:pt x="10977992" y="907459"/>
                  <a:pt x="10835051" y="974411"/>
                  <a:pt x="10700164" y="1051220"/>
                </a:cubicBezTo>
                <a:lnTo>
                  <a:pt x="10685570" y="1059849"/>
                </a:lnTo>
                <a:cubicBezTo>
                  <a:pt x="10652486" y="1078679"/>
                  <a:pt x="10619176" y="1098052"/>
                  <a:pt x="10584288" y="1113543"/>
                </a:cubicBezTo>
                <a:cubicBezTo>
                  <a:pt x="10736655" y="1082118"/>
                  <a:pt x="10884823" y="1034762"/>
                  <a:pt x="11026698" y="971858"/>
                </a:cubicBezTo>
                <a:cubicBezTo>
                  <a:pt x="11231114" y="881353"/>
                  <a:pt x="11422542" y="757667"/>
                  <a:pt x="11607604" y="638368"/>
                </a:cubicBezTo>
                <a:cubicBezTo>
                  <a:pt x="11712249" y="570645"/>
                  <a:pt x="11819449" y="501435"/>
                  <a:pt x="11919452" y="423380"/>
                </a:cubicBezTo>
                <a:cubicBezTo>
                  <a:pt x="11918363" y="422918"/>
                  <a:pt x="11917811" y="422686"/>
                  <a:pt x="11916494" y="422768"/>
                </a:cubicBezTo>
                <a:close/>
                <a:moveTo>
                  <a:pt x="8148168" y="416949"/>
                </a:moveTo>
                <a:cubicBezTo>
                  <a:pt x="8041447" y="489578"/>
                  <a:pt x="7951585" y="589312"/>
                  <a:pt x="7862052" y="694330"/>
                </a:cubicBezTo>
                <a:lnTo>
                  <a:pt x="7808002" y="759654"/>
                </a:lnTo>
                <a:close/>
                <a:moveTo>
                  <a:pt x="8295299" y="416143"/>
                </a:moveTo>
                <a:cubicBezTo>
                  <a:pt x="8303328" y="454953"/>
                  <a:pt x="8309263" y="494162"/>
                  <a:pt x="8309124" y="534021"/>
                </a:cubicBezTo>
                <a:cubicBezTo>
                  <a:pt x="8309177" y="581042"/>
                  <a:pt x="8301211" y="627240"/>
                  <a:pt x="8293154" y="672115"/>
                </a:cubicBezTo>
                <a:cubicBezTo>
                  <a:pt x="8287455" y="703824"/>
                  <a:pt x="8281839" y="736857"/>
                  <a:pt x="8279099" y="769176"/>
                </a:cubicBezTo>
                <a:cubicBezTo>
                  <a:pt x="8271208" y="866910"/>
                  <a:pt x="8290164" y="965070"/>
                  <a:pt x="8309186" y="1060039"/>
                </a:cubicBezTo>
                <a:cubicBezTo>
                  <a:pt x="8338258" y="1208834"/>
                  <a:pt x="8368983" y="1362838"/>
                  <a:pt x="8410512" y="1511108"/>
                </a:cubicBezTo>
                <a:cubicBezTo>
                  <a:pt x="8445511" y="1186645"/>
                  <a:pt x="8463496" y="815698"/>
                  <a:pt x="8351657" y="521768"/>
                </a:cubicBezTo>
                <a:cubicBezTo>
                  <a:pt x="8336376" y="481820"/>
                  <a:pt x="8314355" y="448679"/>
                  <a:pt x="8295299" y="416143"/>
                </a:cubicBezTo>
                <a:close/>
                <a:moveTo>
                  <a:pt x="8266483" y="414244"/>
                </a:moveTo>
                <a:cubicBezTo>
                  <a:pt x="8162811" y="736679"/>
                  <a:pt x="8223592" y="1050836"/>
                  <a:pt x="8343425" y="1357811"/>
                </a:cubicBezTo>
                <a:cubicBezTo>
                  <a:pt x="8320496" y="1259904"/>
                  <a:pt x="8300994" y="1161513"/>
                  <a:pt x="8282114" y="1064671"/>
                </a:cubicBezTo>
                <a:cubicBezTo>
                  <a:pt x="8263238" y="967838"/>
                  <a:pt x="8243336" y="867346"/>
                  <a:pt x="8251298" y="766414"/>
                </a:cubicBezTo>
                <a:cubicBezTo>
                  <a:pt x="8253954" y="732777"/>
                  <a:pt x="8259797" y="699198"/>
                  <a:pt x="8265729" y="666939"/>
                </a:cubicBezTo>
                <a:cubicBezTo>
                  <a:pt x="8273319" y="623158"/>
                  <a:pt x="8281376" y="578281"/>
                  <a:pt x="8281494" y="533909"/>
                </a:cubicBezTo>
                <a:cubicBezTo>
                  <a:pt x="8281080" y="493822"/>
                  <a:pt x="8274834" y="453832"/>
                  <a:pt x="8266483" y="414244"/>
                </a:cubicBezTo>
                <a:close/>
                <a:moveTo>
                  <a:pt x="8140802" y="388720"/>
                </a:moveTo>
                <a:cubicBezTo>
                  <a:pt x="8028462" y="422924"/>
                  <a:pt x="7941106" y="490876"/>
                  <a:pt x="7860379" y="596411"/>
                </a:cubicBezTo>
                <a:cubicBezTo>
                  <a:pt x="7812773" y="658663"/>
                  <a:pt x="7772566" y="720182"/>
                  <a:pt x="7737688" y="790400"/>
                </a:cubicBezTo>
                <a:cubicBezTo>
                  <a:pt x="7733439" y="798902"/>
                  <a:pt x="7729892" y="805767"/>
                  <a:pt x="7726885" y="812869"/>
                </a:cubicBezTo>
                <a:cubicBezTo>
                  <a:pt x="7764906" y="767160"/>
                  <a:pt x="7802380" y="721219"/>
                  <a:pt x="7840490" y="676832"/>
                </a:cubicBezTo>
                <a:cubicBezTo>
                  <a:pt x="7933738" y="567590"/>
                  <a:pt x="8028101" y="463327"/>
                  <a:pt x="8140802" y="388720"/>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cubicBezTo>
                  <a:pt x="5242649" y="257191"/>
                  <a:pt x="5225558" y="257369"/>
                  <a:pt x="5208466" y="257550"/>
                </a:cubicBez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cubicBezTo>
                  <a:pt x="5227195" y="227945"/>
                  <a:pt x="5244285" y="227765"/>
                  <a:pt x="5261015" y="227087"/>
                </a:cubicBez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9095810" y="0"/>
                </a:moveTo>
                <a:lnTo>
                  <a:pt x="9215999" y="0"/>
                </a:lnTo>
                <a:lnTo>
                  <a:pt x="9250991" y="17650"/>
                </a:lnTo>
                <a:cubicBezTo>
                  <a:pt x="9345825" y="54329"/>
                  <a:pt x="9448424" y="64330"/>
                  <a:pt x="9551793" y="69947"/>
                </a:cubicBezTo>
                <a:cubicBezTo>
                  <a:pt x="9773323" y="81971"/>
                  <a:pt x="9993517" y="56091"/>
                  <a:pt x="10211701" y="15192"/>
                </a:cubicBezTo>
                <a:cubicBezTo>
                  <a:pt x="10030564" y="37013"/>
                  <a:pt x="9847820" y="45912"/>
                  <a:pt x="9665014" y="41266"/>
                </a:cubicBezTo>
                <a:cubicBezTo>
                  <a:pt x="9560295" y="38460"/>
                  <a:pt x="9467175" y="31066"/>
                  <a:pt x="9382567" y="18583"/>
                </a:cubicBezTo>
                <a:lnTo>
                  <a:pt x="9283159" y="0"/>
                </a:lnTo>
                <a:lnTo>
                  <a:pt x="9469266" y="0"/>
                </a:lnTo>
                <a:lnTo>
                  <a:pt x="9504117" y="4274"/>
                </a:lnTo>
                <a:cubicBezTo>
                  <a:pt x="9555272" y="8689"/>
                  <a:pt x="9609472" y="11637"/>
                  <a:pt x="9667223" y="13232"/>
                </a:cubicBezTo>
                <a:cubicBezTo>
                  <a:pt x="9740740" y="15225"/>
                  <a:pt x="9814266" y="15008"/>
                  <a:pt x="9887703" y="12601"/>
                </a:cubicBezTo>
                <a:lnTo>
                  <a:pt x="10088930" y="0"/>
                </a:lnTo>
                <a:lnTo>
                  <a:pt x="10544171" y="0"/>
                </a:lnTo>
                <a:lnTo>
                  <a:pt x="10392396" y="36772"/>
                </a:lnTo>
                <a:cubicBezTo>
                  <a:pt x="10070832" y="110795"/>
                  <a:pt x="9739873" y="167441"/>
                  <a:pt x="9413803" y="131277"/>
                </a:cubicBezTo>
                <a:cubicBezTo>
                  <a:pt x="9315472" y="120226"/>
                  <a:pt x="9243539" y="84460"/>
                  <a:pt x="9174626" y="44983"/>
                </a:cubicBezTo>
                <a:close/>
                <a:moveTo>
                  <a:pt x="8474998" y="0"/>
                </a:moveTo>
                <a:lnTo>
                  <a:pt x="8573502" y="0"/>
                </a:lnTo>
                <a:lnTo>
                  <a:pt x="8659539" y="117664"/>
                </a:lnTo>
                <a:cubicBezTo>
                  <a:pt x="8833725" y="341427"/>
                  <a:pt x="9029703" y="551148"/>
                  <a:pt x="9248507" y="743734"/>
                </a:cubicBezTo>
                <a:cubicBezTo>
                  <a:pt x="9268744" y="761313"/>
                  <a:pt x="9289217" y="778348"/>
                  <a:pt x="9309457" y="795932"/>
                </a:cubicBezTo>
                <a:cubicBezTo>
                  <a:pt x="9458210" y="686371"/>
                  <a:pt x="9607233" y="585288"/>
                  <a:pt x="9785496" y="530713"/>
                </a:cubicBezTo>
                <a:cubicBezTo>
                  <a:pt x="10009630" y="462073"/>
                  <a:pt x="10250992" y="434854"/>
                  <a:pt x="10482828" y="399738"/>
                </a:cubicBezTo>
                <a:cubicBezTo>
                  <a:pt x="10519933" y="394202"/>
                  <a:pt x="10478550" y="453937"/>
                  <a:pt x="10468382" y="461219"/>
                </a:cubicBezTo>
                <a:cubicBezTo>
                  <a:pt x="10161572" y="688641"/>
                  <a:pt x="9818370" y="924476"/>
                  <a:pt x="9430790" y="895589"/>
                </a:cubicBezTo>
                <a:cubicBezTo>
                  <a:pt x="9617112" y="1044003"/>
                  <a:pt x="9813963" y="1178199"/>
                  <a:pt x="10019780" y="1298815"/>
                </a:cubicBezTo>
                <a:cubicBezTo>
                  <a:pt x="10142151" y="1263712"/>
                  <a:pt x="10256792" y="1186061"/>
                  <a:pt x="10372218" y="1146081"/>
                </a:cubicBezTo>
                <a:cubicBezTo>
                  <a:pt x="10279439" y="901425"/>
                  <a:pt x="10751513" y="443317"/>
                  <a:pt x="10896429" y="310883"/>
                </a:cubicBezTo>
                <a:cubicBezTo>
                  <a:pt x="10907980" y="300321"/>
                  <a:pt x="10927341" y="295643"/>
                  <a:pt x="10919735" y="318176"/>
                </a:cubicBezTo>
                <a:cubicBezTo>
                  <a:pt x="10845552" y="531416"/>
                  <a:pt x="10769057" y="750112"/>
                  <a:pt x="10637064" y="935661"/>
                </a:cubicBezTo>
                <a:cubicBezTo>
                  <a:pt x="10618262" y="961821"/>
                  <a:pt x="10471373" y="1105010"/>
                  <a:pt x="10516995" y="1070245"/>
                </a:cubicBezTo>
                <a:cubicBezTo>
                  <a:pt x="10630585" y="984423"/>
                  <a:pt x="10740230" y="886628"/>
                  <a:pt x="10868835" y="815534"/>
                </a:cubicBezTo>
                <a:cubicBezTo>
                  <a:pt x="11133493" y="669415"/>
                  <a:pt x="11435682" y="612577"/>
                  <a:pt x="11704547" y="465665"/>
                </a:cubicBezTo>
                <a:cubicBezTo>
                  <a:pt x="11748194" y="441649"/>
                  <a:pt x="11962368" y="287033"/>
                  <a:pt x="12033562" y="350012"/>
                </a:cubicBezTo>
                <a:cubicBezTo>
                  <a:pt x="12042008" y="357446"/>
                  <a:pt x="12029170" y="377121"/>
                  <a:pt x="12025537" y="382666"/>
                </a:cubicBezTo>
                <a:cubicBezTo>
                  <a:pt x="11835636" y="694348"/>
                  <a:pt x="11402055" y="895784"/>
                  <a:pt x="11088649" y="1056676"/>
                </a:cubicBezTo>
                <a:cubicBezTo>
                  <a:pt x="10916755" y="1144851"/>
                  <a:pt x="10757473" y="1230645"/>
                  <a:pt x="10561600" y="1229477"/>
                </a:cubicBezTo>
                <a:cubicBezTo>
                  <a:pt x="10456897" y="1228927"/>
                  <a:pt x="10388434" y="1221837"/>
                  <a:pt x="10280797" y="1263181"/>
                </a:cubicBezTo>
                <a:cubicBezTo>
                  <a:pt x="10214114" y="1288380"/>
                  <a:pt x="10149765" y="1312641"/>
                  <a:pt x="10083376" y="1334114"/>
                </a:cubicBezTo>
                <a:cubicBezTo>
                  <a:pt x="10323674" y="1470609"/>
                  <a:pt x="10574467" y="1588379"/>
                  <a:pt x="10832582" y="1687356"/>
                </a:cubicBezTo>
                <a:cubicBezTo>
                  <a:pt x="10835145" y="1685866"/>
                  <a:pt x="10837160" y="1684144"/>
                  <a:pt x="10839263" y="1683743"/>
                </a:cubicBezTo>
                <a:cubicBezTo>
                  <a:pt x="11026680" y="1639479"/>
                  <a:pt x="11198523" y="1559010"/>
                  <a:pt x="11350910" y="1443899"/>
                </a:cubicBezTo>
                <a:cubicBezTo>
                  <a:pt x="11353302" y="1439761"/>
                  <a:pt x="11356166" y="1434532"/>
                  <a:pt x="11360346" y="1429225"/>
                </a:cubicBezTo>
                <a:cubicBezTo>
                  <a:pt x="11568454" y="1154547"/>
                  <a:pt x="11893126" y="995756"/>
                  <a:pt x="12167580" y="789523"/>
                </a:cubicBezTo>
                <a:lnTo>
                  <a:pt x="12192000" y="769876"/>
                </a:lnTo>
                <a:lnTo>
                  <a:pt x="12192000" y="802845"/>
                </a:lnTo>
                <a:lnTo>
                  <a:pt x="12173558" y="821317"/>
                </a:lnTo>
                <a:cubicBezTo>
                  <a:pt x="12156328" y="839775"/>
                  <a:pt x="12135859" y="862655"/>
                  <a:pt x="12117398" y="877374"/>
                </a:cubicBezTo>
                <a:cubicBezTo>
                  <a:pt x="11911342" y="1038644"/>
                  <a:pt x="11659100" y="1158472"/>
                  <a:pt x="11472926" y="1344259"/>
                </a:cubicBezTo>
                <a:cubicBezTo>
                  <a:pt x="11530856" y="1294104"/>
                  <a:pt x="11599815" y="1254410"/>
                  <a:pt x="11666978" y="1215889"/>
                </a:cubicBezTo>
                <a:cubicBezTo>
                  <a:pt x="11680568" y="1208123"/>
                  <a:pt x="11694155" y="1200357"/>
                  <a:pt x="11707200" y="1192361"/>
                </a:cubicBezTo>
                <a:cubicBezTo>
                  <a:pt x="11867081" y="1099094"/>
                  <a:pt x="12010478" y="976320"/>
                  <a:pt x="12144637" y="858646"/>
                </a:cubicBezTo>
                <a:lnTo>
                  <a:pt x="12192000" y="810414"/>
                </a:lnTo>
                <a:lnTo>
                  <a:pt x="12192000" y="916439"/>
                </a:lnTo>
                <a:lnTo>
                  <a:pt x="12150630" y="982925"/>
                </a:lnTo>
                <a:cubicBezTo>
                  <a:pt x="11972246" y="1237618"/>
                  <a:pt x="11719654" y="1416530"/>
                  <a:pt x="11389484" y="1469889"/>
                </a:cubicBezTo>
                <a:cubicBezTo>
                  <a:pt x="11249700" y="1582602"/>
                  <a:pt x="11093517" y="1667134"/>
                  <a:pt x="10923736" y="1721439"/>
                </a:cubicBezTo>
                <a:cubicBezTo>
                  <a:pt x="10979487" y="1741826"/>
                  <a:pt x="11035469" y="1761662"/>
                  <a:pt x="11091913" y="1780406"/>
                </a:cubicBezTo>
                <a:cubicBezTo>
                  <a:pt x="11318237" y="1855623"/>
                  <a:pt x="11544464" y="1908264"/>
                  <a:pt x="11771238" y="1944400"/>
                </a:cubicBezTo>
                <a:cubicBezTo>
                  <a:pt x="11775181" y="1939634"/>
                  <a:pt x="11778904" y="1935410"/>
                  <a:pt x="11783166" y="1931422"/>
                </a:cubicBezTo>
                <a:cubicBezTo>
                  <a:pt x="11885723" y="1797152"/>
                  <a:pt x="11990570" y="1669642"/>
                  <a:pt x="12131988" y="1574357"/>
                </a:cubicBezTo>
                <a:lnTo>
                  <a:pt x="12192000" y="1537429"/>
                </a:lnTo>
                <a:lnTo>
                  <a:pt x="12192000" y="1589108"/>
                </a:lnTo>
                <a:lnTo>
                  <a:pt x="12112105" y="1640352"/>
                </a:lnTo>
                <a:cubicBezTo>
                  <a:pt x="12011319" y="1713959"/>
                  <a:pt x="11928638" y="1801479"/>
                  <a:pt x="11849203" y="1900149"/>
                </a:cubicBezTo>
                <a:cubicBezTo>
                  <a:pt x="11883038" y="1876488"/>
                  <a:pt x="11915071" y="1849494"/>
                  <a:pt x="11946326" y="1822808"/>
                </a:cubicBezTo>
                <a:cubicBezTo>
                  <a:pt x="11980834" y="1792997"/>
                  <a:pt x="12017130" y="1762011"/>
                  <a:pt x="12055863" y="1735914"/>
                </a:cubicBezTo>
                <a:cubicBezTo>
                  <a:pt x="12086678" y="1714840"/>
                  <a:pt x="12119524" y="1696556"/>
                  <a:pt x="12150816" y="1678902"/>
                </a:cubicBezTo>
                <a:lnTo>
                  <a:pt x="12192000" y="1655121"/>
                </a:lnTo>
                <a:lnTo>
                  <a:pt x="12192000" y="1686869"/>
                </a:lnTo>
                <a:lnTo>
                  <a:pt x="12163772" y="1703058"/>
                </a:lnTo>
                <a:cubicBezTo>
                  <a:pt x="12132704" y="1720165"/>
                  <a:pt x="12100405" y="1738677"/>
                  <a:pt x="12070597" y="1758893"/>
                </a:cubicBezTo>
                <a:cubicBezTo>
                  <a:pt x="12033422" y="1784357"/>
                  <a:pt x="11997904" y="1815035"/>
                  <a:pt x="11963621" y="1844299"/>
                </a:cubicBezTo>
                <a:cubicBezTo>
                  <a:pt x="11938421" y="1865816"/>
                  <a:pt x="11913214" y="1887338"/>
                  <a:pt x="11886604" y="1907617"/>
                </a:cubicBezTo>
                <a:cubicBezTo>
                  <a:pt x="11977116" y="1884856"/>
                  <a:pt x="12067233" y="1841647"/>
                  <a:pt x="12153575" y="1786372"/>
                </a:cubicBezTo>
                <a:lnTo>
                  <a:pt x="12192000" y="1759693"/>
                </a:lnTo>
                <a:lnTo>
                  <a:pt x="12192000" y="1809459"/>
                </a:lnTo>
                <a:lnTo>
                  <a:pt x="12121362" y="1857561"/>
                </a:lnTo>
                <a:cubicBezTo>
                  <a:pt x="12048187" y="1902591"/>
                  <a:pt x="11972544" y="1939172"/>
                  <a:pt x="11895949" y="1963079"/>
                </a:cubicBezTo>
                <a:lnTo>
                  <a:pt x="12192000" y="1990579"/>
                </a:lnTo>
                <a:lnTo>
                  <a:pt x="12192000" y="2065582"/>
                </a:lnTo>
                <a:lnTo>
                  <a:pt x="12153918" y="2063926"/>
                </a:lnTo>
                <a:lnTo>
                  <a:pt x="12192000" y="2085104"/>
                </a:lnTo>
                <a:lnTo>
                  <a:pt x="12192000" y="2178471"/>
                </a:lnTo>
                <a:lnTo>
                  <a:pt x="12085355" y="2122457"/>
                </a:lnTo>
                <a:lnTo>
                  <a:pt x="12192000" y="2196158"/>
                </a:lnTo>
                <a:lnTo>
                  <a:pt x="12192000" y="2230374"/>
                </a:lnTo>
                <a:lnTo>
                  <a:pt x="12041237" y="2126309"/>
                </a:lnTo>
                <a:cubicBezTo>
                  <a:pt x="12076493" y="2177612"/>
                  <a:pt x="12124001" y="2222030"/>
                  <a:pt x="12174450" y="2262541"/>
                </a:cubicBezTo>
                <a:lnTo>
                  <a:pt x="12192000" y="2275857"/>
                </a:lnTo>
                <a:lnTo>
                  <a:pt x="12192000" y="2377131"/>
                </a:lnTo>
                <a:lnTo>
                  <a:pt x="12155801" y="2349925"/>
                </a:lnTo>
                <a:cubicBezTo>
                  <a:pt x="12047062" y="2264619"/>
                  <a:pt x="11950704" y="2181979"/>
                  <a:pt x="11930164" y="2041945"/>
                </a:cubicBezTo>
                <a:cubicBezTo>
                  <a:pt x="11807338" y="2027929"/>
                  <a:pt x="11684723" y="2008847"/>
                  <a:pt x="11561767" y="1984479"/>
                </a:cubicBezTo>
                <a:cubicBezTo>
                  <a:pt x="11829168" y="2318516"/>
                  <a:pt x="11916257" y="2737804"/>
                  <a:pt x="11987997" y="3153822"/>
                </a:cubicBezTo>
                <a:cubicBezTo>
                  <a:pt x="11991834" y="3176690"/>
                  <a:pt x="11945766" y="3233800"/>
                  <a:pt x="11926558" y="3203134"/>
                </a:cubicBezTo>
                <a:cubicBezTo>
                  <a:pt x="11688637" y="2826855"/>
                  <a:pt x="11343207" y="2452063"/>
                  <a:pt x="11440430" y="1973028"/>
                </a:cubicBezTo>
                <a:cubicBezTo>
                  <a:pt x="11441503" y="1968973"/>
                  <a:pt x="11443583" y="1964061"/>
                  <a:pt x="11446754" y="1959605"/>
                </a:cubicBezTo>
                <a:cubicBezTo>
                  <a:pt x="11314670" y="1929437"/>
                  <a:pt x="11182797" y="1894208"/>
                  <a:pt x="11050651" y="1850495"/>
                </a:cubicBezTo>
                <a:cubicBezTo>
                  <a:pt x="10825423" y="1775743"/>
                  <a:pt x="10604642" y="1687421"/>
                  <a:pt x="10389960" y="1586232"/>
                </a:cubicBezTo>
                <a:cubicBezTo>
                  <a:pt x="10423849" y="1697796"/>
                  <a:pt x="10481699" y="1805979"/>
                  <a:pt x="10500699" y="1913175"/>
                </a:cubicBezTo>
                <a:cubicBezTo>
                  <a:pt x="10502971" y="1915419"/>
                  <a:pt x="10505550" y="1918445"/>
                  <a:pt x="10507814" y="1920694"/>
                </a:cubicBezTo>
                <a:cubicBezTo>
                  <a:pt x="10511536" y="1916469"/>
                  <a:pt x="10515800" y="1912482"/>
                  <a:pt x="10518908" y="1911226"/>
                </a:cubicBezTo>
                <a:cubicBezTo>
                  <a:pt x="10803133" y="1788841"/>
                  <a:pt x="11118572" y="2264893"/>
                  <a:pt x="11258935" y="2442781"/>
                </a:cubicBezTo>
                <a:cubicBezTo>
                  <a:pt x="11271929" y="2459223"/>
                  <a:pt x="11230610" y="2515770"/>
                  <a:pt x="11211663" y="2510325"/>
                </a:cubicBezTo>
                <a:cubicBezTo>
                  <a:pt x="10952813" y="2437432"/>
                  <a:pt x="10754880" y="2286035"/>
                  <a:pt x="10571295" y="2105302"/>
                </a:cubicBezTo>
                <a:cubicBezTo>
                  <a:pt x="10593939" y="2333141"/>
                  <a:pt x="10477445" y="2625036"/>
                  <a:pt x="10435737" y="2805672"/>
                </a:cubicBezTo>
                <a:cubicBezTo>
                  <a:pt x="10398299" y="2965580"/>
                  <a:pt x="10359478" y="3078554"/>
                  <a:pt x="10206831" y="3151701"/>
                </a:cubicBezTo>
                <a:cubicBezTo>
                  <a:pt x="10193935" y="3157832"/>
                  <a:pt x="10194572" y="3142650"/>
                  <a:pt x="10196482" y="3135084"/>
                </a:cubicBezTo>
                <a:cubicBezTo>
                  <a:pt x="10274073" y="2811909"/>
                  <a:pt x="10304290" y="2478979"/>
                  <a:pt x="10381882" y="2155807"/>
                </a:cubicBezTo>
                <a:cubicBezTo>
                  <a:pt x="10395105" y="2100241"/>
                  <a:pt x="10437104" y="2020803"/>
                  <a:pt x="10439260" y="1962486"/>
                </a:cubicBezTo>
                <a:cubicBezTo>
                  <a:pt x="10439491" y="1961942"/>
                  <a:pt x="10439175" y="1961166"/>
                  <a:pt x="10439409" y="1960615"/>
                </a:cubicBezTo>
                <a:cubicBezTo>
                  <a:pt x="10439475" y="1957427"/>
                  <a:pt x="10440085" y="1954468"/>
                  <a:pt x="10439915" y="1951821"/>
                </a:cubicBezTo>
                <a:cubicBezTo>
                  <a:pt x="10433959" y="1836632"/>
                  <a:pt x="10332627" y="1683636"/>
                  <a:pt x="10314241" y="1556749"/>
                </a:cubicBezTo>
                <a:cubicBezTo>
                  <a:pt x="10313847" y="1554649"/>
                  <a:pt x="10314451" y="1551688"/>
                  <a:pt x="10315061" y="1548729"/>
                </a:cubicBezTo>
                <a:cubicBezTo>
                  <a:pt x="10038413" y="1412938"/>
                  <a:pt x="9774128" y="1254043"/>
                  <a:pt x="9526158" y="1071804"/>
                </a:cubicBezTo>
                <a:cubicBezTo>
                  <a:pt x="9586547" y="1245450"/>
                  <a:pt x="9699054" y="1407035"/>
                  <a:pt x="9758689" y="1585512"/>
                </a:cubicBezTo>
                <a:cubicBezTo>
                  <a:pt x="9851296" y="1860991"/>
                  <a:pt x="9909066" y="2144264"/>
                  <a:pt x="9941392" y="2432858"/>
                </a:cubicBezTo>
                <a:cubicBezTo>
                  <a:pt x="9942776" y="2446319"/>
                  <a:pt x="9898852" y="2512059"/>
                  <a:pt x="9887724" y="2495762"/>
                </a:cubicBezTo>
                <a:cubicBezTo>
                  <a:pt x="9758830" y="2305989"/>
                  <a:pt x="9675953" y="2083557"/>
                  <a:pt x="9587446" y="1872898"/>
                </a:cubicBezTo>
                <a:cubicBezTo>
                  <a:pt x="9504836" y="1675682"/>
                  <a:pt x="9450239" y="1492905"/>
                  <a:pt x="9462810" y="1288346"/>
                </a:cubicBezTo>
                <a:cubicBezTo>
                  <a:pt x="9416080" y="1372857"/>
                  <a:pt x="9368030" y="1457457"/>
                  <a:pt x="9318575" y="1540820"/>
                </a:cubicBezTo>
                <a:cubicBezTo>
                  <a:pt x="9284037" y="1599587"/>
                  <a:pt x="9257140" y="1661598"/>
                  <a:pt x="9191090" y="1688355"/>
                </a:cubicBezTo>
                <a:cubicBezTo>
                  <a:pt x="9186426" y="1690241"/>
                  <a:pt x="9179411" y="1688563"/>
                  <a:pt x="9177757" y="1683354"/>
                </a:cubicBezTo>
                <a:cubicBezTo>
                  <a:pt x="9143528" y="1583238"/>
                  <a:pt x="9220115" y="1420588"/>
                  <a:pt x="9274865" y="1336896"/>
                </a:cubicBezTo>
                <a:cubicBezTo>
                  <a:pt x="9324504" y="1260695"/>
                  <a:pt x="9393212" y="1200294"/>
                  <a:pt x="9478649" y="1173376"/>
                </a:cubicBezTo>
                <a:cubicBezTo>
                  <a:pt x="9479343" y="1171736"/>
                  <a:pt x="9480811" y="1169782"/>
                  <a:pt x="9482281" y="1167830"/>
                </a:cubicBezTo>
                <a:cubicBezTo>
                  <a:pt x="9463542" y="1119335"/>
                  <a:pt x="9448141" y="1069035"/>
                  <a:pt x="9438637" y="1015438"/>
                </a:cubicBezTo>
                <a:cubicBezTo>
                  <a:pt x="9438473" y="1012795"/>
                  <a:pt x="9438847" y="1010377"/>
                  <a:pt x="9439458" y="1007420"/>
                </a:cubicBezTo>
                <a:cubicBezTo>
                  <a:pt x="9356819" y="944106"/>
                  <a:pt x="9275563" y="877509"/>
                  <a:pt x="9197105" y="808882"/>
                </a:cubicBezTo>
                <a:cubicBezTo>
                  <a:pt x="9119732" y="740719"/>
                  <a:pt x="9045390" y="669969"/>
                  <a:pt x="8973607" y="597733"/>
                </a:cubicBezTo>
                <a:cubicBezTo>
                  <a:pt x="9117865" y="988437"/>
                  <a:pt x="9115639" y="1402749"/>
                  <a:pt x="8967512" y="1795211"/>
                </a:cubicBezTo>
                <a:cubicBezTo>
                  <a:pt x="8964595" y="1803635"/>
                  <a:pt x="8922055" y="1866099"/>
                  <a:pt x="8912526" y="1841464"/>
                </a:cubicBezTo>
                <a:cubicBezTo>
                  <a:pt x="8756044" y="1433999"/>
                  <a:pt x="8647107" y="967467"/>
                  <a:pt x="8893391" y="572788"/>
                </a:cubicBezTo>
                <a:cubicBezTo>
                  <a:pt x="8896018" y="568101"/>
                  <a:pt x="8899507" y="564428"/>
                  <a:pt x="8902990" y="560750"/>
                </a:cubicBezTo>
                <a:cubicBezTo>
                  <a:pt x="8907633" y="554349"/>
                  <a:pt x="8913596" y="547863"/>
                  <a:pt x="8919102" y="542471"/>
                </a:cubicBezTo>
                <a:cubicBezTo>
                  <a:pt x="8828814" y="448553"/>
                  <a:pt x="8743025" y="351231"/>
                  <a:pt x="8661728" y="250903"/>
                </a:cubicBezTo>
                <a:close/>
                <a:moveTo>
                  <a:pt x="8357758" y="0"/>
                </a:moveTo>
                <a:lnTo>
                  <a:pt x="8405492" y="0"/>
                </a:lnTo>
                <a:lnTo>
                  <a:pt x="8392083" y="30495"/>
                </a:lnTo>
                <a:cubicBezTo>
                  <a:pt x="8354166" y="121698"/>
                  <a:pt x="8324318" y="217584"/>
                  <a:pt x="8339888" y="306259"/>
                </a:cubicBezTo>
                <a:cubicBezTo>
                  <a:pt x="8364400" y="446040"/>
                  <a:pt x="8455049" y="577127"/>
                  <a:pt x="8473847" y="727373"/>
                </a:cubicBezTo>
                <a:cubicBezTo>
                  <a:pt x="8510300" y="1013846"/>
                  <a:pt x="8488635" y="1326579"/>
                  <a:pt x="8454081" y="1611960"/>
                </a:cubicBezTo>
                <a:cubicBezTo>
                  <a:pt x="8452268" y="1625361"/>
                  <a:pt x="8409518" y="1692886"/>
                  <a:pt x="8396000" y="1663986"/>
                </a:cubicBezTo>
                <a:cubicBezTo>
                  <a:pt x="8190763" y="1233305"/>
                  <a:pt x="8063839" y="818387"/>
                  <a:pt x="8238881" y="368438"/>
                </a:cubicBezTo>
                <a:lnTo>
                  <a:pt x="7668140" y="942511"/>
                </a:lnTo>
                <a:cubicBezTo>
                  <a:pt x="7658137" y="952438"/>
                  <a:pt x="7629107" y="972341"/>
                  <a:pt x="7637853" y="942567"/>
                </a:cubicBezTo>
                <a:cubicBezTo>
                  <a:pt x="7690270" y="771614"/>
                  <a:pt x="7793861" y="624255"/>
                  <a:pt x="7909649" y="489150"/>
                </a:cubicBezTo>
                <a:cubicBezTo>
                  <a:pt x="8010566" y="370919"/>
                  <a:pt x="8112174" y="322520"/>
                  <a:pt x="8256182" y="301724"/>
                </a:cubicBezTo>
                <a:cubicBezTo>
                  <a:pt x="8255907" y="293239"/>
                  <a:pt x="8255408" y="285302"/>
                  <a:pt x="8255912" y="276498"/>
                </a:cubicBezTo>
                <a:cubicBezTo>
                  <a:pt x="8260651" y="221208"/>
                  <a:pt x="8285427" y="155085"/>
                  <a:pt x="8315225" y="89075"/>
                </a:cubicBezTo>
                <a:close/>
                <a:moveTo>
                  <a:pt x="7497388" y="0"/>
                </a:moveTo>
                <a:lnTo>
                  <a:pt x="7560921" y="0"/>
                </a:lnTo>
                <a:lnTo>
                  <a:pt x="7546742" y="68966"/>
                </a:lnTo>
                <a:cubicBezTo>
                  <a:pt x="7513334" y="225436"/>
                  <a:pt x="7494394" y="379659"/>
                  <a:pt x="7488853" y="535687"/>
                </a:cubicBezTo>
                <a:lnTo>
                  <a:pt x="7529509" y="380358"/>
                </a:lnTo>
                <a:cubicBezTo>
                  <a:pt x="7546426" y="316055"/>
                  <a:pt x="7563725" y="249346"/>
                  <a:pt x="7585939" y="184712"/>
                </a:cubicBezTo>
                <a:cubicBezTo>
                  <a:pt x="7597162" y="152119"/>
                  <a:pt x="7609478" y="119997"/>
                  <a:pt x="7621792" y="87864"/>
                </a:cubicBezTo>
                <a:lnTo>
                  <a:pt x="7654204" y="0"/>
                </a:lnTo>
                <a:lnTo>
                  <a:pt x="7683986" y="0"/>
                </a:lnTo>
                <a:lnTo>
                  <a:pt x="7647914" y="97640"/>
                </a:lnTo>
                <a:cubicBezTo>
                  <a:pt x="7635833" y="129221"/>
                  <a:pt x="7623516" y="161350"/>
                  <a:pt x="7612524" y="193392"/>
                </a:cubicBezTo>
                <a:cubicBezTo>
                  <a:pt x="7590775" y="256933"/>
                  <a:pt x="7573702" y="323103"/>
                  <a:pt x="7557013" y="386853"/>
                </a:cubicBezTo>
                <a:lnTo>
                  <a:pt x="7517286" y="539999"/>
                </a:lnTo>
                <a:cubicBezTo>
                  <a:pt x="7579804" y="409054"/>
                  <a:pt x="7648790" y="283748"/>
                  <a:pt x="7704204" y="152292"/>
                </a:cubicBezTo>
                <a:lnTo>
                  <a:pt x="7756975" y="0"/>
                </a:lnTo>
                <a:lnTo>
                  <a:pt x="7837329" y="0"/>
                </a:lnTo>
                <a:lnTo>
                  <a:pt x="7821760" y="65656"/>
                </a:lnTo>
                <a:cubicBezTo>
                  <a:pt x="7739780" y="311007"/>
                  <a:pt x="7576279" y="519263"/>
                  <a:pt x="7488925" y="763628"/>
                </a:cubicBezTo>
                <a:cubicBezTo>
                  <a:pt x="7478308" y="793254"/>
                  <a:pt x="7422482" y="826275"/>
                  <a:pt x="7419999" y="774360"/>
                </a:cubicBezTo>
                <a:cubicBezTo>
                  <a:pt x="7407159" y="524115"/>
                  <a:pt x="7434412" y="279259"/>
                  <a:pt x="7487820" y="37416"/>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cubicBezTo>
                  <a:pt x="6396578" y="1848113"/>
                  <a:pt x="6466739" y="1878148"/>
                  <a:pt x="6537433" y="1907790"/>
                </a:cubicBez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US" sz="1200">
              <a:solidFill>
                <a:prstClr val="white"/>
              </a:solidFill>
              <a:latin typeface="Calibri" panose="020F0502020204030204"/>
            </a:endParaRPr>
          </a:p>
        </p:txBody>
      </p:sp>
      <p:sp useBgFill="1">
        <p:nvSpPr>
          <p:cNvPr id="18" name="Rectangle 17">
            <a:extLst>
              <a:ext uri="{FF2B5EF4-FFF2-40B4-BE49-F238E27FC236}">
                <a16:creationId xmlns:a16="http://schemas.microsoft.com/office/drawing/2014/main" id="{A20AF199-99C2-4569-9CAF-24514AE5E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457199"/>
            <a:ext cx="11277600" cy="5943602"/>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630"/>
            <a:endParaRPr lang="en-US" sz="1200">
              <a:solidFill>
                <a:prstClr val="white"/>
              </a:solidFill>
              <a:latin typeface="Calibri" panose="020F0502020204030204"/>
            </a:endParaRPr>
          </a:p>
        </p:txBody>
      </p:sp>
      <p:sp>
        <p:nvSpPr>
          <p:cNvPr id="2" name="Titre 1">
            <a:extLst>
              <a:ext uri="{FF2B5EF4-FFF2-40B4-BE49-F238E27FC236}">
                <a16:creationId xmlns:a16="http://schemas.microsoft.com/office/drawing/2014/main" id="{BE418D9E-4967-AFE7-FCDF-65E64A1D6CDF}"/>
              </a:ext>
            </a:extLst>
          </p:cNvPr>
          <p:cNvSpPr>
            <a:spLocks noGrp="1"/>
          </p:cNvSpPr>
          <p:nvPr>
            <p:ph type="ctrTitle"/>
          </p:nvPr>
        </p:nvSpPr>
        <p:spPr>
          <a:xfrm>
            <a:off x="1184096" y="3124199"/>
            <a:ext cx="4495801" cy="2286002"/>
          </a:xfrm>
        </p:spPr>
        <p:txBody>
          <a:bodyPr anchor="t">
            <a:normAutofit/>
          </a:bodyPr>
          <a:lstStyle/>
          <a:p>
            <a:pPr algn="l"/>
            <a:r>
              <a:rPr lang="fr-FR" sz="4800" dirty="0">
                <a:solidFill>
                  <a:srgbClr val="3B41C9"/>
                </a:solidFill>
                <a:latin typeface="ADLaM Display" panose="02010000000000000000" pitchFamily="2" charset="0"/>
                <a:ea typeface="ADLaM Display" panose="02010000000000000000" pitchFamily="2" charset="0"/>
                <a:cs typeface="ADLaM Display" panose="02010000000000000000" pitchFamily="2" charset="0"/>
                <a:hlinkClick r:id="rId3"/>
              </a:rPr>
              <a:t>RESULTAT</a:t>
            </a:r>
            <a:endParaRPr lang="fr-ML" sz="4800" dirty="0">
              <a:solidFill>
                <a:srgbClr val="3B41C9"/>
              </a:solidFill>
              <a:latin typeface="ADLaM Display" panose="02010000000000000000" pitchFamily="2" charset="0"/>
              <a:ea typeface="ADLaM Display" panose="02010000000000000000" pitchFamily="2" charset="0"/>
              <a:cs typeface="ADLaM Display" panose="02010000000000000000" pitchFamily="2" charset="0"/>
            </a:endParaRPr>
          </a:p>
        </p:txBody>
      </p:sp>
      <p:pic>
        <p:nvPicPr>
          <p:cNvPr id="5" name="Image 4" descr="Une image contenant capture d’écran, cercle, conception&#10;&#10;Description générée automatiquement">
            <a:hlinkClick r:id="rId4"/>
            <a:extLst>
              <a:ext uri="{FF2B5EF4-FFF2-40B4-BE49-F238E27FC236}">
                <a16:creationId xmlns:a16="http://schemas.microsoft.com/office/drawing/2014/main" id="{C5C4D36E-1D30-3EA0-6D46-E4ACA9DF99EE}"/>
              </a:ext>
            </a:extLst>
          </p:cNvPr>
          <p:cNvPicPr>
            <a:picLocks noChangeAspect="1"/>
          </p:cNvPicPr>
          <p:nvPr/>
        </p:nvPicPr>
        <p:blipFill rotWithShape="1">
          <a:blip r:embed="rId5">
            <a:extLst>
              <a:ext uri="{28A0092B-C50C-407E-A947-70E740481C1C}">
                <a14:useLocalDpi xmlns:a14="http://schemas.microsoft.com/office/drawing/2010/main" val="0"/>
              </a:ext>
            </a:extLst>
          </a:blip>
          <a:srcRect l="3090" r="1402"/>
          <a:stretch/>
        </p:blipFill>
        <p:spPr>
          <a:xfrm>
            <a:off x="6619874" y="990598"/>
            <a:ext cx="4657726" cy="4876800"/>
          </a:xfrm>
          <a:prstGeom prst="rect">
            <a:avLst/>
          </a:prstGeom>
          <a:ln>
            <a:solidFill>
              <a:srgbClr val="3B41C9"/>
            </a:solidFill>
          </a:ln>
        </p:spPr>
      </p:pic>
      <mc:AlternateContent xmlns:mc="http://schemas.openxmlformats.org/markup-compatibility/2006" xmlns:p14="http://schemas.microsoft.com/office/powerpoint/2010/main">
        <mc:Choice Requires="p14">
          <p:contentPart p14:bwMode="auto" r:id="rId6">
            <p14:nvContentPartPr>
              <p14:cNvPr id="4" name="Encre 3">
                <a:extLst>
                  <a:ext uri="{FF2B5EF4-FFF2-40B4-BE49-F238E27FC236}">
                    <a16:creationId xmlns:a16="http://schemas.microsoft.com/office/drawing/2014/main" id="{CC24E6FE-1CFF-8B1E-E873-D2746B9AE983}"/>
                  </a:ext>
                </a:extLst>
              </p14:cNvPr>
              <p14:cNvContentPartPr/>
              <p14:nvPr/>
            </p14:nvContentPartPr>
            <p14:xfrm>
              <a:off x="9075360" y="4723200"/>
              <a:ext cx="240" cy="240"/>
            </p14:xfrm>
          </p:contentPart>
        </mc:Choice>
        <mc:Fallback xmlns="">
          <p:pic>
            <p:nvPicPr>
              <p:cNvPr id="4" name="Encre 3">
                <a:extLst>
                  <a:ext uri="{FF2B5EF4-FFF2-40B4-BE49-F238E27FC236}">
                    <a16:creationId xmlns:a16="http://schemas.microsoft.com/office/drawing/2014/main" id="{CC24E6FE-1CFF-8B1E-E873-D2746B9AE983}"/>
                  </a:ext>
                </a:extLst>
              </p:cNvPr>
              <p:cNvPicPr/>
              <p:nvPr/>
            </p:nvPicPr>
            <p:blipFill>
              <a:blip r:embed="rId7"/>
              <a:stretch>
                <a:fillRect/>
              </a:stretch>
            </p:blipFill>
            <p:spPr>
              <a:xfrm>
                <a:off x="9064800" y="4680960"/>
                <a:ext cx="21120" cy="847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Encre 5">
                <a:extLst>
                  <a:ext uri="{FF2B5EF4-FFF2-40B4-BE49-F238E27FC236}">
                    <a16:creationId xmlns:a16="http://schemas.microsoft.com/office/drawing/2014/main" id="{254382FF-1F3A-0E57-0747-625EE0B7ED86}"/>
                  </a:ext>
                </a:extLst>
              </p14:cNvPr>
              <p14:cNvContentPartPr/>
              <p14:nvPr/>
            </p14:nvContentPartPr>
            <p14:xfrm>
              <a:off x="8906160" y="3962400"/>
              <a:ext cx="240" cy="240"/>
            </p14:xfrm>
          </p:contentPart>
        </mc:Choice>
        <mc:Fallback xmlns="">
          <p:pic>
            <p:nvPicPr>
              <p:cNvPr id="6" name="Encre 5">
                <a:extLst>
                  <a:ext uri="{FF2B5EF4-FFF2-40B4-BE49-F238E27FC236}">
                    <a16:creationId xmlns:a16="http://schemas.microsoft.com/office/drawing/2014/main" id="{254382FF-1F3A-0E57-0747-625EE0B7ED86}"/>
                  </a:ext>
                </a:extLst>
              </p:cNvPr>
              <p:cNvPicPr/>
              <p:nvPr/>
            </p:nvPicPr>
            <p:blipFill>
              <a:blip r:embed="rId7"/>
              <a:stretch>
                <a:fillRect/>
              </a:stretch>
            </p:blipFill>
            <p:spPr>
              <a:xfrm>
                <a:off x="8895600" y="3920160"/>
                <a:ext cx="21120" cy="847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7" name="Encre 6">
                <a:extLst>
                  <a:ext uri="{FF2B5EF4-FFF2-40B4-BE49-F238E27FC236}">
                    <a16:creationId xmlns:a16="http://schemas.microsoft.com/office/drawing/2014/main" id="{03BB72E6-D7E3-B38D-86BF-9390F69DA3D2}"/>
                  </a:ext>
                </a:extLst>
              </p14:cNvPr>
              <p14:cNvContentPartPr/>
              <p14:nvPr/>
            </p14:nvContentPartPr>
            <p14:xfrm>
              <a:off x="8906160" y="3962400"/>
              <a:ext cx="240" cy="240"/>
            </p14:xfrm>
          </p:contentPart>
        </mc:Choice>
        <mc:Fallback xmlns="">
          <p:pic>
            <p:nvPicPr>
              <p:cNvPr id="7" name="Encre 6">
                <a:extLst>
                  <a:ext uri="{FF2B5EF4-FFF2-40B4-BE49-F238E27FC236}">
                    <a16:creationId xmlns:a16="http://schemas.microsoft.com/office/drawing/2014/main" id="{03BB72E6-D7E3-B38D-86BF-9390F69DA3D2}"/>
                  </a:ext>
                </a:extLst>
              </p:cNvPr>
              <p:cNvPicPr/>
              <p:nvPr/>
            </p:nvPicPr>
            <p:blipFill>
              <a:blip r:embed="rId7"/>
              <a:stretch>
                <a:fillRect/>
              </a:stretch>
            </p:blipFill>
            <p:spPr>
              <a:xfrm>
                <a:off x="8895600" y="3920160"/>
                <a:ext cx="21120" cy="847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Encre 7">
                <a:extLst>
                  <a:ext uri="{FF2B5EF4-FFF2-40B4-BE49-F238E27FC236}">
                    <a16:creationId xmlns:a16="http://schemas.microsoft.com/office/drawing/2014/main" id="{308C5BBC-0A31-B218-397E-BEFFB4CB2971}"/>
                  </a:ext>
                </a:extLst>
              </p14:cNvPr>
              <p14:cNvContentPartPr/>
              <p14:nvPr/>
            </p14:nvContentPartPr>
            <p14:xfrm>
              <a:off x="8906160" y="3962400"/>
              <a:ext cx="240" cy="240"/>
            </p14:xfrm>
          </p:contentPart>
        </mc:Choice>
        <mc:Fallback xmlns="">
          <p:pic>
            <p:nvPicPr>
              <p:cNvPr id="8" name="Encre 7">
                <a:extLst>
                  <a:ext uri="{FF2B5EF4-FFF2-40B4-BE49-F238E27FC236}">
                    <a16:creationId xmlns:a16="http://schemas.microsoft.com/office/drawing/2014/main" id="{308C5BBC-0A31-B218-397E-BEFFB4CB2971}"/>
                  </a:ext>
                </a:extLst>
              </p:cNvPr>
              <p:cNvPicPr/>
              <p:nvPr/>
            </p:nvPicPr>
            <p:blipFill>
              <a:blip r:embed="rId7"/>
              <a:stretch>
                <a:fillRect/>
              </a:stretch>
            </p:blipFill>
            <p:spPr>
              <a:xfrm>
                <a:off x="8895600" y="3920160"/>
                <a:ext cx="21120" cy="847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 name="Encre 8">
                <a:extLst>
                  <a:ext uri="{FF2B5EF4-FFF2-40B4-BE49-F238E27FC236}">
                    <a16:creationId xmlns:a16="http://schemas.microsoft.com/office/drawing/2014/main" id="{7825FFCF-50AB-E5A7-A589-DF0FA99F7137}"/>
                  </a:ext>
                </a:extLst>
              </p14:cNvPr>
              <p14:cNvContentPartPr/>
              <p14:nvPr/>
            </p14:nvContentPartPr>
            <p14:xfrm>
              <a:off x="8906160" y="3962400"/>
              <a:ext cx="240" cy="240"/>
            </p14:xfrm>
          </p:contentPart>
        </mc:Choice>
        <mc:Fallback xmlns="">
          <p:pic>
            <p:nvPicPr>
              <p:cNvPr id="9" name="Encre 8">
                <a:extLst>
                  <a:ext uri="{FF2B5EF4-FFF2-40B4-BE49-F238E27FC236}">
                    <a16:creationId xmlns:a16="http://schemas.microsoft.com/office/drawing/2014/main" id="{7825FFCF-50AB-E5A7-A589-DF0FA99F7137}"/>
                  </a:ext>
                </a:extLst>
              </p:cNvPr>
              <p:cNvPicPr/>
              <p:nvPr/>
            </p:nvPicPr>
            <p:blipFill>
              <a:blip r:embed="rId7"/>
              <a:stretch>
                <a:fillRect/>
              </a:stretch>
            </p:blipFill>
            <p:spPr>
              <a:xfrm>
                <a:off x="8895600" y="3920160"/>
                <a:ext cx="21120" cy="84720"/>
              </a:xfrm>
              <a:prstGeom prst="rect">
                <a:avLst/>
              </a:prstGeom>
            </p:spPr>
          </p:pic>
        </mc:Fallback>
      </mc:AlternateContent>
      <p:sp>
        <p:nvSpPr>
          <p:cNvPr id="3" name="Espace réservé du numéro de diapositive 4">
            <a:extLst>
              <a:ext uri="{FF2B5EF4-FFF2-40B4-BE49-F238E27FC236}">
                <a16:creationId xmlns:a16="http://schemas.microsoft.com/office/drawing/2014/main" id="{47330E0F-A986-6050-DFFA-163CA26B46E8}"/>
              </a:ext>
            </a:extLst>
          </p:cNvPr>
          <p:cNvSpPr>
            <a:spLocks noGrp="1"/>
          </p:cNvSpPr>
          <p:nvPr>
            <p:ph type="sldNum" sz="quarter" idx="12"/>
          </p:nvPr>
        </p:nvSpPr>
        <p:spPr>
          <a:xfrm>
            <a:off x="5185004" y="5312546"/>
            <a:ext cx="723492" cy="500106"/>
          </a:xfrm>
          <a:prstGeom prst="ellipse">
            <a:avLst/>
          </a:prstGeom>
          <a:ln>
            <a:solidFill>
              <a:srgbClr val="0070C0"/>
            </a:solidFill>
          </a:ln>
        </p:spPr>
        <p:style>
          <a:lnRef idx="2">
            <a:schemeClr val="accent2"/>
          </a:lnRef>
          <a:fillRef idx="1">
            <a:schemeClr val="lt1"/>
          </a:fillRef>
          <a:effectRef idx="0">
            <a:schemeClr val="accent2"/>
          </a:effectRef>
          <a:fontRef idx="minor">
            <a:schemeClr val="dk1"/>
          </a:fontRef>
        </p:style>
        <p:txBody>
          <a:bodyPr/>
          <a:lstStyle/>
          <a:p>
            <a:r>
              <a:rPr lang="fr-ML" sz="2000" b="1" dirty="0">
                <a:solidFill>
                  <a:srgbClr val="002060"/>
                </a:solidFill>
                <a:latin typeface="Nunito Sans Black" pitchFamily="2" charset="0"/>
              </a:rPr>
              <a:t>21</a:t>
            </a:r>
          </a:p>
        </p:txBody>
      </p:sp>
    </p:spTree>
    <p:extLst>
      <p:ext uri="{BB962C8B-B14F-4D97-AF65-F5344CB8AC3E}">
        <p14:creationId xmlns:p14="http://schemas.microsoft.com/office/powerpoint/2010/main" val="2481908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a:off x="0" y="0"/>
            <a:ext cx="12191997" cy="231350"/>
          </a:xfrm>
          <a:custGeom>
            <a:avLst/>
            <a:gdLst/>
            <a:ahLst/>
            <a:cxnLst/>
            <a:rect l="l" t="t" r="r" b="b"/>
            <a:pathLst>
              <a:path w="4816592" h="91397">
                <a:moveTo>
                  <a:pt x="0" y="0"/>
                </a:moveTo>
                <a:lnTo>
                  <a:pt x="4816592" y="0"/>
                </a:lnTo>
                <a:lnTo>
                  <a:pt x="4816592" y="91397"/>
                </a:lnTo>
                <a:lnTo>
                  <a:pt x="0" y="91397"/>
                </a:lnTo>
                <a:close/>
              </a:path>
            </a:pathLst>
          </a:custGeom>
          <a:solidFill>
            <a:srgbClr val="3B41C9"/>
          </a:solidFill>
        </p:spPr>
        <p:txBody>
          <a:bodyPr/>
          <a:lstStyle/>
          <a:p>
            <a:endParaRPr lang="fr-FR"/>
          </a:p>
        </p:txBody>
      </p:sp>
      <p:sp>
        <p:nvSpPr>
          <p:cNvPr id="7" name="Freeform 7"/>
          <p:cNvSpPr/>
          <p:nvPr/>
        </p:nvSpPr>
        <p:spPr>
          <a:xfrm>
            <a:off x="0" y="6626650"/>
            <a:ext cx="12191997" cy="231350"/>
          </a:xfrm>
          <a:custGeom>
            <a:avLst/>
            <a:gdLst/>
            <a:ahLst/>
            <a:cxnLst/>
            <a:rect l="l" t="t" r="r" b="b"/>
            <a:pathLst>
              <a:path w="4816592" h="91397">
                <a:moveTo>
                  <a:pt x="0" y="0"/>
                </a:moveTo>
                <a:lnTo>
                  <a:pt x="4816592" y="0"/>
                </a:lnTo>
                <a:lnTo>
                  <a:pt x="4816592" y="91397"/>
                </a:lnTo>
                <a:lnTo>
                  <a:pt x="0" y="91397"/>
                </a:lnTo>
                <a:close/>
              </a:path>
            </a:pathLst>
          </a:custGeom>
          <a:solidFill>
            <a:srgbClr val="3B41C9"/>
          </a:solidFill>
        </p:spPr>
        <p:txBody>
          <a:bodyPr/>
          <a:lstStyle/>
          <a:p>
            <a:endParaRPr lang="fr-FR"/>
          </a:p>
        </p:txBody>
      </p:sp>
      <p:sp>
        <p:nvSpPr>
          <p:cNvPr id="15" name="TextBox 15"/>
          <p:cNvSpPr txBox="1"/>
          <p:nvPr/>
        </p:nvSpPr>
        <p:spPr>
          <a:xfrm>
            <a:off x="2383582" y="564465"/>
            <a:ext cx="7424831" cy="833562"/>
          </a:xfrm>
          <a:prstGeom prst="rect">
            <a:avLst/>
          </a:prstGeom>
        </p:spPr>
        <p:txBody>
          <a:bodyPr lIns="0" tIns="0" rIns="0" bIns="0" rtlCol="0" anchor="t">
            <a:spAutoFit/>
          </a:bodyPr>
          <a:lstStyle/>
          <a:p>
            <a:pPr algn="ctr" defTabSz="609630">
              <a:lnSpc>
                <a:spcPts val="6506"/>
              </a:lnSpc>
            </a:pPr>
            <a:r>
              <a:rPr lang="en-US" sz="6081" dirty="0">
                <a:solidFill>
                  <a:srgbClr val="3B41C9"/>
                </a:solidFill>
                <a:latin typeface="ADLaM Display" panose="02010000000000000000" pitchFamily="2" charset="0"/>
                <a:ea typeface="ADLaM Display" panose="02010000000000000000" pitchFamily="2" charset="0"/>
                <a:cs typeface="ADLaM Display" panose="02010000000000000000" pitchFamily="2" charset="0"/>
              </a:rPr>
              <a:t>Conclusion</a:t>
            </a:r>
          </a:p>
        </p:txBody>
      </p:sp>
      <p:pic>
        <p:nvPicPr>
          <p:cNvPr id="5" name="Image 4" descr="Une image contenant dessin, clipart, Dessin d’enfant, dessin humoristique">
            <a:extLst>
              <a:ext uri="{FF2B5EF4-FFF2-40B4-BE49-F238E27FC236}">
                <a16:creationId xmlns:a16="http://schemas.microsoft.com/office/drawing/2014/main" id="{5F5C1087-3CAD-AAC8-E10A-77516A3012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66686" y="1398027"/>
            <a:ext cx="5077463" cy="5077463"/>
          </a:xfrm>
          <a:prstGeom prst="rect">
            <a:avLst/>
          </a:prstGeom>
        </p:spPr>
      </p:pic>
      <p:sp>
        <p:nvSpPr>
          <p:cNvPr id="2" name="Espace réservé du numéro de diapositive 4">
            <a:extLst>
              <a:ext uri="{FF2B5EF4-FFF2-40B4-BE49-F238E27FC236}">
                <a16:creationId xmlns:a16="http://schemas.microsoft.com/office/drawing/2014/main" id="{E641151C-C838-56E4-ECF7-199698538CD1}"/>
              </a:ext>
            </a:extLst>
          </p:cNvPr>
          <p:cNvSpPr>
            <a:spLocks noGrp="1"/>
          </p:cNvSpPr>
          <p:nvPr>
            <p:ph type="sldNum" sz="quarter" idx="12"/>
          </p:nvPr>
        </p:nvSpPr>
        <p:spPr>
          <a:xfrm>
            <a:off x="5734251" y="6043482"/>
            <a:ext cx="723492" cy="500106"/>
          </a:xfrm>
          <a:prstGeom prst="ellipse">
            <a:avLst/>
          </a:prstGeom>
          <a:ln>
            <a:solidFill>
              <a:srgbClr val="0070C0"/>
            </a:solidFill>
          </a:ln>
        </p:spPr>
        <p:style>
          <a:lnRef idx="2">
            <a:schemeClr val="accent2"/>
          </a:lnRef>
          <a:fillRef idx="1">
            <a:schemeClr val="lt1"/>
          </a:fillRef>
          <a:effectRef idx="0">
            <a:schemeClr val="accent2"/>
          </a:effectRef>
          <a:fontRef idx="minor">
            <a:schemeClr val="dk1"/>
          </a:fontRef>
        </p:style>
        <p:txBody>
          <a:bodyPr/>
          <a:lstStyle/>
          <a:p>
            <a:r>
              <a:rPr lang="fr-ML" sz="2000" b="1" dirty="0">
                <a:solidFill>
                  <a:srgbClr val="002060"/>
                </a:solidFill>
                <a:latin typeface="Nunito Sans Black" pitchFamily="2" charset="0"/>
              </a:rPr>
              <a:t>22</a:t>
            </a:r>
          </a:p>
        </p:txBody>
      </p:sp>
      <p:sp>
        <p:nvSpPr>
          <p:cNvPr id="3" name="ZoneTexte 2">
            <a:extLst>
              <a:ext uri="{FF2B5EF4-FFF2-40B4-BE49-F238E27FC236}">
                <a16:creationId xmlns:a16="http://schemas.microsoft.com/office/drawing/2014/main" id="{28E72A1B-1DDC-F761-0E5E-0B455BDD5DB5}"/>
              </a:ext>
            </a:extLst>
          </p:cNvPr>
          <p:cNvSpPr txBox="1"/>
          <p:nvPr/>
        </p:nvSpPr>
        <p:spPr>
          <a:xfrm>
            <a:off x="370390" y="1795530"/>
            <a:ext cx="6562845" cy="3808478"/>
          </a:xfrm>
          <a:prstGeom prst="rect">
            <a:avLst/>
          </a:prstGeom>
          <a:noFill/>
        </p:spPr>
        <p:txBody>
          <a:bodyPr wrap="square" rtlCol="0">
            <a:spAutoFit/>
          </a:bodyPr>
          <a:lstStyle/>
          <a:p>
            <a:pPr>
              <a:lnSpc>
                <a:spcPct val="250000"/>
              </a:lnSpc>
            </a:pPr>
            <a:r>
              <a:rPr lang="fr-FR" sz="2000" dirty="0">
                <a:latin typeface="ADLaM Display" panose="02010000000000000000" pitchFamily="2" charset="0"/>
                <a:ea typeface="ADLaM Display" panose="02010000000000000000" pitchFamily="2" charset="0"/>
                <a:cs typeface="ADLaM Display" panose="02010000000000000000" pitchFamily="2" charset="0"/>
              </a:rPr>
              <a:t>Automatisation et regroupement des tâches RH </a:t>
            </a:r>
          </a:p>
          <a:p>
            <a:pPr>
              <a:lnSpc>
                <a:spcPct val="250000"/>
              </a:lnSpc>
            </a:pPr>
            <a:r>
              <a:rPr lang="fr-FR" sz="2000" dirty="0">
                <a:latin typeface="ADLaM Display" panose="02010000000000000000" pitchFamily="2" charset="0"/>
                <a:ea typeface="ADLaM Display" panose="02010000000000000000" pitchFamily="2" charset="0"/>
                <a:cs typeface="ADLaM Display" panose="02010000000000000000" pitchFamily="2" charset="0"/>
              </a:rPr>
              <a:t>Optimisation de l'efficacité </a:t>
            </a:r>
          </a:p>
          <a:p>
            <a:pPr>
              <a:lnSpc>
                <a:spcPct val="250000"/>
              </a:lnSpc>
            </a:pPr>
            <a:r>
              <a:rPr lang="fr-FR" sz="2000" kern="0" dirty="0">
                <a:effectLst/>
                <a:latin typeface="ADLaM Display" panose="02010000000000000000" pitchFamily="2" charset="0"/>
                <a:ea typeface="ADLaM Display" panose="02010000000000000000" pitchFamily="2" charset="0"/>
                <a:cs typeface="ADLaM Display" panose="02010000000000000000" pitchFamily="2" charset="0"/>
              </a:rPr>
              <a:t>Réduction des erreurs humaines </a:t>
            </a:r>
          </a:p>
          <a:p>
            <a:pPr>
              <a:lnSpc>
                <a:spcPct val="250000"/>
              </a:lnSpc>
            </a:pPr>
            <a:r>
              <a:rPr lang="fr-FR" sz="2000" kern="0" dirty="0">
                <a:effectLst/>
                <a:latin typeface="ADLaM Display" panose="02010000000000000000" pitchFamily="2" charset="0"/>
                <a:ea typeface="ADLaM Display" panose="02010000000000000000" pitchFamily="2" charset="0"/>
                <a:cs typeface="ADLaM Display" panose="02010000000000000000" pitchFamily="2" charset="0"/>
              </a:rPr>
              <a:t>Adaptation aux besoins spécifiques de la BIM SA </a:t>
            </a:r>
            <a:endParaRPr lang="fr-FR" sz="2000" kern="0" dirty="0">
              <a:latin typeface="ADLaM Display" panose="02010000000000000000" pitchFamily="2" charset="0"/>
              <a:ea typeface="ADLaM Display" panose="02010000000000000000" pitchFamily="2" charset="0"/>
              <a:cs typeface="ADLaM Display" panose="02010000000000000000" pitchFamily="2" charset="0"/>
            </a:endParaRPr>
          </a:p>
          <a:p>
            <a:pPr>
              <a:lnSpc>
                <a:spcPct val="250000"/>
              </a:lnSpc>
            </a:pPr>
            <a:r>
              <a:rPr lang="fr-FR" sz="2000" kern="0" dirty="0">
                <a:effectLst/>
                <a:latin typeface="ADLaM Display" panose="02010000000000000000" pitchFamily="2" charset="0"/>
                <a:ea typeface="ADLaM Display" panose="02010000000000000000" pitchFamily="2" charset="0"/>
                <a:cs typeface="ADLaM Display" panose="02010000000000000000" pitchFamily="2" charset="0"/>
              </a:rPr>
              <a:t>Sécurité des données </a:t>
            </a:r>
            <a:endParaRPr lang="fr-FR" sz="2000" dirty="0">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11726009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anim calcmode="lin" valueType="num">
                                      <p:cBhvr>
                                        <p:cTn id="14" dur="1000" fill="hold"/>
                                        <p:tgtEl>
                                          <p:spTgt spid="3"/>
                                        </p:tgtEl>
                                        <p:attrNameLst>
                                          <p:attrName>ppt_x</p:attrName>
                                        </p:attrNameLst>
                                      </p:cBhvr>
                                      <p:tavLst>
                                        <p:tav tm="0">
                                          <p:val>
                                            <p:strVal val="#ppt_x"/>
                                          </p:val>
                                        </p:tav>
                                        <p:tav tm="100000">
                                          <p:val>
                                            <p:strVal val="#ppt_x"/>
                                          </p:val>
                                        </p:tav>
                                      </p:tavLst>
                                    </p:anim>
                                    <p:anim calcmode="lin" valueType="num">
                                      <p:cBhvr>
                                        <p:cTn id="15" dur="1000" fill="hold"/>
                                        <p:tgtEl>
                                          <p:spTgt spid="3"/>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Rectangle : coins arrondis 54">
            <a:extLst>
              <a:ext uri="{FF2B5EF4-FFF2-40B4-BE49-F238E27FC236}">
                <a16:creationId xmlns:a16="http://schemas.microsoft.com/office/drawing/2014/main" id="{54A5AFA3-50F4-42AB-86C8-E3D42DECEBCD}"/>
              </a:ext>
            </a:extLst>
          </p:cNvPr>
          <p:cNvSpPr/>
          <p:nvPr/>
        </p:nvSpPr>
        <p:spPr>
          <a:xfrm>
            <a:off x="1543354" y="1299509"/>
            <a:ext cx="9459688" cy="3301368"/>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ML"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8C3CA10B-3B15-47F1-9D17-A13D0952116C}"/>
              </a:ext>
            </a:extLst>
          </p:cNvPr>
          <p:cNvSpPr txBox="1"/>
          <p:nvPr/>
        </p:nvSpPr>
        <p:spPr>
          <a:xfrm>
            <a:off x="4052409" y="-170410"/>
            <a:ext cx="4087182" cy="1754326"/>
          </a:xfrm>
          <a:prstGeom prst="rect">
            <a:avLst/>
          </a:prstGeom>
          <a:noFill/>
        </p:spPr>
        <p:txBody>
          <a:bodyPr wrap="square" rtlCol="0">
            <a:spAutoFit/>
          </a:bodyPr>
          <a:lstStyle>
            <a:defPPr>
              <a:defRPr lang="en-US"/>
            </a:defPPr>
            <a:lvl1pPr algn="ctr">
              <a:defRPr sz="8000">
                <a:latin typeface="Concert One" pitchFamily="2" charset="0"/>
                <a:cs typeface="Consolas" panose="020B0609020204030204" pitchFamily="49" charset="0"/>
              </a:defRPr>
            </a:lvl1pPr>
          </a:lstStyle>
          <a:p>
            <a:pPr lvl="0"/>
            <a:r>
              <a:rPr lang="en-US" sz="5400" dirty="0">
                <a:solidFill>
                  <a:prstClr val="black"/>
                </a:solidFill>
                <a:latin typeface="Times New Roman" panose="02020603050405020304" pitchFamily="18" charset="0"/>
                <a:cs typeface="Times New Roman" panose="02020603050405020304" pitchFamily="18" charset="0"/>
              </a:rPr>
              <a:t>Les acquis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0" name="Rectangle: Rounded Corners 9">
            <a:extLst>
              <a:ext uri="{FF2B5EF4-FFF2-40B4-BE49-F238E27FC236}">
                <a16:creationId xmlns:a16="http://schemas.microsoft.com/office/drawing/2014/main" id="{343FCFDF-651F-40F7-9644-D4A3B8779813}"/>
              </a:ext>
            </a:extLst>
          </p:cNvPr>
          <p:cNvSpPr/>
          <p:nvPr/>
        </p:nvSpPr>
        <p:spPr>
          <a:xfrm>
            <a:off x="5514849" y="626007"/>
            <a:ext cx="1516758" cy="88813"/>
          </a:xfrm>
          <a:prstGeom prst="roundRect">
            <a:avLst>
              <a:gd name="adj" fmla="val 50000"/>
            </a:avLst>
          </a:prstGeom>
          <a:solidFill>
            <a:srgbClr val="2261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 name="TextBox 20">
            <a:extLst>
              <a:ext uri="{FF2B5EF4-FFF2-40B4-BE49-F238E27FC236}">
                <a16:creationId xmlns:a16="http://schemas.microsoft.com/office/drawing/2014/main" id="{68026DA2-5FE9-42F2-AA5B-886F1028299F}"/>
              </a:ext>
            </a:extLst>
          </p:cNvPr>
          <p:cNvSpPr txBox="1"/>
          <p:nvPr/>
        </p:nvSpPr>
        <p:spPr>
          <a:xfrm>
            <a:off x="1646587" y="3817770"/>
            <a:ext cx="1186222" cy="461665"/>
          </a:xfrm>
          <a:prstGeom prst="rect">
            <a:avLst/>
          </a:prstGeom>
          <a:noFill/>
        </p:spPr>
        <p:txBody>
          <a:bodyPr wrap="square" rtlCol="0">
            <a:spAutoFit/>
          </a:bodyPr>
          <a:lstStyle>
            <a:defPPr>
              <a:defRPr lang="en-US"/>
            </a:defPPr>
            <a:lvl1pPr>
              <a:defRPr sz="2800" b="1">
                <a:solidFill>
                  <a:srgbClr val="1C4FB6"/>
                </a:solidFill>
                <a:latin typeface="Concert One"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400" b="1" i="0" u="none" strike="noStrike" kern="1200" cap="none" spc="0" normalizeH="0" baseline="0" noProof="0" dirty="0">
                <a:ln>
                  <a:noFill/>
                </a:ln>
                <a:solidFill>
                  <a:srgbClr val="1C4FB6"/>
                </a:solidFill>
                <a:effectLst/>
                <a:uLnTx/>
                <a:uFillTx/>
                <a:latin typeface="Concert One" pitchFamily="2" charset="0"/>
                <a:ea typeface="+mn-ea"/>
                <a:cs typeface="+mn-cs"/>
              </a:rPr>
              <a:t>Analyse</a:t>
            </a:r>
          </a:p>
        </p:txBody>
      </p:sp>
      <p:sp>
        <p:nvSpPr>
          <p:cNvPr id="24" name="TextBox 23">
            <a:extLst>
              <a:ext uri="{FF2B5EF4-FFF2-40B4-BE49-F238E27FC236}">
                <a16:creationId xmlns:a16="http://schemas.microsoft.com/office/drawing/2014/main" id="{444EF3AF-036F-42FA-AE20-02F356CD8DF9}"/>
              </a:ext>
            </a:extLst>
          </p:cNvPr>
          <p:cNvSpPr txBox="1"/>
          <p:nvPr/>
        </p:nvSpPr>
        <p:spPr>
          <a:xfrm>
            <a:off x="4071686" y="3814088"/>
            <a:ext cx="1638975" cy="461665"/>
          </a:xfrm>
          <a:prstGeom prst="rect">
            <a:avLst/>
          </a:prstGeom>
          <a:noFill/>
        </p:spPr>
        <p:txBody>
          <a:bodyPr wrap="square" rtlCol="0">
            <a:spAutoFit/>
          </a:bodyPr>
          <a:lstStyle>
            <a:defPPr>
              <a:defRPr lang="en-US"/>
            </a:defPPr>
            <a:lvl1pPr>
              <a:defRPr sz="2400" b="1">
                <a:solidFill>
                  <a:srgbClr val="1C4FB6"/>
                </a:solidFill>
                <a:latin typeface="Concert One"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C4FB6"/>
                </a:solidFill>
                <a:effectLst/>
                <a:uLnTx/>
                <a:uFillTx/>
                <a:latin typeface="Concert One" pitchFamily="2" charset="0"/>
                <a:ea typeface="+mn-ea"/>
                <a:cs typeface="+mn-cs"/>
              </a:rPr>
              <a:t>Conception</a:t>
            </a:r>
          </a:p>
        </p:txBody>
      </p:sp>
      <p:sp>
        <p:nvSpPr>
          <p:cNvPr id="27" name="TextBox 26">
            <a:extLst>
              <a:ext uri="{FF2B5EF4-FFF2-40B4-BE49-F238E27FC236}">
                <a16:creationId xmlns:a16="http://schemas.microsoft.com/office/drawing/2014/main" id="{1558872D-197A-4D58-89E5-EECB1ED68AE0}"/>
              </a:ext>
            </a:extLst>
          </p:cNvPr>
          <p:cNvSpPr txBox="1"/>
          <p:nvPr/>
        </p:nvSpPr>
        <p:spPr>
          <a:xfrm>
            <a:off x="6272077" y="3796374"/>
            <a:ext cx="235265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1200" cap="none" spc="0" normalizeH="0" baseline="0" noProof="0" dirty="0">
                <a:ln>
                  <a:noFill/>
                </a:ln>
                <a:solidFill>
                  <a:srgbClr val="1C4FB6"/>
                </a:solidFill>
                <a:effectLst/>
                <a:uLnTx/>
                <a:uFillTx/>
                <a:latin typeface="Concert One" pitchFamily="2" charset="0"/>
                <a:ea typeface="+mn-ea"/>
                <a:cs typeface="+mn-cs"/>
              </a:rPr>
              <a:t>Développement</a:t>
            </a:r>
          </a:p>
        </p:txBody>
      </p:sp>
      <p:sp>
        <p:nvSpPr>
          <p:cNvPr id="30" name="TextBox 29">
            <a:extLst>
              <a:ext uri="{FF2B5EF4-FFF2-40B4-BE49-F238E27FC236}">
                <a16:creationId xmlns:a16="http://schemas.microsoft.com/office/drawing/2014/main" id="{8B2BB816-F051-4269-8189-8CAA2BE31BB5}"/>
              </a:ext>
            </a:extLst>
          </p:cNvPr>
          <p:cNvSpPr txBox="1"/>
          <p:nvPr/>
        </p:nvSpPr>
        <p:spPr>
          <a:xfrm>
            <a:off x="9194859" y="3793087"/>
            <a:ext cx="152122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C4FB6"/>
                </a:solidFill>
                <a:effectLst/>
                <a:uLnTx/>
                <a:uFillTx/>
                <a:latin typeface="Concert One" pitchFamily="2" charset="0"/>
                <a:ea typeface="+mn-ea"/>
                <a:cs typeface="+mn-cs"/>
              </a:rPr>
              <a:t>Redaction</a:t>
            </a:r>
          </a:p>
        </p:txBody>
      </p:sp>
      <p:grpSp>
        <p:nvGrpSpPr>
          <p:cNvPr id="4" name="Group 3">
            <a:extLst>
              <a:ext uri="{FF2B5EF4-FFF2-40B4-BE49-F238E27FC236}">
                <a16:creationId xmlns:a16="http://schemas.microsoft.com/office/drawing/2014/main" id="{818B9912-C5DB-442B-B17A-7D2405D7B1B6}"/>
              </a:ext>
            </a:extLst>
          </p:cNvPr>
          <p:cNvGrpSpPr/>
          <p:nvPr/>
        </p:nvGrpSpPr>
        <p:grpSpPr>
          <a:xfrm>
            <a:off x="1513070" y="1908743"/>
            <a:ext cx="1372492" cy="1406291"/>
            <a:chOff x="4931721" y="2111053"/>
            <a:chExt cx="2074999" cy="2044877"/>
          </a:xfrm>
        </p:grpSpPr>
        <p:sp>
          <p:nvSpPr>
            <p:cNvPr id="5" name="Oval 4">
              <a:extLst>
                <a:ext uri="{FF2B5EF4-FFF2-40B4-BE49-F238E27FC236}">
                  <a16:creationId xmlns:a16="http://schemas.microsoft.com/office/drawing/2014/main" id="{69E5801D-0D5D-4EF4-8161-1F72A3E87F7D}"/>
                </a:ext>
              </a:extLst>
            </p:cNvPr>
            <p:cNvSpPr/>
            <p:nvPr/>
          </p:nvSpPr>
          <p:spPr>
            <a:xfrm>
              <a:off x="5298101" y="2487536"/>
              <a:ext cx="1342240" cy="1289808"/>
            </a:xfrm>
            <a:prstGeom prst="ellipse">
              <a:avLst/>
            </a:prstGeom>
            <a:solidFill>
              <a:schemeClr val="bg1"/>
            </a:solidFill>
            <a:ln w="57150" cap="flat" cmpd="sng">
              <a:solidFill>
                <a:schemeClr val="tx1">
                  <a:lumMod val="75000"/>
                  <a:lumOff val="25000"/>
                </a:scheme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Google Shape;10324;p62">
              <a:extLst>
                <a:ext uri="{FF2B5EF4-FFF2-40B4-BE49-F238E27FC236}">
                  <a16:creationId xmlns:a16="http://schemas.microsoft.com/office/drawing/2014/main" id="{D636F0F5-7ED0-4BFD-A96E-77546565446D}"/>
                </a:ext>
              </a:extLst>
            </p:cNvPr>
            <p:cNvSpPr/>
            <p:nvPr/>
          </p:nvSpPr>
          <p:spPr>
            <a:xfrm>
              <a:off x="4931721" y="2111053"/>
              <a:ext cx="2074999" cy="2044877"/>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solidFill>
              <a:srgbClr val="205ACE"/>
            </a:solidFill>
            <a:ln w="2857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w="38100">
                  <a:solidFill>
                    <a:prstClr val="black"/>
                  </a:solidFill>
                </a:ln>
                <a:solidFill>
                  <a:srgbClr val="000000"/>
                </a:solidFill>
                <a:effectLst/>
                <a:uLnTx/>
                <a:uFillTx/>
                <a:latin typeface="Arial"/>
                <a:ea typeface="+mn-ea"/>
                <a:cs typeface="Arial"/>
                <a:sym typeface="Arial"/>
              </a:endParaRPr>
            </a:p>
          </p:txBody>
        </p:sp>
      </p:grpSp>
      <p:grpSp>
        <p:nvGrpSpPr>
          <p:cNvPr id="3" name="Group 2">
            <a:extLst>
              <a:ext uri="{FF2B5EF4-FFF2-40B4-BE49-F238E27FC236}">
                <a16:creationId xmlns:a16="http://schemas.microsoft.com/office/drawing/2014/main" id="{56F45EDE-63EB-42E2-B065-8665B429F01C}"/>
              </a:ext>
            </a:extLst>
          </p:cNvPr>
          <p:cNvGrpSpPr/>
          <p:nvPr/>
        </p:nvGrpSpPr>
        <p:grpSpPr>
          <a:xfrm>
            <a:off x="4103420" y="1937847"/>
            <a:ext cx="1385187" cy="1384681"/>
            <a:chOff x="3693598" y="2368187"/>
            <a:chExt cx="1633004" cy="1576647"/>
          </a:xfrm>
        </p:grpSpPr>
        <p:sp>
          <p:nvSpPr>
            <p:cNvPr id="12" name="Oval 11">
              <a:extLst>
                <a:ext uri="{FF2B5EF4-FFF2-40B4-BE49-F238E27FC236}">
                  <a16:creationId xmlns:a16="http://schemas.microsoft.com/office/drawing/2014/main" id="{38F389CF-161D-4CE2-8972-90EDC1806910}"/>
                </a:ext>
              </a:extLst>
            </p:cNvPr>
            <p:cNvSpPr/>
            <p:nvPr/>
          </p:nvSpPr>
          <p:spPr>
            <a:xfrm>
              <a:off x="3981935" y="2658464"/>
              <a:ext cx="1056328" cy="994471"/>
            </a:xfrm>
            <a:prstGeom prst="ellipse">
              <a:avLst/>
            </a:prstGeom>
            <a:solidFill>
              <a:schemeClr val="bg1"/>
            </a:solidFill>
            <a:ln w="57150" cap="flat" cmpd="sng">
              <a:solidFill>
                <a:schemeClr val="tx1">
                  <a:lumMod val="75000"/>
                  <a:lumOff val="25000"/>
                </a:scheme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Google Shape;10324;p62">
              <a:extLst>
                <a:ext uri="{FF2B5EF4-FFF2-40B4-BE49-F238E27FC236}">
                  <a16:creationId xmlns:a16="http://schemas.microsoft.com/office/drawing/2014/main" id="{E55F27A0-F276-4A72-9B2B-42C98CE3D9B8}"/>
                </a:ext>
              </a:extLst>
            </p:cNvPr>
            <p:cNvSpPr/>
            <p:nvPr/>
          </p:nvSpPr>
          <p:spPr>
            <a:xfrm>
              <a:off x="3693598" y="2368187"/>
              <a:ext cx="1633004" cy="1576647"/>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solidFill>
              <a:srgbClr val="1D52BD"/>
            </a:solidFill>
            <a:ln w="2857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w="38100">
                  <a:solidFill>
                    <a:prstClr val="black"/>
                  </a:solidFill>
                </a:ln>
                <a:solidFill>
                  <a:srgbClr val="000000"/>
                </a:solidFill>
                <a:effectLst/>
                <a:uLnTx/>
                <a:uFillTx/>
                <a:latin typeface="Arial"/>
                <a:ea typeface="+mn-ea"/>
                <a:cs typeface="Arial"/>
                <a:sym typeface="Arial"/>
              </a:endParaRPr>
            </a:p>
          </p:txBody>
        </p:sp>
      </p:grpSp>
      <p:grpSp>
        <p:nvGrpSpPr>
          <p:cNvPr id="14" name="Group 13">
            <a:extLst>
              <a:ext uri="{FF2B5EF4-FFF2-40B4-BE49-F238E27FC236}">
                <a16:creationId xmlns:a16="http://schemas.microsoft.com/office/drawing/2014/main" id="{B82B69C7-B819-4917-9F59-8BF56600885F}"/>
              </a:ext>
            </a:extLst>
          </p:cNvPr>
          <p:cNvGrpSpPr/>
          <p:nvPr/>
        </p:nvGrpSpPr>
        <p:grpSpPr>
          <a:xfrm>
            <a:off x="6567791" y="1925172"/>
            <a:ext cx="1306976" cy="1384875"/>
            <a:chOff x="4931721" y="2111053"/>
            <a:chExt cx="2074999" cy="2044877"/>
          </a:xfrm>
        </p:grpSpPr>
        <p:sp>
          <p:nvSpPr>
            <p:cNvPr id="15" name="Oval 14">
              <a:extLst>
                <a:ext uri="{FF2B5EF4-FFF2-40B4-BE49-F238E27FC236}">
                  <a16:creationId xmlns:a16="http://schemas.microsoft.com/office/drawing/2014/main" id="{A719DF31-E086-41CC-A166-214D623FDA1E}"/>
                </a:ext>
              </a:extLst>
            </p:cNvPr>
            <p:cNvSpPr/>
            <p:nvPr/>
          </p:nvSpPr>
          <p:spPr>
            <a:xfrm>
              <a:off x="5298101" y="2487536"/>
              <a:ext cx="1342239" cy="1289806"/>
            </a:xfrm>
            <a:prstGeom prst="ellipse">
              <a:avLst/>
            </a:prstGeom>
            <a:solidFill>
              <a:schemeClr val="bg1"/>
            </a:solidFill>
            <a:ln w="57150" cap="flat" cmpd="sng">
              <a:solidFill>
                <a:schemeClr val="tx1">
                  <a:lumMod val="75000"/>
                  <a:lumOff val="25000"/>
                </a:scheme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Google Shape;10324;p62">
              <a:extLst>
                <a:ext uri="{FF2B5EF4-FFF2-40B4-BE49-F238E27FC236}">
                  <a16:creationId xmlns:a16="http://schemas.microsoft.com/office/drawing/2014/main" id="{11E31141-8A52-47D4-9DB6-27DA2D845F22}"/>
                </a:ext>
              </a:extLst>
            </p:cNvPr>
            <p:cNvSpPr/>
            <p:nvPr/>
          </p:nvSpPr>
          <p:spPr>
            <a:xfrm>
              <a:off x="4931721" y="2111053"/>
              <a:ext cx="2074999" cy="2044877"/>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solidFill>
              <a:srgbClr val="1C4FB6"/>
            </a:solidFill>
            <a:ln w="2857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w="38100">
                  <a:solidFill>
                    <a:prstClr val="black"/>
                  </a:solidFill>
                </a:ln>
                <a:solidFill>
                  <a:srgbClr val="000000"/>
                </a:solidFill>
                <a:effectLst/>
                <a:uLnTx/>
                <a:uFillTx/>
                <a:latin typeface="Arial"/>
                <a:ea typeface="+mn-ea"/>
                <a:cs typeface="Arial"/>
                <a:sym typeface="Arial"/>
              </a:endParaRPr>
            </a:p>
          </p:txBody>
        </p:sp>
      </p:grpSp>
      <p:grpSp>
        <p:nvGrpSpPr>
          <p:cNvPr id="17" name="Group 16">
            <a:extLst>
              <a:ext uri="{FF2B5EF4-FFF2-40B4-BE49-F238E27FC236}">
                <a16:creationId xmlns:a16="http://schemas.microsoft.com/office/drawing/2014/main" id="{79C862D6-0A53-4212-ACAC-B704F53403EF}"/>
              </a:ext>
            </a:extLst>
          </p:cNvPr>
          <p:cNvGrpSpPr/>
          <p:nvPr/>
        </p:nvGrpSpPr>
        <p:grpSpPr>
          <a:xfrm>
            <a:off x="9177903" y="1889024"/>
            <a:ext cx="1372492" cy="1384875"/>
            <a:chOff x="4931721" y="2111053"/>
            <a:chExt cx="2074999" cy="2044877"/>
          </a:xfrm>
        </p:grpSpPr>
        <p:sp>
          <p:nvSpPr>
            <p:cNvPr id="18" name="Oval 17">
              <a:extLst>
                <a:ext uri="{FF2B5EF4-FFF2-40B4-BE49-F238E27FC236}">
                  <a16:creationId xmlns:a16="http://schemas.microsoft.com/office/drawing/2014/main" id="{69D97406-A27D-4C59-BD11-D15448DAB1DD}"/>
                </a:ext>
              </a:extLst>
            </p:cNvPr>
            <p:cNvSpPr/>
            <p:nvPr/>
          </p:nvSpPr>
          <p:spPr>
            <a:xfrm>
              <a:off x="5298101" y="2517633"/>
              <a:ext cx="1342239" cy="1259711"/>
            </a:xfrm>
            <a:prstGeom prst="ellipse">
              <a:avLst/>
            </a:prstGeom>
            <a:solidFill>
              <a:schemeClr val="bg1"/>
            </a:solidFill>
            <a:ln w="57150" cap="flat" cmpd="sng">
              <a:solidFill>
                <a:schemeClr val="tx1">
                  <a:lumMod val="75000"/>
                  <a:lumOff val="25000"/>
                </a:scheme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Google Shape;10324;p62">
              <a:extLst>
                <a:ext uri="{FF2B5EF4-FFF2-40B4-BE49-F238E27FC236}">
                  <a16:creationId xmlns:a16="http://schemas.microsoft.com/office/drawing/2014/main" id="{9262F47F-2837-48C7-9696-1924F6D9E74B}"/>
                </a:ext>
              </a:extLst>
            </p:cNvPr>
            <p:cNvSpPr/>
            <p:nvPr/>
          </p:nvSpPr>
          <p:spPr>
            <a:xfrm>
              <a:off x="4931721" y="2111053"/>
              <a:ext cx="2074999" cy="2044877"/>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solidFill>
              <a:srgbClr val="163D8C"/>
            </a:solidFill>
            <a:ln w="28575"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dirty="0">
                <a:ln w="38100">
                  <a:solidFill>
                    <a:prstClr val="black"/>
                  </a:solidFill>
                </a:ln>
                <a:solidFill>
                  <a:srgbClr val="000000"/>
                </a:solidFill>
                <a:effectLst/>
                <a:uLnTx/>
                <a:uFillTx/>
                <a:latin typeface="Arial"/>
                <a:ea typeface="+mn-ea"/>
                <a:cs typeface="Arial"/>
                <a:sym typeface="Arial"/>
              </a:endParaRPr>
            </a:p>
          </p:txBody>
        </p:sp>
      </p:grpSp>
      <p:sp>
        <p:nvSpPr>
          <p:cNvPr id="44" name="Arrow: Right 43">
            <a:extLst>
              <a:ext uri="{FF2B5EF4-FFF2-40B4-BE49-F238E27FC236}">
                <a16:creationId xmlns:a16="http://schemas.microsoft.com/office/drawing/2014/main" id="{7210EA93-0B3A-4E60-BB05-B8166257276C}"/>
              </a:ext>
            </a:extLst>
          </p:cNvPr>
          <p:cNvSpPr/>
          <p:nvPr/>
        </p:nvSpPr>
        <p:spPr>
          <a:xfrm rot="5400000">
            <a:off x="1956799" y="3562585"/>
            <a:ext cx="461664" cy="25108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5" name="Arrow: Right 44">
            <a:extLst>
              <a:ext uri="{FF2B5EF4-FFF2-40B4-BE49-F238E27FC236}">
                <a16:creationId xmlns:a16="http://schemas.microsoft.com/office/drawing/2014/main" id="{CE0DCEAF-3AB7-4021-8304-FC81ECC99090}"/>
              </a:ext>
            </a:extLst>
          </p:cNvPr>
          <p:cNvSpPr/>
          <p:nvPr/>
        </p:nvSpPr>
        <p:spPr>
          <a:xfrm rot="5400000">
            <a:off x="4563341" y="3554335"/>
            <a:ext cx="472839" cy="25108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6" name="Arrow: Right 45">
            <a:extLst>
              <a:ext uri="{FF2B5EF4-FFF2-40B4-BE49-F238E27FC236}">
                <a16:creationId xmlns:a16="http://schemas.microsoft.com/office/drawing/2014/main" id="{362A020B-3B0B-4274-A281-C18B1A24DB37}"/>
              </a:ext>
            </a:extLst>
          </p:cNvPr>
          <p:cNvSpPr/>
          <p:nvPr/>
        </p:nvSpPr>
        <p:spPr>
          <a:xfrm rot="5400000">
            <a:off x="6995030" y="3554830"/>
            <a:ext cx="451424" cy="251084"/>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7" name="Arrow: Right 46">
            <a:extLst>
              <a:ext uri="{FF2B5EF4-FFF2-40B4-BE49-F238E27FC236}">
                <a16:creationId xmlns:a16="http://schemas.microsoft.com/office/drawing/2014/main" id="{A083FC56-1EED-48C0-9C24-B252B1F2825D}"/>
              </a:ext>
            </a:extLst>
          </p:cNvPr>
          <p:cNvSpPr/>
          <p:nvPr/>
        </p:nvSpPr>
        <p:spPr>
          <a:xfrm rot="5400000">
            <a:off x="9630796" y="3495686"/>
            <a:ext cx="461666" cy="249398"/>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68" name="Group 2">
            <a:extLst>
              <a:ext uri="{FF2B5EF4-FFF2-40B4-BE49-F238E27FC236}">
                <a16:creationId xmlns:a16="http://schemas.microsoft.com/office/drawing/2014/main" id="{6D08ED38-DED7-484A-9000-437C10BF23E9}"/>
              </a:ext>
            </a:extLst>
          </p:cNvPr>
          <p:cNvGrpSpPr>
            <a:grpSpLocks noChangeAspect="1"/>
          </p:cNvGrpSpPr>
          <p:nvPr/>
        </p:nvGrpSpPr>
        <p:grpSpPr>
          <a:xfrm rot="19597915">
            <a:off x="386197" y="6089727"/>
            <a:ext cx="492262" cy="426744"/>
            <a:chOff x="0" y="0"/>
            <a:chExt cx="3196590" cy="2771140"/>
          </a:xfrm>
          <a:solidFill>
            <a:srgbClr val="2261DC"/>
          </a:solidFill>
        </p:grpSpPr>
        <p:sp>
          <p:nvSpPr>
            <p:cNvPr id="69" name="Freeform 3">
              <a:extLst>
                <a:ext uri="{FF2B5EF4-FFF2-40B4-BE49-F238E27FC236}">
                  <a16:creationId xmlns:a16="http://schemas.microsoft.com/office/drawing/2014/main" id="{F0641C24-70C3-4A48-9A5F-45147BDAC51B}"/>
                </a:ext>
              </a:extLst>
            </p:cNvPr>
            <p:cNvSpPr/>
            <p:nvPr/>
          </p:nvSpPr>
          <p:spPr>
            <a:xfrm>
              <a:off x="0" y="0"/>
              <a:ext cx="3196590" cy="2771140"/>
            </a:xfrm>
            <a:custGeom>
              <a:avLst/>
              <a:gdLst/>
              <a:ahLst/>
              <a:cxnLst/>
              <a:rect l="l" t="t" r="r" b="b"/>
              <a:pathLst>
                <a:path w="3196590" h="2771140">
                  <a:moveTo>
                    <a:pt x="271780" y="1861820"/>
                  </a:moveTo>
                  <a:lnTo>
                    <a:pt x="241300" y="1809750"/>
                  </a:lnTo>
                  <a:lnTo>
                    <a:pt x="2051050" y="0"/>
                  </a:lnTo>
                  <a:lnTo>
                    <a:pt x="2133600" y="0"/>
                  </a:lnTo>
                  <a:lnTo>
                    <a:pt x="271780" y="1861820"/>
                  </a:lnTo>
                  <a:close/>
                  <a:moveTo>
                    <a:pt x="1968500" y="0"/>
                  </a:moveTo>
                  <a:lnTo>
                    <a:pt x="1885950" y="0"/>
                  </a:lnTo>
                  <a:lnTo>
                    <a:pt x="181610" y="1704340"/>
                  </a:lnTo>
                  <a:lnTo>
                    <a:pt x="212090" y="1756410"/>
                  </a:lnTo>
                  <a:lnTo>
                    <a:pt x="1968500" y="0"/>
                  </a:lnTo>
                  <a:close/>
                  <a:moveTo>
                    <a:pt x="2298700" y="0"/>
                  </a:moveTo>
                  <a:lnTo>
                    <a:pt x="2216150" y="0"/>
                  </a:lnTo>
                  <a:lnTo>
                    <a:pt x="302260" y="1913890"/>
                  </a:lnTo>
                  <a:lnTo>
                    <a:pt x="332740" y="1965960"/>
                  </a:lnTo>
                  <a:lnTo>
                    <a:pt x="2298700" y="0"/>
                  </a:lnTo>
                  <a:close/>
                  <a:moveTo>
                    <a:pt x="2421890" y="43180"/>
                  </a:moveTo>
                  <a:lnTo>
                    <a:pt x="2396490" y="0"/>
                  </a:lnTo>
                  <a:lnTo>
                    <a:pt x="2381250" y="0"/>
                  </a:lnTo>
                  <a:lnTo>
                    <a:pt x="361950" y="2018030"/>
                  </a:lnTo>
                  <a:lnTo>
                    <a:pt x="392430" y="2070100"/>
                  </a:lnTo>
                  <a:lnTo>
                    <a:pt x="2421890" y="43180"/>
                  </a:lnTo>
                  <a:close/>
                  <a:moveTo>
                    <a:pt x="2481580" y="147320"/>
                  </a:moveTo>
                  <a:lnTo>
                    <a:pt x="2451100" y="95250"/>
                  </a:lnTo>
                  <a:lnTo>
                    <a:pt x="424180" y="2123440"/>
                  </a:lnTo>
                  <a:lnTo>
                    <a:pt x="454660" y="2175510"/>
                  </a:lnTo>
                  <a:lnTo>
                    <a:pt x="2481580" y="147320"/>
                  </a:lnTo>
                  <a:close/>
                  <a:moveTo>
                    <a:pt x="1803400" y="0"/>
                  </a:moveTo>
                  <a:lnTo>
                    <a:pt x="1720850" y="0"/>
                  </a:lnTo>
                  <a:lnTo>
                    <a:pt x="120650" y="1598930"/>
                  </a:lnTo>
                  <a:lnTo>
                    <a:pt x="151130" y="1651000"/>
                  </a:lnTo>
                  <a:lnTo>
                    <a:pt x="1803400" y="0"/>
                  </a:lnTo>
                  <a:close/>
                  <a:moveTo>
                    <a:pt x="2542540" y="252730"/>
                  </a:moveTo>
                  <a:lnTo>
                    <a:pt x="2512060" y="200660"/>
                  </a:lnTo>
                  <a:lnTo>
                    <a:pt x="483870" y="2228850"/>
                  </a:lnTo>
                  <a:lnTo>
                    <a:pt x="514350" y="2280920"/>
                  </a:lnTo>
                  <a:lnTo>
                    <a:pt x="2542540" y="252730"/>
                  </a:lnTo>
                  <a:close/>
                  <a:moveTo>
                    <a:pt x="552450" y="424180"/>
                  </a:moveTo>
                  <a:lnTo>
                    <a:pt x="976630" y="0"/>
                  </a:lnTo>
                  <a:lnTo>
                    <a:pt x="894080" y="0"/>
                  </a:lnTo>
                  <a:lnTo>
                    <a:pt x="665480" y="228600"/>
                  </a:lnTo>
                  <a:lnTo>
                    <a:pt x="552450" y="424180"/>
                  </a:lnTo>
                  <a:close/>
                  <a:moveTo>
                    <a:pt x="2814320" y="723900"/>
                  </a:moveTo>
                  <a:lnTo>
                    <a:pt x="786130" y="2752090"/>
                  </a:lnTo>
                  <a:lnTo>
                    <a:pt x="796290" y="2771140"/>
                  </a:lnTo>
                  <a:lnTo>
                    <a:pt x="850900" y="2771140"/>
                  </a:lnTo>
                  <a:lnTo>
                    <a:pt x="2844800" y="777240"/>
                  </a:lnTo>
                  <a:lnTo>
                    <a:pt x="2814320" y="723900"/>
                  </a:lnTo>
                  <a:close/>
                  <a:moveTo>
                    <a:pt x="1141730" y="0"/>
                  </a:moveTo>
                  <a:lnTo>
                    <a:pt x="1059180" y="0"/>
                  </a:lnTo>
                  <a:lnTo>
                    <a:pt x="439420" y="619760"/>
                  </a:lnTo>
                  <a:lnTo>
                    <a:pt x="326390" y="815340"/>
                  </a:lnTo>
                  <a:lnTo>
                    <a:pt x="1141730" y="0"/>
                  </a:lnTo>
                  <a:close/>
                  <a:moveTo>
                    <a:pt x="1306830" y="0"/>
                  </a:moveTo>
                  <a:lnTo>
                    <a:pt x="1224280" y="0"/>
                  </a:lnTo>
                  <a:lnTo>
                    <a:pt x="213360" y="1010920"/>
                  </a:lnTo>
                  <a:lnTo>
                    <a:pt x="100330" y="1206500"/>
                  </a:lnTo>
                  <a:lnTo>
                    <a:pt x="1306830" y="0"/>
                  </a:lnTo>
                  <a:close/>
                  <a:moveTo>
                    <a:pt x="1638300" y="0"/>
                  </a:moveTo>
                  <a:lnTo>
                    <a:pt x="1555750" y="0"/>
                  </a:lnTo>
                  <a:lnTo>
                    <a:pt x="60960" y="1494790"/>
                  </a:lnTo>
                  <a:lnTo>
                    <a:pt x="91440" y="1546860"/>
                  </a:lnTo>
                  <a:lnTo>
                    <a:pt x="1638300" y="0"/>
                  </a:lnTo>
                  <a:close/>
                  <a:moveTo>
                    <a:pt x="1471930" y="0"/>
                  </a:moveTo>
                  <a:lnTo>
                    <a:pt x="1389380" y="0"/>
                  </a:lnTo>
                  <a:lnTo>
                    <a:pt x="0" y="1389380"/>
                  </a:lnTo>
                  <a:lnTo>
                    <a:pt x="30480" y="1441450"/>
                  </a:lnTo>
                  <a:lnTo>
                    <a:pt x="1471930" y="0"/>
                  </a:lnTo>
                  <a:close/>
                  <a:moveTo>
                    <a:pt x="778510" y="33020"/>
                  </a:moveTo>
                  <a:lnTo>
                    <a:pt x="811530" y="0"/>
                  </a:lnTo>
                  <a:lnTo>
                    <a:pt x="797560" y="0"/>
                  </a:lnTo>
                  <a:lnTo>
                    <a:pt x="778510" y="33020"/>
                  </a:lnTo>
                  <a:close/>
                  <a:moveTo>
                    <a:pt x="3153410" y="1459230"/>
                  </a:moveTo>
                  <a:lnTo>
                    <a:pt x="3196590" y="1385570"/>
                  </a:lnTo>
                  <a:lnTo>
                    <a:pt x="3177540" y="1352550"/>
                  </a:lnTo>
                  <a:lnTo>
                    <a:pt x="1760220" y="2771140"/>
                  </a:lnTo>
                  <a:lnTo>
                    <a:pt x="1842770" y="2771140"/>
                  </a:lnTo>
                  <a:lnTo>
                    <a:pt x="3153410" y="1459230"/>
                  </a:lnTo>
                  <a:close/>
                  <a:moveTo>
                    <a:pt x="3147060" y="1300480"/>
                  </a:moveTo>
                  <a:lnTo>
                    <a:pt x="3116580" y="1248410"/>
                  </a:lnTo>
                  <a:lnTo>
                    <a:pt x="1595120" y="2771140"/>
                  </a:lnTo>
                  <a:lnTo>
                    <a:pt x="1677670" y="2771140"/>
                  </a:lnTo>
                  <a:lnTo>
                    <a:pt x="3147060" y="1300480"/>
                  </a:lnTo>
                  <a:close/>
                  <a:moveTo>
                    <a:pt x="2928620" y="1850390"/>
                  </a:moveTo>
                  <a:lnTo>
                    <a:pt x="3041650" y="1654810"/>
                  </a:lnTo>
                  <a:lnTo>
                    <a:pt x="1925320" y="2771140"/>
                  </a:lnTo>
                  <a:lnTo>
                    <a:pt x="2007870" y="2771140"/>
                  </a:lnTo>
                  <a:lnTo>
                    <a:pt x="2928620" y="1850390"/>
                  </a:lnTo>
                  <a:close/>
                  <a:moveTo>
                    <a:pt x="2702560" y="2241550"/>
                  </a:moveTo>
                  <a:lnTo>
                    <a:pt x="2815590" y="2045970"/>
                  </a:lnTo>
                  <a:lnTo>
                    <a:pt x="2090420" y="2771140"/>
                  </a:lnTo>
                  <a:lnTo>
                    <a:pt x="2172970" y="2771140"/>
                  </a:lnTo>
                  <a:lnTo>
                    <a:pt x="2702560" y="2241550"/>
                  </a:lnTo>
                  <a:close/>
                  <a:moveTo>
                    <a:pt x="2476500" y="2632710"/>
                  </a:moveTo>
                  <a:lnTo>
                    <a:pt x="2589530" y="2437130"/>
                  </a:lnTo>
                  <a:lnTo>
                    <a:pt x="2255520" y="2771140"/>
                  </a:lnTo>
                  <a:lnTo>
                    <a:pt x="2338070" y="2771140"/>
                  </a:lnTo>
                  <a:lnTo>
                    <a:pt x="2476500" y="2632710"/>
                  </a:lnTo>
                  <a:close/>
                  <a:moveTo>
                    <a:pt x="3087370" y="1195070"/>
                  </a:moveTo>
                  <a:lnTo>
                    <a:pt x="3056890" y="1143000"/>
                  </a:lnTo>
                  <a:lnTo>
                    <a:pt x="1428750" y="2771140"/>
                  </a:lnTo>
                  <a:lnTo>
                    <a:pt x="1511300" y="2771140"/>
                  </a:lnTo>
                  <a:lnTo>
                    <a:pt x="3087370" y="1195070"/>
                  </a:lnTo>
                  <a:close/>
                  <a:moveTo>
                    <a:pt x="3026410" y="1090930"/>
                  </a:moveTo>
                  <a:lnTo>
                    <a:pt x="2995930" y="1038860"/>
                  </a:lnTo>
                  <a:lnTo>
                    <a:pt x="1263650" y="2771140"/>
                  </a:lnTo>
                  <a:lnTo>
                    <a:pt x="1346200" y="2771140"/>
                  </a:lnTo>
                  <a:lnTo>
                    <a:pt x="3026410" y="1090930"/>
                  </a:lnTo>
                  <a:close/>
                  <a:moveTo>
                    <a:pt x="2724150" y="566420"/>
                  </a:moveTo>
                  <a:lnTo>
                    <a:pt x="2693670" y="514350"/>
                  </a:lnTo>
                  <a:lnTo>
                    <a:pt x="665480" y="2542540"/>
                  </a:lnTo>
                  <a:lnTo>
                    <a:pt x="695960" y="2594610"/>
                  </a:lnTo>
                  <a:lnTo>
                    <a:pt x="2724150" y="566420"/>
                  </a:lnTo>
                  <a:close/>
                  <a:moveTo>
                    <a:pt x="2663190" y="462280"/>
                  </a:moveTo>
                  <a:lnTo>
                    <a:pt x="2632710" y="410210"/>
                  </a:lnTo>
                  <a:lnTo>
                    <a:pt x="604520" y="2438400"/>
                  </a:lnTo>
                  <a:lnTo>
                    <a:pt x="635000" y="2490470"/>
                  </a:lnTo>
                  <a:lnTo>
                    <a:pt x="2663190" y="462280"/>
                  </a:lnTo>
                  <a:close/>
                  <a:moveTo>
                    <a:pt x="2783840" y="671830"/>
                  </a:moveTo>
                  <a:lnTo>
                    <a:pt x="2753360" y="619760"/>
                  </a:lnTo>
                  <a:lnTo>
                    <a:pt x="726440" y="2646680"/>
                  </a:lnTo>
                  <a:lnTo>
                    <a:pt x="756920" y="2698750"/>
                  </a:lnTo>
                  <a:lnTo>
                    <a:pt x="2783840" y="671830"/>
                  </a:lnTo>
                  <a:close/>
                  <a:moveTo>
                    <a:pt x="2965450" y="985520"/>
                  </a:moveTo>
                  <a:lnTo>
                    <a:pt x="2934970" y="933450"/>
                  </a:lnTo>
                  <a:lnTo>
                    <a:pt x="1098550" y="2771140"/>
                  </a:lnTo>
                  <a:lnTo>
                    <a:pt x="1181100" y="2771140"/>
                  </a:lnTo>
                  <a:lnTo>
                    <a:pt x="2965450" y="985520"/>
                  </a:lnTo>
                  <a:close/>
                  <a:moveTo>
                    <a:pt x="2603500" y="356870"/>
                  </a:moveTo>
                  <a:lnTo>
                    <a:pt x="2573020" y="304800"/>
                  </a:lnTo>
                  <a:lnTo>
                    <a:pt x="544830" y="2332990"/>
                  </a:lnTo>
                  <a:lnTo>
                    <a:pt x="575310" y="2385060"/>
                  </a:lnTo>
                  <a:lnTo>
                    <a:pt x="2603500" y="356870"/>
                  </a:lnTo>
                  <a:close/>
                  <a:moveTo>
                    <a:pt x="2905760" y="881380"/>
                  </a:moveTo>
                  <a:lnTo>
                    <a:pt x="2875280" y="829310"/>
                  </a:lnTo>
                  <a:lnTo>
                    <a:pt x="933450" y="2771140"/>
                  </a:lnTo>
                  <a:lnTo>
                    <a:pt x="1016000" y="2771140"/>
                  </a:lnTo>
                  <a:lnTo>
                    <a:pt x="2905760" y="881380"/>
                  </a:lnTo>
                  <a:close/>
                </a:path>
              </a:pathLst>
            </a:custGeom>
            <a:grpFill/>
          </p:spPr>
          <p:txBody>
            <a:bodyPr/>
            <a:lstStyle/>
            <a:p>
              <a:endParaRPr lang="fr-FR"/>
            </a:p>
          </p:txBody>
        </p:sp>
      </p:grpSp>
      <p:pic>
        <p:nvPicPr>
          <p:cNvPr id="70" name="Picture 2">
            <a:extLst>
              <a:ext uri="{FF2B5EF4-FFF2-40B4-BE49-F238E27FC236}">
                <a16:creationId xmlns:a16="http://schemas.microsoft.com/office/drawing/2014/main" id="{D8C0DE4E-ADA4-434A-B8F6-DC143CFCD41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rot="20150135">
            <a:off x="11071691" y="3915074"/>
            <a:ext cx="426744" cy="426744"/>
          </a:xfrm>
          <a:prstGeom prst="rect">
            <a:avLst/>
          </a:prstGeom>
        </p:spPr>
      </p:pic>
      <p:pic>
        <p:nvPicPr>
          <p:cNvPr id="71" name="Picture 2">
            <a:extLst>
              <a:ext uri="{FF2B5EF4-FFF2-40B4-BE49-F238E27FC236}">
                <a16:creationId xmlns:a16="http://schemas.microsoft.com/office/drawing/2014/main" id="{4311B451-E87F-4E92-B8EF-5B36C6E4BC1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11492886" y="76347"/>
            <a:ext cx="426744" cy="426744"/>
          </a:xfrm>
          <a:prstGeom prst="rect">
            <a:avLst/>
          </a:prstGeom>
        </p:spPr>
      </p:pic>
      <p:grpSp>
        <p:nvGrpSpPr>
          <p:cNvPr id="72" name="Group 2">
            <a:extLst>
              <a:ext uri="{FF2B5EF4-FFF2-40B4-BE49-F238E27FC236}">
                <a16:creationId xmlns:a16="http://schemas.microsoft.com/office/drawing/2014/main" id="{AD632397-B02E-4C29-A2C6-07EFB2EEEBC8}"/>
              </a:ext>
            </a:extLst>
          </p:cNvPr>
          <p:cNvGrpSpPr>
            <a:grpSpLocks noChangeAspect="1"/>
          </p:cNvGrpSpPr>
          <p:nvPr/>
        </p:nvGrpSpPr>
        <p:grpSpPr>
          <a:xfrm rot="19597915">
            <a:off x="10739086" y="142298"/>
            <a:ext cx="492262" cy="426744"/>
            <a:chOff x="0" y="0"/>
            <a:chExt cx="3196590" cy="2771140"/>
          </a:xfrm>
          <a:solidFill>
            <a:srgbClr val="2261DC"/>
          </a:solidFill>
        </p:grpSpPr>
        <p:sp>
          <p:nvSpPr>
            <p:cNvPr id="73" name="Freeform 3">
              <a:extLst>
                <a:ext uri="{FF2B5EF4-FFF2-40B4-BE49-F238E27FC236}">
                  <a16:creationId xmlns:a16="http://schemas.microsoft.com/office/drawing/2014/main" id="{997F5608-A4BB-40D5-BB6B-9E7E18E37478}"/>
                </a:ext>
              </a:extLst>
            </p:cNvPr>
            <p:cNvSpPr/>
            <p:nvPr/>
          </p:nvSpPr>
          <p:spPr>
            <a:xfrm>
              <a:off x="0" y="0"/>
              <a:ext cx="3196590" cy="2771140"/>
            </a:xfrm>
            <a:custGeom>
              <a:avLst/>
              <a:gdLst/>
              <a:ahLst/>
              <a:cxnLst/>
              <a:rect l="l" t="t" r="r" b="b"/>
              <a:pathLst>
                <a:path w="3196590" h="2771140">
                  <a:moveTo>
                    <a:pt x="271780" y="1861820"/>
                  </a:moveTo>
                  <a:lnTo>
                    <a:pt x="241300" y="1809750"/>
                  </a:lnTo>
                  <a:lnTo>
                    <a:pt x="2051050" y="0"/>
                  </a:lnTo>
                  <a:lnTo>
                    <a:pt x="2133600" y="0"/>
                  </a:lnTo>
                  <a:lnTo>
                    <a:pt x="271780" y="1861820"/>
                  </a:lnTo>
                  <a:close/>
                  <a:moveTo>
                    <a:pt x="1968500" y="0"/>
                  </a:moveTo>
                  <a:lnTo>
                    <a:pt x="1885950" y="0"/>
                  </a:lnTo>
                  <a:lnTo>
                    <a:pt x="181610" y="1704340"/>
                  </a:lnTo>
                  <a:lnTo>
                    <a:pt x="212090" y="1756410"/>
                  </a:lnTo>
                  <a:lnTo>
                    <a:pt x="1968500" y="0"/>
                  </a:lnTo>
                  <a:close/>
                  <a:moveTo>
                    <a:pt x="2298700" y="0"/>
                  </a:moveTo>
                  <a:lnTo>
                    <a:pt x="2216150" y="0"/>
                  </a:lnTo>
                  <a:lnTo>
                    <a:pt x="302260" y="1913890"/>
                  </a:lnTo>
                  <a:lnTo>
                    <a:pt x="332740" y="1965960"/>
                  </a:lnTo>
                  <a:lnTo>
                    <a:pt x="2298700" y="0"/>
                  </a:lnTo>
                  <a:close/>
                  <a:moveTo>
                    <a:pt x="2421890" y="43180"/>
                  </a:moveTo>
                  <a:lnTo>
                    <a:pt x="2396490" y="0"/>
                  </a:lnTo>
                  <a:lnTo>
                    <a:pt x="2381250" y="0"/>
                  </a:lnTo>
                  <a:lnTo>
                    <a:pt x="361950" y="2018030"/>
                  </a:lnTo>
                  <a:lnTo>
                    <a:pt x="392430" y="2070100"/>
                  </a:lnTo>
                  <a:lnTo>
                    <a:pt x="2421890" y="43180"/>
                  </a:lnTo>
                  <a:close/>
                  <a:moveTo>
                    <a:pt x="2481580" y="147320"/>
                  </a:moveTo>
                  <a:lnTo>
                    <a:pt x="2451100" y="95250"/>
                  </a:lnTo>
                  <a:lnTo>
                    <a:pt x="424180" y="2123440"/>
                  </a:lnTo>
                  <a:lnTo>
                    <a:pt x="454660" y="2175510"/>
                  </a:lnTo>
                  <a:lnTo>
                    <a:pt x="2481580" y="147320"/>
                  </a:lnTo>
                  <a:close/>
                  <a:moveTo>
                    <a:pt x="1803400" y="0"/>
                  </a:moveTo>
                  <a:lnTo>
                    <a:pt x="1720850" y="0"/>
                  </a:lnTo>
                  <a:lnTo>
                    <a:pt x="120650" y="1598930"/>
                  </a:lnTo>
                  <a:lnTo>
                    <a:pt x="151130" y="1651000"/>
                  </a:lnTo>
                  <a:lnTo>
                    <a:pt x="1803400" y="0"/>
                  </a:lnTo>
                  <a:close/>
                  <a:moveTo>
                    <a:pt x="2542540" y="252730"/>
                  </a:moveTo>
                  <a:lnTo>
                    <a:pt x="2512060" y="200660"/>
                  </a:lnTo>
                  <a:lnTo>
                    <a:pt x="483870" y="2228850"/>
                  </a:lnTo>
                  <a:lnTo>
                    <a:pt x="514350" y="2280920"/>
                  </a:lnTo>
                  <a:lnTo>
                    <a:pt x="2542540" y="252730"/>
                  </a:lnTo>
                  <a:close/>
                  <a:moveTo>
                    <a:pt x="552450" y="424180"/>
                  </a:moveTo>
                  <a:lnTo>
                    <a:pt x="976630" y="0"/>
                  </a:lnTo>
                  <a:lnTo>
                    <a:pt x="894080" y="0"/>
                  </a:lnTo>
                  <a:lnTo>
                    <a:pt x="665480" y="228600"/>
                  </a:lnTo>
                  <a:lnTo>
                    <a:pt x="552450" y="424180"/>
                  </a:lnTo>
                  <a:close/>
                  <a:moveTo>
                    <a:pt x="2814320" y="723900"/>
                  </a:moveTo>
                  <a:lnTo>
                    <a:pt x="786130" y="2752090"/>
                  </a:lnTo>
                  <a:lnTo>
                    <a:pt x="796290" y="2771140"/>
                  </a:lnTo>
                  <a:lnTo>
                    <a:pt x="850900" y="2771140"/>
                  </a:lnTo>
                  <a:lnTo>
                    <a:pt x="2844800" y="777240"/>
                  </a:lnTo>
                  <a:lnTo>
                    <a:pt x="2814320" y="723900"/>
                  </a:lnTo>
                  <a:close/>
                  <a:moveTo>
                    <a:pt x="1141730" y="0"/>
                  </a:moveTo>
                  <a:lnTo>
                    <a:pt x="1059180" y="0"/>
                  </a:lnTo>
                  <a:lnTo>
                    <a:pt x="439420" y="619760"/>
                  </a:lnTo>
                  <a:lnTo>
                    <a:pt x="326390" y="815340"/>
                  </a:lnTo>
                  <a:lnTo>
                    <a:pt x="1141730" y="0"/>
                  </a:lnTo>
                  <a:close/>
                  <a:moveTo>
                    <a:pt x="1306830" y="0"/>
                  </a:moveTo>
                  <a:lnTo>
                    <a:pt x="1224280" y="0"/>
                  </a:lnTo>
                  <a:lnTo>
                    <a:pt x="213360" y="1010920"/>
                  </a:lnTo>
                  <a:lnTo>
                    <a:pt x="100330" y="1206500"/>
                  </a:lnTo>
                  <a:lnTo>
                    <a:pt x="1306830" y="0"/>
                  </a:lnTo>
                  <a:close/>
                  <a:moveTo>
                    <a:pt x="1638300" y="0"/>
                  </a:moveTo>
                  <a:lnTo>
                    <a:pt x="1555750" y="0"/>
                  </a:lnTo>
                  <a:lnTo>
                    <a:pt x="60960" y="1494790"/>
                  </a:lnTo>
                  <a:lnTo>
                    <a:pt x="91440" y="1546860"/>
                  </a:lnTo>
                  <a:lnTo>
                    <a:pt x="1638300" y="0"/>
                  </a:lnTo>
                  <a:close/>
                  <a:moveTo>
                    <a:pt x="1471930" y="0"/>
                  </a:moveTo>
                  <a:lnTo>
                    <a:pt x="1389380" y="0"/>
                  </a:lnTo>
                  <a:lnTo>
                    <a:pt x="0" y="1389380"/>
                  </a:lnTo>
                  <a:lnTo>
                    <a:pt x="30480" y="1441450"/>
                  </a:lnTo>
                  <a:lnTo>
                    <a:pt x="1471930" y="0"/>
                  </a:lnTo>
                  <a:close/>
                  <a:moveTo>
                    <a:pt x="778510" y="33020"/>
                  </a:moveTo>
                  <a:lnTo>
                    <a:pt x="811530" y="0"/>
                  </a:lnTo>
                  <a:lnTo>
                    <a:pt x="797560" y="0"/>
                  </a:lnTo>
                  <a:lnTo>
                    <a:pt x="778510" y="33020"/>
                  </a:lnTo>
                  <a:close/>
                  <a:moveTo>
                    <a:pt x="3153410" y="1459230"/>
                  </a:moveTo>
                  <a:lnTo>
                    <a:pt x="3196590" y="1385570"/>
                  </a:lnTo>
                  <a:lnTo>
                    <a:pt x="3177540" y="1352550"/>
                  </a:lnTo>
                  <a:lnTo>
                    <a:pt x="1760220" y="2771140"/>
                  </a:lnTo>
                  <a:lnTo>
                    <a:pt x="1842770" y="2771140"/>
                  </a:lnTo>
                  <a:lnTo>
                    <a:pt x="3153410" y="1459230"/>
                  </a:lnTo>
                  <a:close/>
                  <a:moveTo>
                    <a:pt x="3147060" y="1300480"/>
                  </a:moveTo>
                  <a:lnTo>
                    <a:pt x="3116580" y="1248410"/>
                  </a:lnTo>
                  <a:lnTo>
                    <a:pt x="1595120" y="2771140"/>
                  </a:lnTo>
                  <a:lnTo>
                    <a:pt x="1677670" y="2771140"/>
                  </a:lnTo>
                  <a:lnTo>
                    <a:pt x="3147060" y="1300480"/>
                  </a:lnTo>
                  <a:close/>
                  <a:moveTo>
                    <a:pt x="2928620" y="1850390"/>
                  </a:moveTo>
                  <a:lnTo>
                    <a:pt x="3041650" y="1654810"/>
                  </a:lnTo>
                  <a:lnTo>
                    <a:pt x="1925320" y="2771140"/>
                  </a:lnTo>
                  <a:lnTo>
                    <a:pt x="2007870" y="2771140"/>
                  </a:lnTo>
                  <a:lnTo>
                    <a:pt x="2928620" y="1850390"/>
                  </a:lnTo>
                  <a:close/>
                  <a:moveTo>
                    <a:pt x="2702560" y="2241550"/>
                  </a:moveTo>
                  <a:lnTo>
                    <a:pt x="2815590" y="2045970"/>
                  </a:lnTo>
                  <a:lnTo>
                    <a:pt x="2090420" y="2771140"/>
                  </a:lnTo>
                  <a:lnTo>
                    <a:pt x="2172970" y="2771140"/>
                  </a:lnTo>
                  <a:lnTo>
                    <a:pt x="2702560" y="2241550"/>
                  </a:lnTo>
                  <a:close/>
                  <a:moveTo>
                    <a:pt x="2476500" y="2632710"/>
                  </a:moveTo>
                  <a:lnTo>
                    <a:pt x="2589530" y="2437130"/>
                  </a:lnTo>
                  <a:lnTo>
                    <a:pt x="2255520" y="2771140"/>
                  </a:lnTo>
                  <a:lnTo>
                    <a:pt x="2338070" y="2771140"/>
                  </a:lnTo>
                  <a:lnTo>
                    <a:pt x="2476500" y="2632710"/>
                  </a:lnTo>
                  <a:close/>
                  <a:moveTo>
                    <a:pt x="3087370" y="1195070"/>
                  </a:moveTo>
                  <a:lnTo>
                    <a:pt x="3056890" y="1143000"/>
                  </a:lnTo>
                  <a:lnTo>
                    <a:pt x="1428750" y="2771140"/>
                  </a:lnTo>
                  <a:lnTo>
                    <a:pt x="1511300" y="2771140"/>
                  </a:lnTo>
                  <a:lnTo>
                    <a:pt x="3087370" y="1195070"/>
                  </a:lnTo>
                  <a:close/>
                  <a:moveTo>
                    <a:pt x="3026410" y="1090930"/>
                  </a:moveTo>
                  <a:lnTo>
                    <a:pt x="2995930" y="1038860"/>
                  </a:lnTo>
                  <a:lnTo>
                    <a:pt x="1263650" y="2771140"/>
                  </a:lnTo>
                  <a:lnTo>
                    <a:pt x="1346200" y="2771140"/>
                  </a:lnTo>
                  <a:lnTo>
                    <a:pt x="3026410" y="1090930"/>
                  </a:lnTo>
                  <a:close/>
                  <a:moveTo>
                    <a:pt x="2724150" y="566420"/>
                  </a:moveTo>
                  <a:lnTo>
                    <a:pt x="2693670" y="514350"/>
                  </a:lnTo>
                  <a:lnTo>
                    <a:pt x="665480" y="2542540"/>
                  </a:lnTo>
                  <a:lnTo>
                    <a:pt x="695960" y="2594610"/>
                  </a:lnTo>
                  <a:lnTo>
                    <a:pt x="2724150" y="566420"/>
                  </a:lnTo>
                  <a:close/>
                  <a:moveTo>
                    <a:pt x="2663190" y="462280"/>
                  </a:moveTo>
                  <a:lnTo>
                    <a:pt x="2632710" y="410210"/>
                  </a:lnTo>
                  <a:lnTo>
                    <a:pt x="604520" y="2438400"/>
                  </a:lnTo>
                  <a:lnTo>
                    <a:pt x="635000" y="2490470"/>
                  </a:lnTo>
                  <a:lnTo>
                    <a:pt x="2663190" y="462280"/>
                  </a:lnTo>
                  <a:close/>
                  <a:moveTo>
                    <a:pt x="2783840" y="671830"/>
                  </a:moveTo>
                  <a:lnTo>
                    <a:pt x="2753360" y="619760"/>
                  </a:lnTo>
                  <a:lnTo>
                    <a:pt x="726440" y="2646680"/>
                  </a:lnTo>
                  <a:lnTo>
                    <a:pt x="756920" y="2698750"/>
                  </a:lnTo>
                  <a:lnTo>
                    <a:pt x="2783840" y="671830"/>
                  </a:lnTo>
                  <a:close/>
                  <a:moveTo>
                    <a:pt x="2965450" y="985520"/>
                  </a:moveTo>
                  <a:lnTo>
                    <a:pt x="2934970" y="933450"/>
                  </a:lnTo>
                  <a:lnTo>
                    <a:pt x="1098550" y="2771140"/>
                  </a:lnTo>
                  <a:lnTo>
                    <a:pt x="1181100" y="2771140"/>
                  </a:lnTo>
                  <a:lnTo>
                    <a:pt x="2965450" y="985520"/>
                  </a:lnTo>
                  <a:close/>
                  <a:moveTo>
                    <a:pt x="2603500" y="356870"/>
                  </a:moveTo>
                  <a:lnTo>
                    <a:pt x="2573020" y="304800"/>
                  </a:lnTo>
                  <a:lnTo>
                    <a:pt x="544830" y="2332990"/>
                  </a:lnTo>
                  <a:lnTo>
                    <a:pt x="575310" y="2385060"/>
                  </a:lnTo>
                  <a:lnTo>
                    <a:pt x="2603500" y="356870"/>
                  </a:lnTo>
                  <a:close/>
                  <a:moveTo>
                    <a:pt x="2905760" y="881380"/>
                  </a:moveTo>
                  <a:lnTo>
                    <a:pt x="2875280" y="829310"/>
                  </a:lnTo>
                  <a:lnTo>
                    <a:pt x="933450" y="2771140"/>
                  </a:lnTo>
                  <a:lnTo>
                    <a:pt x="1016000" y="2771140"/>
                  </a:lnTo>
                  <a:lnTo>
                    <a:pt x="2905760" y="881380"/>
                  </a:lnTo>
                  <a:close/>
                </a:path>
              </a:pathLst>
            </a:custGeom>
            <a:grpFill/>
          </p:spPr>
          <p:txBody>
            <a:bodyPr/>
            <a:lstStyle/>
            <a:p>
              <a:endParaRPr lang="fr-FR"/>
            </a:p>
          </p:txBody>
        </p:sp>
      </p:grpSp>
      <p:grpSp>
        <p:nvGrpSpPr>
          <p:cNvPr id="74" name="Group 73">
            <a:extLst>
              <a:ext uri="{FF2B5EF4-FFF2-40B4-BE49-F238E27FC236}">
                <a16:creationId xmlns:a16="http://schemas.microsoft.com/office/drawing/2014/main" id="{45B72EAF-7FEE-40A8-9482-9D5C3C024F6E}"/>
              </a:ext>
            </a:extLst>
          </p:cNvPr>
          <p:cNvGrpSpPr/>
          <p:nvPr/>
        </p:nvGrpSpPr>
        <p:grpSpPr>
          <a:xfrm rot="10982107">
            <a:off x="11050503" y="5563269"/>
            <a:ext cx="1479849" cy="2505273"/>
            <a:chOff x="-580607" y="-1059319"/>
            <a:chExt cx="1479849" cy="2505273"/>
          </a:xfrm>
          <a:solidFill>
            <a:srgbClr val="3B41C9"/>
          </a:solidFill>
        </p:grpSpPr>
        <p:sp>
          <p:nvSpPr>
            <p:cNvPr id="75" name="Rectangle: Rounded Corners 74">
              <a:extLst>
                <a:ext uri="{FF2B5EF4-FFF2-40B4-BE49-F238E27FC236}">
                  <a16:creationId xmlns:a16="http://schemas.microsoft.com/office/drawing/2014/main" id="{8FD826B6-7F4A-4EBA-A16D-E82DE463A83F}"/>
                </a:ext>
              </a:extLst>
            </p:cNvPr>
            <p:cNvSpPr/>
            <p:nvPr/>
          </p:nvSpPr>
          <p:spPr>
            <a:xfrm rot="2797405">
              <a:off x="-818939" y="-51579"/>
              <a:ext cx="2080001" cy="62715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6" name="Rectangle: Rounded Corners 75">
              <a:extLst>
                <a:ext uri="{FF2B5EF4-FFF2-40B4-BE49-F238E27FC236}">
                  <a16:creationId xmlns:a16="http://schemas.microsoft.com/office/drawing/2014/main" id="{D34EF613-133B-4F28-96AA-4A16AF9EDE63}"/>
                </a:ext>
              </a:extLst>
            </p:cNvPr>
            <p:cNvSpPr/>
            <p:nvPr/>
          </p:nvSpPr>
          <p:spPr>
            <a:xfrm rot="2797405">
              <a:off x="-190507" y="-596720"/>
              <a:ext cx="1552348" cy="62715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7" name="Rectangle: Rounded Corners 76">
              <a:extLst>
                <a:ext uri="{FF2B5EF4-FFF2-40B4-BE49-F238E27FC236}">
                  <a16:creationId xmlns:a16="http://schemas.microsoft.com/office/drawing/2014/main" id="{2C195748-3F02-4240-B7DE-C6EA6903ED7F}"/>
                </a:ext>
              </a:extLst>
            </p:cNvPr>
            <p:cNvSpPr/>
            <p:nvPr/>
          </p:nvSpPr>
          <p:spPr>
            <a:xfrm rot="2797405">
              <a:off x="-1043206" y="356205"/>
              <a:ext cx="1552348" cy="62715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78" name="Group 77">
            <a:extLst>
              <a:ext uri="{FF2B5EF4-FFF2-40B4-BE49-F238E27FC236}">
                <a16:creationId xmlns:a16="http://schemas.microsoft.com/office/drawing/2014/main" id="{B07AB158-7432-40C4-B1A8-48C502AE1714}"/>
              </a:ext>
            </a:extLst>
          </p:cNvPr>
          <p:cNvGrpSpPr/>
          <p:nvPr/>
        </p:nvGrpSpPr>
        <p:grpSpPr>
          <a:xfrm>
            <a:off x="-665251" y="-1168717"/>
            <a:ext cx="1279065" cy="2414444"/>
            <a:chOff x="-697909" y="-1234033"/>
            <a:chExt cx="1437130" cy="2613500"/>
          </a:xfrm>
          <a:solidFill>
            <a:srgbClr val="3B41C9"/>
          </a:solidFill>
        </p:grpSpPr>
        <p:sp>
          <p:nvSpPr>
            <p:cNvPr id="79" name="Rectangle: Rounded Corners 78">
              <a:extLst>
                <a:ext uri="{FF2B5EF4-FFF2-40B4-BE49-F238E27FC236}">
                  <a16:creationId xmlns:a16="http://schemas.microsoft.com/office/drawing/2014/main" id="{2C05177D-5FDA-438C-8379-17F0001C7464}"/>
                </a:ext>
              </a:extLst>
            </p:cNvPr>
            <p:cNvSpPr/>
            <p:nvPr/>
          </p:nvSpPr>
          <p:spPr>
            <a:xfrm rot="2797405">
              <a:off x="-503805" y="33657"/>
              <a:ext cx="1552348" cy="62715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0" name="Rectangle: Rounded Corners 79">
              <a:extLst>
                <a:ext uri="{FF2B5EF4-FFF2-40B4-BE49-F238E27FC236}">
                  <a16:creationId xmlns:a16="http://schemas.microsoft.com/office/drawing/2014/main" id="{F56ED892-FE53-436B-9B73-7B93E6147E51}"/>
                </a:ext>
              </a:extLst>
            </p:cNvPr>
            <p:cNvSpPr/>
            <p:nvPr/>
          </p:nvSpPr>
          <p:spPr>
            <a:xfrm rot="2797405">
              <a:off x="-350528" y="-771434"/>
              <a:ext cx="1552348" cy="62715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1" name="Rectangle: Rounded Corners 80">
              <a:extLst>
                <a:ext uri="{FF2B5EF4-FFF2-40B4-BE49-F238E27FC236}">
                  <a16:creationId xmlns:a16="http://schemas.microsoft.com/office/drawing/2014/main" id="{86D5309B-4AFA-4E89-A79A-7033242567A9}"/>
                </a:ext>
              </a:extLst>
            </p:cNvPr>
            <p:cNvSpPr/>
            <p:nvPr/>
          </p:nvSpPr>
          <p:spPr>
            <a:xfrm rot="2797405">
              <a:off x="-1160508" y="289718"/>
              <a:ext cx="1552348" cy="62715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pic>
        <p:nvPicPr>
          <p:cNvPr id="7" name="Image 6">
            <a:extLst>
              <a:ext uri="{FF2B5EF4-FFF2-40B4-BE49-F238E27FC236}">
                <a16:creationId xmlns:a16="http://schemas.microsoft.com/office/drawing/2014/main" id="{28896466-0EF1-49AC-A6FD-E8B5D533412F}"/>
              </a:ext>
            </a:extLst>
          </p:cNvPr>
          <p:cNvPicPr>
            <a:picLocks noChangeAspect="1"/>
          </p:cNvPicPr>
          <p:nvPr/>
        </p:nvPicPr>
        <p:blipFill>
          <a:blip r:embed="rId5"/>
          <a:stretch>
            <a:fillRect/>
          </a:stretch>
        </p:blipFill>
        <p:spPr>
          <a:xfrm>
            <a:off x="1924955" y="2317756"/>
            <a:ext cx="500368" cy="510264"/>
          </a:xfrm>
          <a:prstGeom prst="rect">
            <a:avLst/>
          </a:prstGeom>
        </p:spPr>
      </p:pic>
      <p:pic>
        <p:nvPicPr>
          <p:cNvPr id="8" name="Image 7">
            <a:extLst>
              <a:ext uri="{FF2B5EF4-FFF2-40B4-BE49-F238E27FC236}">
                <a16:creationId xmlns:a16="http://schemas.microsoft.com/office/drawing/2014/main" id="{17356F39-0168-4FD3-976E-8DD22ADEDD03}"/>
              </a:ext>
            </a:extLst>
          </p:cNvPr>
          <p:cNvPicPr>
            <a:picLocks noChangeAspect="1"/>
          </p:cNvPicPr>
          <p:nvPr/>
        </p:nvPicPr>
        <p:blipFill>
          <a:blip r:embed="rId6"/>
          <a:stretch>
            <a:fillRect/>
          </a:stretch>
        </p:blipFill>
        <p:spPr>
          <a:xfrm>
            <a:off x="4484915" y="2303242"/>
            <a:ext cx="602741" cy="656208"/>
          </a:xfrm>
          <a:prstGeom prst="rect">
            <a:avLst/>
          </a:prstGeom>
        </p:spPr>
      </p:pic>
      <p:pic>
        <p:nvPicPr>
          <p:cNvPr id="11" name="Image 10">
            <a:extLst>
              <a:ext uri="{FF2B5EF4-FFF2-40B4-BE49-F238E27FC236}">
                <a16:creationId xmlns:a16="http://schemas.microsoft.com/office/drawing/2014/main" id="{15F2F782-49E6-40A9-8A6F-03C58F2A7D9B}"/>
              </a:ext>
            </a:extLst>
          </p:cNvPr>
          <p:cNvPicPr>
            <a:picLocks noChangeAspect="1"/>
          </p:cNvPicPr>
          <p:nvPr/>
        </p:nvPicPr>
        <p:blipFill>
          <a:blip r:embed="rId7"/>
          <a:stretch>
            <a:fillRect/>
          </a:stretch>
        </p:blipFill>
        <p:spPr>
          <a:xfrm>
            <a:off x="6913721" y="2256966"/>
            <a:ext cx="677249" cy="778134"/>
          </a:xfrm>
          <a:prstGeom prst="rect">
            <a:avLst/>
          </a:prstGeom>
        </p:spPr>
      </p:pic>
      <p:pic>
        <p:nvPicPr>
          <p:cNvPr id="20" name="Image 19">
            <a:extLst>
              <a:ext uri="{FF2B5EF4-FFF2-40B4-BE49-F238E27FC236}">
                <a16:creationId xmlns:a16="http://schemas.microsoft.com/office/drawing/2014/main" id="{A2970B43-1E74-48A5-9EC3-226A19B544D1}"/>
              </a:ext>
            </a:extLst>
          </p:cNvPr>
          <p:cNvPicPr>
            <a:picLocks noChangeAspect="1"/>
          </p:cNvPicPr>
          <p:nvPr/>
        </p:nvPicPr>
        <p:blipFill>
          <a:blip r:embed="rId8"/>
          <a:stretch>
            <a:fillRect/>
          </a:stretch>
        </p:blipFill>
        <p:spPr>
          <a:xfrm>
            <a:off x="9565387" y="2219270"/>
            <a:ext cx="576872" cy="650664"/>
          </a:xfrm>
          <a:prstGeom prst="rect">
            <a:avLst/>
          </a:prstGeom>
        </p:spPr>
      </p:pic>
      <p:sp>
        <p:nvSpPr>
          <p:cNvPr id="2" name="Espace réservé du numéro de diapositive 4">
            <a:extLst>
              <a:ext uri="{FF2B5EF4-FFF2-40B4-BE49-F238E27FC236}">
                <a16:creationId xmlns:a16="http://schemas.microsoft.com/office/drawing/2014/main" id="{EE611779-4FEB-F50A-07CF-3FFD243DF0EE}"/>
              </a:ext>
            </a:extLst>
          </p:cNvPr>
          <p:cNvSpPr>
            <a:spLocks noGrp="1"/>
          </p:cNvSpPr>
          <p:nvPr>
            <p:ph type="sldNum" sz="quarter" idx="12"/>
          </p:nvPr>
        </p:nvSpPr>
        <p:spPr>
          <a:xfrm>
            <a:off x="5910331" y="6112633"/>
            <a:ext cx="723492" cy="500106"/>
          </a:xfrm>
          <a:prstGeom prst="ellipse">
            <a:avLst/>
          </a:prstGeom>
          <a:ln>
            <a:solidFill>
              <a:srgbClr val="0070C0"/>
            </a:solidFill>
          </a:ln>
        </p:spPr>
        <p:style>
          <a:lnRef idx="2">
            <a:schemeClr val="accent2"/>
          </a:lnRef>
          <a:fillRef idx="1">
            <a:schemeClr val="lt1"/>
          </a:fillRef>
          <a:effectRef idx="0">
            <a:schemeClr val="accent2"/>
          </a:effectRef>
          <a:fontRef idx="minor">
            <a:schemeClr val="dk1"/>
          </a:fontRef>
        </p:style>
        <p:txBody>
          <a:bodyPr/>
          <a:lstStyle/>
          <a:p>
            <a:r>
              <a:rPr lang="fr-ML" sz="2000" b="1" dirty="0">
                <a:solidFill>
                  <a:srgbClr val="002060"/>
                </a:solidFill>
                <a:latin typeface="Nunito Sans Black" pitchFamily="2" charset="0"/>
              </a:rPr>
              <a:t>23</a:t>
            </a:r>
          </a:p>
        </p:txBody>
      </p:sp>
    </p:spTree>
    <p:extLst>
      <p:ext uri="{BB962C8B-B14F-4D97-AF65-F5344CB8AC3E}">
        <p14:creationId xmlns:p14="http://schemas.microsoft.com/office/powerpoint/2010/main" val="3436461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accel="16000" decel="84000" fill="hold" nodeType="withEffect">
                                  <p:stCondLst>
                                    <p:cond delay="0"/>
                                  </p:stCondLst>
                                  <p:childTnLst>
                                    <p:set>
                                      <p:cBhvr>
                                        <p:cTn id="6" dur="1" fill="hold">
                                          <p:stCondLst>
                                            <p:cond delay="0"/>
                                          </p:stCondLst>
                                        </p:cTn>
                                        <p:tgtEl>
                                          <p:spTgt spid="78"/>
                                        </p:tgtEl>
                                        <p:attrNameLst>
                                          <p:attrName>style.visibility</p:attrName>
                                        </p:attrNameLst>
                                      </p:cBhvr>
                                      <p:to>
                                        <p:strVal val="visible"/>
                                      </p:to>
                                    </p:set>
                                    <p:anim calcmode="lin" valueType="num">
                                      <p:cBhvr additive="base">
                                        <p:cTn id="7" dur="1000" fill="hold"/>
                                        <p:tgtEl>
                                          <p:spTgt spid="78"/>
                                        </p:tgtEl>
                                        <p:attrNameLst>
                                          <p:attrName>ppt_x</p:attrName>
                                        </p:attrNameLst>
                                      </p:cBhvr>
                                      <p:tavLst>
                                        <p:tav tm="0">
                                          <p:val>
                                            <p:strVal val="0-#ppt_w/2"/>
                                          </p:val>
                                        </p:tav>
                                        <p:tav tm="100000">
                                          <p:val>
                                            <p:strVal val="#ppt_x"/>
                                          </p:val>
                                        </p:tav>
                                      </p:tavLst>
                                    </p:anim>
                                    <p:anim calcmode="lin" valueType="num">
                                      <p:cBhvr additive="base">
                                        <p:cTn id="8" dur="1000" fill="hold"/>
                                        <p:tgtEl>
                                          <p:spTgt spid="78"/>
                                        </p:tgtEl>
                                        <p:attrNameLst>
                                          <p:attrName>ppt_y</p:attrName>
                                        </p:attrNameLst>
                                      </p:cBhvr>
                                      <p:tavLst>
                                        <p:tav tm="0">
                                          <p:val>
                                            <p:strVal val="0-#ppt_h/2"/>
                                          </p:val>
                                        </p:tav>
                                        <p:tav tm="100000">
                                          <p:val>
                                            <p:strVal val="#ppt_y"/>
                                          </p:val>
                                        </p:tav>
                                      </p:tavLst>
                                    </p:anim>
                                  </p:childTnLst>
                                </p:cTn>
                              </p:par>
                              <p:par>
                                <p:cTn id="9" presetID="42" presetClass="entr" presetSubtype="0" fill="hold" nodeType="withEffect">
                                  <p:stCondLst>
                                    <p:cond delay="1250"/>
                                  </p:stCondLst>
                                  <p:childTnLst>
                                    <p:set>
                                      <p:cBhvr>
                                        <p:cTn id="10" dur="1" fill="hold">
                                          <p:stCondLst>
                                            <p:cond delay="0"/>
                                          </p:stCondLst>
                                        </p:cTn>
                                        <p:tgtEl>
                                          <p:spTgt spid="72"/>
                                        </p:tgtEl>
                                        <p:attrNameLst>
                                          <p:attrName>style.visibility</p:attrName>
                                        </p:attrNameLst>
                                      </p:cBhvr>
                                      <p:to>
                                        <p:strVal val="visible"/>
                                      </p:to>
                                    </p:set>
                                    <p:animEffect transition="in" filter="fade">
                                      <p:cBhvr>
                                        <p:cTn id="11" dur="1000"/>
                                        <p:tgtEl>
                                          <p:spTgt spid="72"/>
                                        </p:tgtEl>
                                      </p:cBhvr>
                                    </p:animEffect>
                                    <p:anim calcmode="lin" valueType="num">
                                      <p:cBhvr>
                                        <p:cTn id="12" dur="1000" fill="hold"/>
                                        <p:tgtEl>
                                          <p:spTgt spid="72"/>
                                        </p:tgtEl>
                                        <p:attrNameLst>
                                          <p:attrName>ppt_x</p:attrName>
                                        </p:attrNameLst>
                                      </p:cBhvr>
                                      <p:tavLst>
                                        <p:tav tm="0">
                                          <p:val>
                                            <p:strVal val="#ppt_x"/>
                                          </p:val>
                                        </p:tav>
                                        <p:tav tm="100000">
                                          <p:val>
                                            <p:strVal val="#ppt_x"/>
                                          </p:val>
                                        </p:tav>
                                      </p:tavLst>
                                    </p:anim>
                                    <p:anim calcmode="lin" valueType="num">
                                      <p:cBhvr>
                                        <p:cTn id="13" dur="1000" fill="hold"/>
                                        <p:tgtEl>
                                          <p:spTgt spid="72"/>
                                        </p:tgtEl>
                                        <p:attrNameLst>
                                          <p:attrName>ppt_y</p:attrName>
                                        </p:attrNameLst>
                                      </p:cBhvr>
                                      <p:tavLst>
                                        <p:tav tm="0">
                                          <p:val>
                                            <p:strVal val="#ppt_y+.1"/>
                                          </p:val>
                                        </p:tav>
                                        <p:tav tm="100000">
                                          <p:val>
                                            <p:strVal val="#ppt_y"/>
                                          </p:val>
                                        </p:tav>
                                      </p:tavLst>
                                    </p:anim>
                                  </p:childTnLst>
                                </p:cTn>
                              </p:par>
                              <p:par>
                                <p:cTn id="14" presetID="22" presetClass="entr" presetSubtype="8" fill="hold" grpId="0" nodeType="withEffect">
                                  <p:stCondLst>
                                    <p:cond delay="1250"/>
                                  </p:stCondLst>
                                  <p:childTnLst>
                                    <p:set>
                                      <p:cBhvr>
                                        <p:cTn id="15" dur="1" fill="hold">
                                          <p:stCondLst>
                                            <p:cond delay="0"/>
                                          </p:stCondLst>
                                        </p:cTn>
                                        <p:tgtEl>
                                          <p:spTgt spid="10"/>
                                        </p:tgtEl>
                                        <p:attrNameLst>
                                          <p:attrName>style.visibility</p:attrName>
                                        </p:attrNameLst>
                                      </p:cBhvr>
                                      <p:to>
                                        <p:strVal val="visible"/>
                                      </p:to>
                                    </p:set>
                                    <p:animEffect transition="in" filter="wipe(left)">
                                      <p:cBhvr>
                                        <p:cTn id="16" dur="500"/>
                                        <p:tgtEl>
                                          <p:spTgt spid="10"/>
                                        </p:tgtEl>
                                      </p:cBhvr>
                                    </p:animEffect>
                                  </p:childTnLst>
                                </p:cTn>
                              </p:par>
                              <p:par>
                                <p:cTn id="17" presetID="49" presetClass="entr" presetSubtype="0" decel="100000" fill="hold" nodeType="withEffect">
                                  <p:stCondLst>
                                    <p:cond delay="1750"/>
                                  </p:stCondLst>
                                  <p:childTnLst>
                                    <p:set>
                                      <p:cBhvr>
                                        <p:cTn id="18" dur="1" fill="hold">
                                          <p:stCondLst>
                                            <p:cond delay="0"/>
                                          </p:stCondLst>
                                        </p:cTn>
                                        <p:tgtEl>
                                          <p:spTgt spid="71"/>
                                        </p:tgtEl>
                                        <p:attrNameLst>
                                          <p:attrName>style.visibility</p:attrName>
                                        </p:attrNameLst>
                                      </p:cBhvr>
                                      <p:to>
                                        <p:strVal val="visible"/>
                                      </p:to>
                                    </p:set>
                                    <p:anim calcmode="lin" valueType="num">
                                      <p:cBhvr>
                                        <p:cTn id="19" dur="1250" fill="hold"/>
                                        <p:tgtEl>
                                          <p:spTgt spid="71"/>
                                        </p:tgtEl>
                                        <p:attrNameLst>
                                          <p:attrName>ppt_w</p:attrName>
                                        </p:attrNameLst>
                                      </p:cBhvr>
                                      <p:tavLst>
                                        <p:tav tm="0">
                                          <p:val>
                                            <p:fltVal val="0"/>
                                          </p:val>
                                        </p:tav>
                                        <p:tav tm="100000">
                                          <p:val>
                                            <p:strVal val="#ppt_w"/>
                                          </p:val>
                                        </p:tav>
                                      </p:tavLst>
                                    </p:anim>
                                    <p:anim calcmode="lin" valueType="num">
                                      <p:cBhvr>
                                        <p:cTn id="20" dur="1250" fill="hold"/>
                                        <p:tgtEl>
                                          <p:spTgt spid="71"/>
                                        </p:tgtEl>
                                        <p:attrNameLst>
                                          <p:attrName>ppt_h</p:attrName>
                                        </p:attrNameLst>
                                      </p:cBhvr>
                                      <p:tavLst>
                                        <p:tav tm="0">
                                          <p:val>
                                            <p:fltVal val="0"/>
                                          </p:val>
                                        </p:tav>
                                        <p:tav tm="100000">
                                          <p:val>
                                            <p:strVal val="#ppt_h"/>
                                          </p:val>
                                        </p:tav>
                                      </p:tavLst>
                                    </p:anim>
                                    <p:anim calcmode="lin" valueType="num">
                                      <p:cBhvr>
                                        <p:cTn id="21" dur="1250" fill="hold"/>
                                        <p:tgtEl>
                                          <p:spTgt spid="71"/>
                                        </p:tgtEl>
                                        <p:attrNameLst>
                                          <p:attrName>style.rotation</p:attrName>
                                        </p:attrNameLst>
                                      </p:cBhvr>
                                      <p:tavLst>
                                        <p:tav tm="0">
                                          <p:val>
                                            <p:fltVal val="360"/>
                                          </p:val>
                                        </p:tav>
                                        <p:tav tm="100000">
                                          <p:val>
                                            <p:fltVal val="0"/>
                                          </p:val>
                                        </p:tav>
                                      </p:tavLst>
                                    </p:anim>
                                    <p:animEffect transition="in" filter="fade">
                                      <p:cBhvr>
                                        <p:cTn id="22" dur="1250"/>
                                        <p:tgtEl>
                                          <p:spTgt spid="71"/>
                                        </p:tgtEl>
                                      </p:cBhvr>
                                    </p:animEffect>
                                  </p:childTnLst>
                                </p:cTn>
                              </p:par>
                              <p:par>
                                <p:cTn id="23" presetID="23" presetClass="entr" presetSubtype="16" fill="hold" grpId="0" nodeType="withEffect">
                                  <p:stCondLst>
                                    <p:cond delay="500"/>
                                  </p:stCondLst>
                                  <p:iterate type="lt">
                                    <p:tmPct val="10000"/>
                                  </p:iterate>
                                  <p:childTnLst>
                                    <p:set>
                                      <p:cBhvr>
                                        <p:cTn id="24" dur="1" fill="hold">
                                          <p:stCondLst>
                                            <p:cond delay="0"/>
                                          </p:stCondLst>
                                        </p:cTn>
                                        <p:tgtEl>
                                          <p:spTgt spid="9"/>
                                        </p:tgtEl>
                                        <p:attrNameLst>
                                          <p:attrName>style.visibility</p:attrName>
                                        </p:attrNameLst>
                                      </p:cBhvr>
                                      <p:to>
                                        <p:strVal val="visible"/>
                                      </p:to>
                                    </p:set>
                                    <p:anim calcmode="lin" valueType="num">
                                      <p:cBhvr>
                                        <p:cTn id="25" dur="500" fill="hold"/>
                                        <p:tgtEl>
                                          <p:spTgt spid="9"/>
                                        </p:tgtEl>
                                        <p:attrNameLst>
                                          <p:attrName>ppt_w</p:attrName>
                                        </p:attrNameLst>
                                      </p:cBhvr>
                                      <p:tavLst>
                                        <p:tav tm="0">
                                          <p:val>
                                            <p:fltVal val="0"/>
                                          </p:val>
                                        </p:tav>
                                        <p:tav tm="100000">
                                          <p:val>
                                            <p:strVal val="#ppt_w"/>
                                          </p:val>
                                        </p:tav>
                                      </p:tavLst>
                                    </p:anim>
                                    <p:anim calcmode="lin" valueType="num">
                                      <p:cBhvr>
                                        <p:cTn id="26"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49" presetClass="entr" presetSubtype="0" decel="100000"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p:cTn id="31" dur="1000" fill="hold"/>
                                        <p:tgtEl>
                                          <p:spTgt spid="3"/>
                                        </p:tgtEl>
                                        <p:attrNameLst>
                                          <p:attrName>ppt_w</p:attrName>
                                        </p:attrNameLst>
                                      </p:cBhvr>
                                      <p:tavLst>
                                        <p:tav tm="0">
                                          <p:val>
                                            <p:fltVal val="0"/>
                                          </p:val>
                                        </p:tav>
                                        <p:tav tm="100000">
                                          <p:val>
                                            <p:strVal val="#ppt_w"/>
                                          </p:val>
                                        </p:tav>
                                      </p:tavLst>
                                    </p:anim>
                                    <p:anim calcmode="lin" valueType="num">
                                      <p:cBhvr>
                                        <p:cTn id="32" dur="1000" fill="hold"/>
                                        <p:tgtEl>
                                          <p:spTgt spid="3"/>
                                        </p:tgtEl>
                                        <p:attrNameLst>
                                          <p:attrName>ppt_h</p:attrName>
                                        </p:attrNameLst>
                                      </p:cBhvr>
                                      <p:tavLst>
                                        <p:tav tm="0">
                                          <p:val>
                                            <p:fltVal val="0"/>
                                          </p:val>
                                        </p:tav>
                                        <p:tav tm="100000">
                                          <p:val>
                                            <p:strVal val="#ppt_h"/>
                                          </p:val>
                                        </p:tav>
                                      </p:tavLst>
                                    </p:anim>
                                    <p:anim calcmode="lin" valueType="num">
                                      <p:cBhvr>
                                        <p:cTn id="33" dur="1000" fill="hold"/>
                                        <p:tgtEl>
                                          <p:spTgt spid="3"/>
                                        </p:tgtEl>
                                        <p:attrNameLst>
                                          <p:attrName>style.rotation</p:attrName>
                                        </p:attrNameLst>
                                      </p:cBhvr>
                                      <p:tavLst>
                                        <p:tav tm="0">
                                          <p:val>
                                            <p:fltVal val="360"/>
                                          </p:val>
                                        </p:tav>
                                        <p:tav tm="100000">
                                          <p:val>
                                            <p:fltVal val="0"/>
                                          </p:val>
                                        </p:tav>
                                      </p:tavLst>
                                    </p:anim>
                                    <p:animEffect transition="in" filter="fade">
                                      <p:cBhvr>
                                        <p:cTn id="34" dur="1000"/>
                                        <p:tgtEl>
                                          <p:spTgt spid="3"/>
                                        </p:tgtEl>
                                      </p:cBhvr>
                                    </p:animEffect>
                                  </p:childTnLst>
                                </p:cTn>
                              </p:par>
                              <p:par>
                                <p:cTn id="35" presetID="2" presetClass="entr" presetSubtype="6" accel="16000" decel="84000" fill="hold" nodeType="withEffect">
                                  <p:stCondLst>
                                    <p:cond delay="0"/>
                                  </p:stCondLst>
                                  <p:childTnLst>
                                    <p:set>
                                      <p:cBhvr>
                                        <p:cTn id="36" dur="1" fill="hold">
                                          <p:stCondLst>
                                            <p:cond delay="0"/>
                                          </p:stCondLst>
                                        </p:cTn>
                                        <p:tgtEl>
                                          <p:spTgt spid="74"/>
                                        </p:tgtEl>
                                        <p:attrNameLst>
                                          <p:attrName>style.visibility</p:attrName>
                                        </p:attrNameLst>
                                      </p:cBhvr>
                                      <p:to>
                                        <p:strVal val="visible"/>
                                      </p:to>
                                    </p:set>
                                    <p:anim calcmode="lin" valueType="num">
                                      <p:cBhvr additive="base">
                                        <p:cTn id="37" dur="1000" fill="hold"/>
                                        <p:tgtEl>
                                          <p:spTgt spid="74"/>
                                        </p:tgtEl>
                                        <p:attrNameLst>
                                          <p:attrName>ppt_x</p:attrName>
                                        </p:attrNameLst>
                                      </p:cBhvr>
                                      <p:tavLst>
                                        <p:tav tm="0">
                                          <p:val>
                                            <p:strVal val="1+#ppt_w/2"/>
                                          </p:val>
                                        </p:tav>
                                        <p:tav tm="100000">
                                          <p:val>
                                            <p:strVal val="#ppt_x"/>
                                          </p:val>
                                        </p:tav>
                                      </p:tavLst>
                                    </p:anim>
                                    <p:anim calcmode="lin" valueType="num">
                                      <p:cBhvr additive="base">
                                        <p:cTn id="38" dur="1000" fill="hold"/>
                                        <p:tgtEl>
                                          <p:spTgt spid="74"/>
                                        </p:tgtEl>
                                        <p:attrNameLst>
                                          <p:attrName>ppt_y</p:attrName>
                                        </p:attrNameLst>
                                      </p:cBhvr>
                                      <p:tavLst>
                                        <p:tav tm="0">
                                          <p:val>
                                            <p:strVal val="1+#ppt_h/2"/>
                                          </p:val>
                                        </p:tav>
                                        <p:tav tm="100000">
                                          <p:val>
                                            <p:strVal val="#ppt_y"/>
                                          </p:val>
                                        </p:tav>
                                      </p:tavLst>
                                    </p:anim>
                                  </p:childTnLst>
                                </p:cTn>
                              </p:par>
                              <p:par>
                                <p:cTn id="39" presetID="49" presetClass="entr" presetSubtype="0" decel="100000" fill="hold" nodeType="withEffect">
                                  <p:stCondLst>
                                    <p:cond delay="0"/>
                                  </p:stCondLst>
                                  <p:childTnLst>
                                    <p:set>
                                      <p:cBhvr>
                                        <p:cTn id="40" dur="1" fill="hold">
                                          <p:stCondLst>
                                            <p:cond delay="0"/>
                                          </p:stCondLst>
                                        </p:cTn>
                                        <p:tgtEl>
                                          <p:spTgt spid="4"/>
                                        </p:tgtEl>
                                        <p:attrNameLst>
                                          <p:attrName>style.visibility</p:attrName>
                                        </p:attrNameLst>
                                      </p:cBhvr>
                                      <p:to>
                                        <p:strVal val="visible"/>
                                      </p:to>
                                    </p:set>
                                    <p:anim calcmode="lin" valueType="num">
                                      <p:cBhvr>
                                        <p:cTn id="41" dur="1000" fill="hold"/>
                                        <p:tgtEl>
                                          <p:spTgt spid="4"/>
                                        </p:tgtEl>
                                        <p:attrNameLst>
                                          <p:attrName>ppt_w</p:attrName>
                                        </p:attrNameLst>
                                      </p:cBhvr>
                                      <p:tavLst>
                                        <p:tav tm="0">
                                          <p:val>
                                            <p:fltVal val="0"/>
                                          </p:val>
                                        </p:tav>
                                        <p:tav tm="100000">
                                          <p:val>
                                            <p:strVal val="#ppt_w"/>
                                          </p:val>
                                        </p:tav>
                                      </p:tavLst>
                                    </p:anim>
                                    <p:anim calcmode="lin" valueType="num">
                                      <p:cBhvr>
                                        <p:cTn id="42" dur="1000" fill="hold"/>
                                        <p:tgtEl>
                                          <p:spTgt spid="4"/>
                                        </p:tgtEl>
                                        <p:attrNameLst>
                                          <p:attrName>ppt_h</p:attrName>
                                        </p:attrNameLst>
                                      </p:cBhvr>
                                      <p:tavLst>
                                        <p:tav tm="0">
                                          <p:val>
                                            <p:fltVal val="0"/>
                                          </p:val>
                                        </p:tav>
                                        <p:tav tm="100000">
                                          <p:val>
                                            <p:strVal val="#ppt_h"/>
                                          </p:val>
                                        </p:tav>
                                      </p:tavLst>
                                    </p:anim>
                                    <p:anim calcmode="lin" valueType="num">
                                      <p:cBhvr>
                                        <p:cTn id="43" dur="1000" fill="hold"/>
                                        <p:tgtEl>
                                          <p:spTgt spid="4"/>
                                        </p:tgtEl>
                                        <p:attrNameLst>
                                          <p:attrName>style.rotation</p:attrName>
                                        </p:attrNameLst>
                                      </p:cBhvr>
                                      <p:tavLst>
                                        <p:tav tm="0">
                                          <p:val>
                                            <p:fltVal val="360"/>
                                          </p:val>
                                        </p:tav>
                                        <p:tav tm="100000">
                                          <p:val>
                                            <p:fltVal val="0"/>
                                          </p:val>
                                        </p:tav>
                                      </p:tavLst>
                                    </p:anim>
                                    <p:animEffect transition="in" filter="fade">
                                      <p:cBhvr>
                                        <p:cTn id="44" dur="1000"/>
                                        <p:tgtEl>
                                          <p:spTgt spid="4"/>
                                        </p:tgtEl>
                                      </p:cBhvr>
                                    </p:animEffect>
                                  </p:childTnLst>
                                </p:cTn>
                              </p:par>
                              <p:par>
                                <p:cTn id="45" presetID="49" presetClass="entr" presetSubtype="0" decel="100000" fill="hold" nodeType="withEffect">
                                  <p:stCondLst>
                                    <p:cond delay="1500"/>
                                  </p:stCondLst>
                                  <p:childTnLst>
                                    <p:set>
                                      <p:cBhvr>
                                        <p:cTn id="46" dur="1" fill="hold">
                                          <p:stCondLst>
                                            <p:cond delay="0"/>
                                          </p:stCondLst>
                                        </p:cTn>
                                        <p:tgtEl>
                                          <p:spTgt spid="70"/>
                                        </p:tgtEl>
                                        <p:attrNameLst>
                                          <p:attrName>style.visibility</p:attrName>
                                        </p:attrNameLst>
                                      </p:cBhvr>
                                      <p:to>
                                        <p:strVal val="visible"/>
                                      </p:to>
                                    </p:set>
                                    <p:anim calcmode="lin" valueType="num">
                                      <p:cBhvr>
                                        <p:cTn id="47" dur="1250" fill="hold"/>
                                        <p:tgtEl>
                                          <p:spTgt spid="70"/>
                                        </p:tgtEl>
                                        <p:attrNameLst>
                                          <p:attrName>ppt_w</p:attrName>
                                        </p:attrNameLst>
                                      </p:cBhvr>
                                      <p:tavLst>
                                        <p:tav tm="0">
                                          <p:val>
                                            <p:fltVal val="0"/>
                                          </p:val>
                                        </p:tav>
                                        <p:tav tm="100000">
                                          <p:val>
                                            <p:strVal val="#ppt_w"/>
                                          </p:val>
                                        </p:tav>
                                      </p:tavLst>
                                    </p:anim>
                                    <p:anim calcmode="lin" valueType="num">
                                      <p:cBhvr>
                                        <p:cTn id="48" dur="1250" fill="hold"/>
                                        <p:tgtEl>
                                          <p:spTgt spid="70"/>
                                        </p:tgtEl>
                                        <p:attrNameLst>
                                          <p:attrName>ppt_h</p:attrName>
                                        </p:attrNameLst>
                                      </p:cBhvr>
                                      <p:tavLst>
                                        <p:tav tm="0">
                                          <p:val>
                                            <p:fltVal val="0"/>
                                          </p:val>
                                        </p:tav>
                                        <p:tav tm="100000">
                                          <p:val>
                                            <p:strVal val="#ppt_h"/>
                                          </p:val>
                                        </p:tav>
                                      </p:tavLst>
                                    </p:anim>
                                    <p:anim calcmode="lin" valueType="num">
                                      <p:cBhvr>
                                        <p:cTn id="49" dur="1250" fill="hold"/>
                                        <p:tgtEl>
                                          <p:spTgt spid="70"/>
                                        </p:tgtEl>
                                        <p:attrNameLst>
                                          <p:attrName>style.rotation</p:attrName>
                                        </p:attrNameLst>
                                      </p:cBhvr>
                                      <p:tavLst>
                                        <p:tav tm="0">
                                          <p:val>
                                            <p:fltVal val="360"/>
                                          </p:val>
                                        </p:tav>
                                        <p:tav tm="100000">
                                          <p:val>
                                            <p:fltVal val="0"/>
                                          </p:val>
                                        </p:tav>
                                      </p:tavLst>
                                    </p:anim>
                                    <p:animEffect transition="in" filter="fade">
                                      <p:cBhvr>
                                        <p:cTn id="50" dur="1250"/>
                                        <p:tgtEl>
                                          <p:spTgt spid="70"/>
                                        </p:tgtEl>
                                      </p:cBhvr>
                                    </p:animEffect>
                                  </p:childTnLst>
                                </p:cTn>
                              </p:par>
                              <p:par>
                                <p:cTn id="51" presetID="47" presetClass="entr" presetSubtype="0" fill="hold" nodeType="withEffect">
                                  <p:stCondLst>
                                    <p:cond delay="750"/>
                                  </p:stCondLst>
                                  <p:childTnLst>
                                    <p:set>
                                      <p:cBhvr>
                                        <p:cTn id="52" dur="1" fill="hold">
                                          <p:stCondLst>
                                            <p:cond delay="0"/>
                                          </p:stCondLst>
                                        </p:cTn>
                                        <p:tgtEl>
                                          <p:spTgt spid="68"/>
                                        </p:tgtEl>
                                        <p:attrNameLst>
                                          <p:attrName>style.visibility</p:attrName>
                                        </p:attrNameLst>
                                      </p:cBhvr>
                                      <p:to>
                                        <p:strVal val="visible"/>
                                      </p:to>
                                    </p:set>
                                    <p:animEffect transition="in" filter="fade">
                                      <p:cBhvr>
                                        <p:cTn id="53" dur="1000"/>
                                        <p:tgtEl>
                                          <p:spTgt spid="68"/>
                                        </p:tgtEl>
                                      </p:cBhvr>
                                    </p:animEffect>
                                    <p:anim calcmode="lin" valueType="num">
                                      <p:cBhvr>
                                        <p:cTn id="54" dur="1000" fill="hold"/>
                                        <p:tgtEl>
                                          <p:spTgt spid="68"/>
                                        </p:tgtEl>
                                        <p:attrNameLst>
                                          <p:attrName>ppt_x</p:attrName>
                                        </p:attrNameLst>
                                      </p:cBhvr>
                                      <p:tavLst>
                                        <p:tav tm="0">
                                          <p:val>
                                            <p:strVal val="#ppt_x"/>
                                          </p:val>
                                        </p:tav>
                                        <p:tav tm="100000">
                                          <p:val>
                                            <p:strVal val="#ppt_x"/>
                                          </p:val>
                                        </p:tav>
                                      </p:tavLst>
                                    </p:anim>
                                    <p:anim calcmode="lin" valueType="num">
                                      <p:cBhvr>
                                        <p:cTn id="55" dur="1000" fill="hold"/>
                                        <p:tgtEl>
                                          <p:spTgt spid="68"/>
                                        </p:tgtEl>
                                        <p:attrNameLst>
                                          <p:attrName>ppt_y</p:attrName>
                                        </p:attrNameLst>
                                      </p:cBhvr>
                                      <p:tavLst>
                                        <p:tav tm="0">
                                          <p:val>
                                            <p:strVal val="#ppt_y-.1"/>
                                          </p:val>
                                        </p:tav>
                                        <p:tav tm="100000">
                                          <p:val>
                                            <p:strVal val="#ppt_y"/>
                                          </p:val>
                                        </p:tav>
                                      </p:tavLst>
                                    </p:anim>
                                  </p:childTnLst>
                                </p:cTn>
                              </p:par>
                              <p:par>
                                <p:cTn id="56" presetID="12" presetClass="entr" presetSubtype="1" fill="hold" grpId="0" nodeType="withEffect">
                                  <p:stCondLst>
                                    <p:cond delay="1500"/>
                                  </p:stCondLst>
                                  <p:childTnLst>
                                    <p:set>
                                      <p:cBhvr>
                                        <p:cTn id="57" dur="1" fill="hold">
                                          <p:stCondLst>
                                            <p:cond delay="0"/>
                                          </p:stCondLst>
                                        </p:cTn>
                                        <p:tgtEl>
                                          <p:spTgt spid="44"/>
                                        </p:tgtEl>
                                        <p:attrNameLst>
                                          <p:attrName>style.visibility</p:attrName>
                                        </p:attrNameLst>
                                      </p:cBhvr>
                                      <p:to>
                                        <p:strVal val="visible"/>
                                      </p:to>
                                    </p:set>
                                    <p:anim calcmode="lin" valueType="num">
                                      <p:cBhvr additive="base">
                                        <p:cTn id="58" dur="500"/>
                                        <p:tgtEl>
                                          <p:spTgt spid="44"/>
                                        </p:tgtEl>
                                        <p:attrNameLst>
                                          <p:attrName>ppt_y</p:attrName>
                                        </p:attrNameLst>
                                      </p:cBhvr>
                                      <p:tavLst>
                                        <p:tav tm="0">
                                          <p:val>
                                            <p:strVal val="#ppt_y-#ppt_h*1.125000"/>
                                          </p:val>
                                        </p:tav>
                                        <p:tav tm="100000">
                                          <p:val>
                                            <p:strVal val="#ppt_y"/>
                                          </p:val>
                                        </p:tav>
                                      </p:tavLst>
                                    </p:anim>
                                    <p:animEffect transition="in" filter="wipe(down)">
                                      <p:cBhvr>
                                        <p:cTn id="59" dur="500"/>
                                        <p:tgtEl>
                                          <p:spTgt spid="44"/>
                                        </p:tgtEl>
                                      </p:cBhvr>
                                    </p:animEffect>
                                  </p:childTnLst>
                                </p:cTn>
                              </p:par>
                              <p:par>
                                <p:cTn id="60" presetID="12" presetClass="entr" presetSubtype="2" fill="hold" grpId="0" nodeType="withEffect">
                                  <p:stCondLst>
                                    <p:cond delay="2000"/>
                                  </p:stCondLst>
                                  <p:iterate type="lt">
                                    <p:tmPct val="10000"/>
                                  </p:iterate>
                                  <p:childTnLst>
                                    <p:set>
                                      <p:cBhvr>
                                        <p:cTn id="61" dur="1" fill="hold">
                                          <p:stCondLst>
                                            <p:cond delay="0"/>
                                          </p:stCondLst>
                                        </p:cTn>
                                        <p:tgtEl>
                                          <p:spTgt spid="21"/>
                                        </p:tgtEl>
                                        <p:attrNameLst>
                                          <p:attrName>style.visibility</p:attrName>
                                        </p:attrNameLst>
                                      </p:cBhvr>
                                      <p:to>
                                        <p:strVal val="visible"/>
                                      </p:to>
                                    </p:set>
                                    <p:anim calcmode="lin" valueType="num">
                                      <p:cBhvr additive="base">
                                        <p:cTn id="62" dur="500"/>
                                        <p:tgtEl>
                                          <p:spTgt spid="21"/>
                                        </p:tgtEl>
                                        <p:attrNameLst>
                                          <p:attrName>ppt_x</p:attrName>
                                        </p:attrNameLst>
                                      </p:cBhvr>
                                      <p:tavLst>
                                        <p:tav tm="0">
                                          <p:val>
                                            <p:strVal val="#ppt_x+#ppt_w*1.125000"/>
                                          </p:val>
                                        </p:tav>
                                        <p:tav tm="100000">
                                          <p:val>
                                            <p:strVal val="#ppt_x"/>
                                          </p:val>
                                        </p:tav>
                                      </p:tavLst>
                                    </p:anim>
                                    <p:animEffect transition="in" filter="wipe(left)">
                                      <p:cBhvr>
                                        <p:cTn id="63" dur="500"/>
                                        <p:tgtEl>
                                          <p:spTgt spid="21"/>
                                        </p:tgtEl>
                                      </p:cBhvr>
                                    </p:animEffect>
                                  </p:childTnLst>
                                </p:cTn>
                              </p:par>
                              <p:par>
                                <p:cTn id="64" presetID="12" presetClass="entr" presetSubtype="1" fill="hold" grpId="0" nodeType="withEffect">
                                  <p:stCondLst>
                                    <p:cond delay="1500"/>
                                  </p:stCondLst>
                                  <p:childTnLst>
                                    <p:set>
                                      <p:cBhvr>
                                        <p:cTn id="65" dur="1" fill="hold">
                                          <p:stCondLst>
                                            <p:cond delay="0"/>
                                          </p:stCondLst>
                                        </p:cTn>
                                        <p:tgtEl>
                                          <p:spTgt spid="45"/>
                                        </p:tgtEl>
                                        <p:attrNameLst>
                                          <p:attrName>style.visibility</p:attrName>
                                        </p:attrNameLst>
                                      </p:cBhvr>
                                      <p:to>
                                        <p:strVal val="visible"/>
                                      </p:to>
                                    </p:set>
                                    <p:anim calcmode="lin" valueType="num">
                                      <p:cBhvr additive="base">
                                        <p:cTn id="66" dur="500"/>
                                        <p:tgtEl>
                                          <p:spTgt spid="45"/>
                                        </p:tgtEl>
                                        <p:attrNameLst>
                                          <p:attrName>ppt_y</p:attrName>
                                        </p:attrNameLst>
                                      </p:cBhvr>
                                      <p:tavLst>
                                        <p:tav tm="0">
                                          <p:val>
                                            <p:strVal val="#ppt_y-#ppt_h*1.125000"/>
                                          </p:val>
                                        </p:tav>
                                        <p:tav tm="100000">
                                          <p:val>
                                            <p:strVal val="#ppt_y"/>
                                          </p:val>
                                        </p:tav>
                                      </p:tavLst>
                                    </p:anim>
                                    <p:animEffect transition="in" filter="wipe(down)">
                                      <p:cBhvr>
                                        <p:cTn id="67" dur="500"/>
                                        <p:tgtEl>
                                          <p:spTgt spid="45"/>
                                        </p:tgtEl>
                                      </p:cBhvr>
                                    </p:animEffect>
                                  </p:childTnLst>
                                </p:cTn>
                              </p:par>
                              <p:par>
                                <p:cTn id="68" presetID="12" presetClass="entr" presetSubtype="2" fill="hold" grpId="0" nodeType="withEffect">
                                  <p:stCondLst>
                                    <p:cond delay="2000"/>
                                  </p:stCondLst>
                                  <p:iterate type="lt">
                                    <p:tmPct val="10000"/>
                                  </p:iterate>
                                  <p:childTnLst>
                                    <p:set>
                                      <p:cBhvr>
                                        <p:cTn id="69" dur="1" fill="hold">
                                          <p:stCondLst>
                                            <p:cond delay="0"/>
                                          </p:stCondLst>
                                        </p:cTn>
                                        <p:tgtEl>
                                          <p:spTgt spid="24"/>
                                        </p:tgtEl>
                                        <p:attrNameLst>
                                          <p:attrName>style.visibility</p:attrName>
                                        </p:attrNameLst>
                                      </p:cBhvr>
                                      <p:to>
                                        <p:strVal val="visible"/>
                                      </p:to>
                                    </p:set>
                                    <p:anim calcmode="lin" valueType="num">
                                      <p:cBhvr additive="base">
                                        <p:cTn id="70" dur="500"/>
                                        <p:tgtEl>
                                          <p:spTgt spid="24"/>
                                        </p:tgtEl>
                                        <p:attrNameLst>
                                          <p:attrName>ppt_x</p:attrName>
                                        </p:attrNameLst>
                                      </p:cBhvr>
                                      <p:tavLst>
                                        <p:tav tm="0">
                                          <p:val>
                                            <p:strVal val="#ppt_x+#ppt_w*1.125000"/>
                                          </p:val>
                                        </p:tav>
                                        <p:tav tm="100000">
                                          <p:val>
                                            <p:strVal val="#ppt_x"/>
                                          </p:val>
                                        </p:tav>
                                      </p:tavLst>
                                    </p:anim>
                                    <p:animEffect transition="in" filter="wipe(left)">
                                      <p:cBhvr>
                                        <p:cTn id="71" dur="500"/>
                                        <p:tgtEl>
                                          <p:spTgt spid="24"/>
                                        </p:tgtEl>
                                      </p:cBhvr>
                                    </p:animEffect>
                                  </p:childTnLst>
                                </p:cTn>
                              </p:par>
                              <p:par>
                                <p:cTn id="72" presetID="49" presetClass="entr" presetSubtype="0" decel="100000" fill="hold" nodeType="withEffect">
                                  <p:stCondLst>
                                    <p:cond delay="2000"/>
                                  </p:stCondLst>
                                  <p:childTnLst>
                                    <p:set>
                                      <p:cBhvr>
                                        <p:cTn id="73" dur="1" fill="hold">
                                          <p:stCondLst>
                                            <p:cond delay="0"/>
                                          </p:stCondLst>
                                        </p:cTn>
                                        <p:tgtEl>
                                          <p:spTgt spid="14"/>
                                        </p:tgtEl>
                                        <p:attrNameLst>
                                          <p:attrName>style.visibility</p:attrName>
                                        </p:attrNameLst>
                                      </p:cBhvr>
                                      <p:to>
                                        <p:strVal val="visible"/>
                                      </p:to>
                                    </p:set>
                                    <p:anim calcmode="lin" valueType="num">
                                      <p:cBhvr>
                                        <p:cTn id="74" dur="1000" fill="hold"/>
                                        <p:tgtEl>
                                          <p:spTgt spid="14"/>
                                        </p:tgtEl>
                                        <p:attrNameLst>
                                          <p:attrName>ppt_w</p:attrName>
                                        </p:attrNameLst>
                                      </p:cBhvr>
                                      <p:tavLst>
                                        <p:tav tm="0">
                                          <p:val>
                                            <p:fltVal val="0"/>
                                          </p:val>
                                        </p:tav>
                                        <p:tav tm="100000">
                                          <p:val>
                                            <p:strVal val="#ppt_w"/>
                                          </p:val>
                                        </p:tav>
                                      </p:tavLst>
                                    </p:anim>
                                    <p:anim calcmode="lin" valueType="num">
                                      <p:cBhvr>
                                        <p:cTn id="75" dur="1000" fill="hold"/>
                                        <p:tgtEl>
                                          <p:spTgt spid="14"/>
                                        </p:tgtEl>
                                        <p:attrNameLst>
                                          <p:attrName>ppt_h</p:attrName>
                                        </p:attrNameLst>
                                      </p:cBhvr>
                                      <p:tavLst>
                                        <p:tav tm="0">
                                          <p:val>
                                            <p:fltVal val="0"/>
                                          </p:val>
                                        </p:tav>
                                        <p:tav tm="100000">
                                          <p:val>
                                            <p:strVal val="#ppt_h"/>
                                          </p:val>
                                        </p:tav>
                                      </p:tavLst>
                                    </p:anim>
                                    <p:anim calcmode="lin" valueType="num">
                                      <p:cBhvr>
                                        <p:cTn id="76" dur="1000" fill="hold"/>
                                        <p:tgtEl>
                                          <p:spTgt spid="14"/>
                                        </p:tgtEl>
                                        <p:attrNameLst>
                                          <p:attrName>style.rotation</p:attrName>
                                        </p:attrNameLst>
                                      </p:cBhvr>
                                      <p:tavLst>
                                        <p:tav tm="0">
                                          <p:val>
                                            <p:fltVal val="360"/>
                                          </p:val>
                                        </p:tav>
                                        <p:tav tm="100000">
                                          <p:val>
                                            <p:fltVal val="0"/>
                                          </p:val>
                                        </p:tav>
                                      </p:tavLst>
                                    </p:anim>
                                    <p:animEffect transition="in" filter="fade">
                                      <p:cBhvr>
                                        <p:cTn id="77" dur="1000"/>
                                        <p:tgtEl>
                                          <p:spTgt spid="14"/>
                                        </p:tgtEl>
                                      </p:cBhvr>
                                    </p:animEffect>
                                  </p:childTnLst>
                                </p:cTn>
                              </p:par>
                              <p:par>
                                <p:cTn id="78" presetID="12" presetClass="entr" presetSubtype="1" fill="hold" grpId="0" nodeType="withEffect">
                                  <p:stCondLst>
                                    <p:cond delay="1500"/>
                                  </p:stCondLst>
                                  <p:childTnLst>
                                    <p:set>
                                      <p:cBhvr>
                                        <p:cTn id="79" dur="1" fill="hold">
                                          <p:stCondLst>
                                            <p:cond delay="0"/>
                                          </p:stCondLst>
                                        </p:cTn>
                                        <p:tgtEl>
                                          <p:spTgt spid="46"/>
                                        </p:tgtEl>
                                        <p:attrNameLst>
                                          <p:attrName>style.visibility</p:attrName>
                                        </p:attrNameLst>
                                      </p:cBhvr>
                                      <p:to>
                                        <p:strVal val="visible"/>
                                      </p:to>
                                    </p:set>
                                    <p:anim calcmode="lin" valueType="num">
                                      <p:cBhvr additive="base">
                                        <p:cTn id="80" dur="500"/>
                                        <p:tgtEl>
                                          <p:spTgt spid="46"/>
                                        </p:tgtEl>
                                        <p:attrNameLst>
                                          <p:attrName>ppt_y</p:attrName>
                                        </p:attrNameLst>
                                      </p:cBhvr>
                                      <p:tavLst>
                                        <p:tav tm="0">
                                          <p:val>
                                            <p:strVal val="#ppt_y-#ppt_h*1.125000"/>
                                          </p:val>
                                        </p:tav>
                                        <p:tav tm="100000">
                                          <p:val>
                                            <p:strVal val="#ppt_y"/>
                                          </p:val>
                                        </p:tav>
                                      </p:tavLst>
                                    </p:anim>
                                    <p:animEffect transition="in" filter="wipe(down)">
                                      <p:cBhvr>
                                        <p:cTn id="81" dur="500"/>
                                        <p:tgtEl>
                                          <p:spTgt spid="46"/>
                                        </p:tgtEl>
                                      </p:cBhvr>
                                    </p:animEffect>
                                  </p:childTnLst>
                                </p:cTn>
                              </p:par>
                              <p:par>
                                <p:cTn id="82" presetID="12" presetClass="entr" presetSubtype="2" fill="hold" grpId="0" nodeType="withEffect">
                                  <p:stCondLst>
                                    <p:cond delay="2000"/>
                                  </p:stCondLst>
                                  <p:iterate type="lt">
                                    <p:tmPct val="10000"/>
                                  </p:iterate>
                                  <p:childTnLst>
                                    <p:set>
                                      <p:cBhvr>
                                        <p:cTn id="83" dur="1" fill="hold">
                                          <p:stCondLst>
                                            <p:cond delay="0"/>
                                          </p:stCondLst>
                                        </p:cTn>
                                        <p:tgtEl>
                                          <p:spTgt spid="27"/>
                                        </p:tgtEl>
                                        <p:attrNameLst>
                                          <p:attrName>style.visibility</p:attrName>
                                        </p:attrNameLst>
                                      </p:cBhvr>
                                      <p:to>
                                        <p:strVal val="visible"/>
                                      </p:to>
                                    </p:set>
                                    <p:anim calcmode="lin" valueType="num">
                                      <p:cBhvr additive="base">
                                        <p:cTn id="84" dur="500"/>
                                        <p:tgtEl>
                                          <p:spTgt spid="27"/>
                                        </p:tgtEl>
                                        <p:attrNameLst>
                                          <p:attrName>ppt_x</p:attrName>
                                        </p:attrNameLst>
                                      </p:cBhvr>
                                      <p:tavLst>
                                        <p:tav tm="0">
                                          <p:val>
                                            <p:strVal val="#ppt_x+#ppt_w*1.125000"/>
                                          </p:val>
                                        </p:tav>
                                        <p:tav tm="100000">
                                          <p:val>
                                            <p:strVal val="#ppt_x"/>
                                          </p:val>
                                        </p:tav>
                                      </p:tavLst>
                                    </p:anim>
                                    <p:animEffect transition="in" filter="wipe(left)">
                                      <p:cBhvr>
                                        <p:cTn id="85" dur="500"/>
                                        <p:tgtEl>
                                          <p:spTgt spid="27"/>
                                        </p:tgtEl>
                                      </p:cBhvr>
                                    </p:animEffect>
                                  </p:childTnLst>
                                </p:cTn>
                              </p:par>
                              <p:par>
                                <p:cTn id="86" presetID="49" presetClass="entr" presetSubtype="0" decel="100000" fill="hold" nodeType="withEffect">
                                  <p:stCondLst>
                                    <p:cond delay="2000"/>
                                  </p:stCondLst>
                                  <p:childTnLst>
                                    <p:set>
                                      <p:cBhvr>
                                        <p:cTn id="87" dur="1" fill="hold">
                                          <p:stCondLst>
                                            <p:cond delay="0"/>
                                          </p:stCondLst>
                                        </p:cTn>
                                        <p:tgtEl>
                                          <p:spTgt spid="17"/>
                                        </p:tgtEl>
                                        <p:attrNameLst>
                                          <p:attrName>style.visibility</p:attrName>
                                        </p:attrNameLst>
                                      </p:cBhvr>
                                      <p:to>
                                        <p:strVal val="visible"/>
                                      </p:to>
                                    </p:set>
                                    <p:anim calcmode="lin" valueType="num">
                                      <p:cBhvr>
                                        <p:cTn id="88" dur="1000" fill="hold"/>
                                        <p:tgtEl>
                                          <p:spTgt spid="17"/>
                                        </p:tgtEl>
                                        <p:attrNameLst>
                                          <p:attrName>ppt_w</p:attrName>
                                        </p:attrNameLst>
                                      </p:cBhvr>
                                      <p:tavLst>
                                        <p:tav tm="0">
                                          <p:val>
                                            <p:fltVal val="0"/>
                                          </p:val>
                                        </p:tav>
                                        <p:tav tm="100000">
                                          <p:val>
                                            <p:strVal val="#ppt_w"/>
                                          </p:val>
                                        </p:tav>
                                      </p:tavLst>
                                    </p:anim>
                                    <p:anim calcmode="lin" valueType="num">
                                      <p:cBhvr>
                                        <p:cTn id="89" dur="1000" fill="hold"/>
                                        <p:tgtEl>
                                          <p:spTgt spid="17"/>
                                        </p:tgtEl>
                                        <p:attrNameLst>
                                          <p:attrName>ppt_h</p:attrName>
                                        </p:attrNameLst>
                                      </p:cBhvr>
                                      <p:tavLst>
                                        <p:tav tm="0">
                                          <p:val>
                                            <p:fltVal val="0"/>
                                          </p:val>
                                        </p:tav>
                                        <p:tav tm="100000">
                                          <p:val>
                                            <p:strVal val="#ppt_h"/>
                                          </p:val>
                                        </p:tav>
                                      </p:tavLst>
                                    </p:anim>
                                    <p:anim calcmode="lin" valueType="num">
                                      <p:cBhvr>
                                        <p:cTn id="90" dur="1000" fill="hold"/>
                                        <p:tgtEl>
                                          <p:spTgt spid="17"/>
                                        </p:tgtEl>
                                        <p:attrNameLst>
                                          <p:attrName>style.rotation</p:attrName>
                                        </p:attrNameLst>
                                      </p:cBhvr>
                                      <p:tavLst>
                                        <p:tav tm="0">
                                          <p:val>
                                            <p:fltVal val="360"/>
                                          </p:val>
                                        </p:tav>
                                        <p:tav tm="100000">
                                          <p:val>
                                            <p:fltVal val="0"/>
                                          </p:val>
                                        </p:tav>
                                      </p:tavLst>
                                    </p:anim>
                                    <p:animEffect transition="in" filter="fade">
                                      <p:cBhvr>
                                        <p:cTn id="91" dur="1000"/>
                                        <p:tgtEl>
                                          <p:spTgt spid="17"/>
                                        </p:tgtEl>
                                      </p:cBhvr>
                                    </p:animEffect>
                                  </p:childTnLst>
                                </p:cTn>
                              </p:par>
                              <p:par>
                                <p:cTn id="92" presetID="12" presetClass="entr" presetSubtype="1" fill="hold" grpId="0" nodeType="withEffect">
                                  <p:stCondLst>
                                    <p:cond delay="1500"/>
                                  </p:stCondLst>
                                  <p:childTnLst>
                                    <p:set>
                                      <p:cBhvr>
                                        <p:cTn id="93" dur="1" fill="hold">
                                          <p:stCondLst>
                                            <p:cond delay="0"/>
                                          </p:stCondLst>
                                        </p:cTn>
                                        <p:tgtEl>
                                          <p:spTgt spid="47"/>
                                        </p:tgtEl>
                                        <p:attrNameLst>
                                          <p:attrName>style.visibility</p:attrName>
                                        </p:attrNameLst>
                                      </p:cBhvr>
                                      <p:to>
                                        <p:strVal val="visible"/>
                                      </p:to>
                                    </p:set>
                                    <p:anim calcmode="lin" valueType="num">
                                      <p:cBhvr additive="base">
                                        <p:cTn id="94" dur="500"/>
                                        <p:tgtEl>
                                          <p:spTgt spid="47"/>
                                        </p:tgtEl>
                                        <p:attrNameLst>
                                          <p:attrName>ppt_y</p:attrName>
                                        </p:attrNameLst>
                                      </p:cBhvr>
                                      <p:tavLst>
                                        <p:tav tm="0">
                                          <p:val>
                                            <p:strVal val="#ppt_y-#ppt_h*1.125000"/>
                                          </p:val>
                                        </p:tav>
                                        <p:tav tm="100000">
                                          <p:val>
                                            <p:strVal val="#ppt_y"/>
                                          </p:val>
                                        </p:tav>
                                      </p:tavLst>
                                    </p:anim>
                                    <p:animEffect transition="in" filter="wipe(down)">
                                      <p:cBhvr>
                                        <p:cTn id="95" dur="500"/>
                                        <p:tgtEl>
                                          <p:spTgt spid="47"/>
                                        </p:tgtEl>
                                      </p:cBhvr>
                                    </p:animEffect>
                                  </p:childTnLst>
                                </p:cTn>
                              </p:par>
                              <p:par>
                                <p:cTn id="96" presetID="12" presetClass="entr" presetSubtype="2" fill="hold" grpId="0" nodeType="withEffect">
                                  <p:stCondLst>
                                    <p:cond delay="2000"/>
                                  </p:stCondLst>
                                  <p:iterate type="lt">
                                    <p:tmPct val="10000"/>
                                  </p:iterate>
                                  <p:childTnLst>
                                    <p:set>
                                      <p:cBhvr>
                                        <p:cTn id="97" dur="1" fill="hold">
                                          <p:stCondLst>
                                            <p:cond delay="0"/>
                                          </p:stCondLst>
                                        </p:cTn>
                                        <p:tgtEl>
                                          <p:spTgt spid="30"/>
                                        </p:tgtEl>
                                        <p:attrNameLst>
                                          <p:attrName>style.visibility</p:attrName>
                                        </p:attrNameLst>
                                      </p:cBhvr>
                                      <p:to>
                                        <p:strVal val="visible"/>
                                      </p:to>
                                    </p:set>
                                    <p:anim calcmode="lin" valueType="num">
                                      <p:cBhvr additive="base">
                                        <p:cTn id="98" dur="500"/>
                                        <p:tgtEl>
                                          <p:spTgt spid="30"/>
                                        </p:tgtEl>
                                        <p:attrNameLst>
                                          <p:attrName>ppt_x</p:attrName>
                                        </p:attrNameLst>
                                      </p:cBhvr>
                                      <p:tavLst>
                                        <p:tav tm="0">
                                          <p:val>
                                            <p:strVal val="#ppt_x+#ppt_w*1.125000"/>
                                          </p:val>
                                        </p:tav>
                                        <p:tav tm="100000">
                                          <p:val>
                                            <p:strVal val="#ppt_x"/>
                                          </p:val>
                                        </p:tav>
                                      </p:tavLst>
                                    </p:anim>
                                    <p:animEffect transition="in" filter="wipe(left)">
                                      <p:cBhvr>
                                        <p:cTn id="99"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21" grpId="0"/>
      <p:bldP spid="24" grpId="0"/>
      <p:bldP spid="27" grpId="0"/>
      <p:bldP spid="30" grpId="0"/>
      <p:bldP spid="44" grpId="0" animBg="1"/>
      <p:bldP spid="45" grpId="0" animBg="1"/>
      <p:bldP spid="46" grpId="0" animBg="1"/>
      <p:bldP spid="4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602057">
            <a:off x="8271727" y="-755902"/>
            <a:ext cx="4160490" cy="1450971"/>
          </a:xfrm>
          <a:custGeom>
            <a:avLst/>
            <a:gdLst/>
            <a:ahLst/>
            <a:cxnLst/>
            <a:rect l="l" t="t" r="r" b="b"/>
            <a:pathLst>
              <a:path w="6240735" h="2176456">
                <a:moveTo>
                  <a:pt x="0" y="0"/>
                </a:moveTo>
                <a:lnTo>
                  <a:pt x="6240735" y="0"/>
                </a:lnTo>
                <a:lnTo>
                  <a:pt x="6240735" y="2176457"/>
                </a:lnTo>
                <a:lnTo>
                  <a:pt x="0" y="217645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pPr defTabSz="609630"/>
            <a:endParaRPr lang="fr-ML" sz="1200">
              <a:solidFill>
                <a:prstClr val="black"/>
              </a:solidFill>
              <a:latin typeface="Calibri"/>
            </a:endParaRPr>
          </a:p>
        </p:txBody>
      </p:sp>
      <p:sp>
        <p:nvSpPr>
          <p:cNvPr id="3" name="Freeform 3"/>
          <p:cNvSpPr/>
          <p:nvPr/>
        </p:nvSpPr>
        <p:spPr>
          <a:xfrm rot="-201626" flipV="1">
            <a:off x="-293655" y="-794968"/>
            <a:ext cx="4384525" cy="1529103"/>
          </a:xfrm>
          <a:custGeom>
            <a:avLst/>
            <a:gdLst/>
            <a:ahLst/>
            <a:cxnLst/>
            <a:rect l="l" t="t" r="r" b="b"/>
            <a:pathLst>
              <a:path w="6576787" h="2293655">
                <a:moveTo>
                  <a:pt x="0" y="2293655"/>
                </a:moveTo>
                <a:lnTo>
                  <a:pt x="6576787" y="2293655"/>
                </a:lnTo>
                <a:lnTo>
                  <a:pt x="6576787" y="0"/>
                </a:lnTo>
                <a:lnTo>
                  <a:pt x="0" y="0"/>
                </a:lnTo>
                <a:lnTo>
                  <a:pt x="0" y="2293655"/>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pPr defTabSz="609630"/>
            <a:endParaRPr lang="fr-ML" sz="1200">
              <a:solidFill>
                <a:prstClr val="black"/>
              </a:solidFill>
              <a:latin typeface="Calibri"/>
            </a:endParaRPr>
          </a:p>
        </p:txBody>
      </p:sp>
      <p:sp>
        <p:nvSpPr>
          <p:cNvPr id="4" name="Freeform 4"/>
          <p:cNvSpPr/>
          <p:nvPr/>
        </p:nvSpPr>
        <p:spPr>
          <a:xfrm>
            <a:off x="4390972" y="4102564"/>
            <a:ext cx="1513945" cy="1513945"/>
          </a:xfrm>
          <a:custGeom>
            <a:avLst/>
            <a:gdLst/>
            <a:ahLst/>
            <a:cxnLst/>
            <a:rect l="l" t="t" r="r" b="b"/>
            <a:pathLst>
              <a:path w="2270917" h="2270917">
                <a:moveTo>
                  <a:pt x="0" y="0"/>
                </a:moveTo>
                <a:lnTo>
                  <a:pt x="2270917" y="0"/>
                </a:lnTo>
                <a:lnTo>
                  <a:pt x="2270917" y="2270916"/>
                </a:lnTo>
                <a:lnTo>
                  <a:pt x="0" y="227091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pPr defTabSz="609630"/>
            <a:endParaRPr lang="fr-ML" sz="1200">
              <a:solidFill>
                <a:prstClr val="black"/>
              </a:solidFill>
              <a:latin typeface="Calibri"/>
            </a:endParaRPr>
          </a:p>
        </p:txBody>
      </p:sp>
      <p:sp>
        <p:nvSpPr>
          <p:cNvPr id="5" name="Freeform 5"/>
          <p:cNvSpPr/>
          <p:nvPr/>
        </p:nvSpPr>
        <p:spPr>
          <a:xfrm>
            <a:off x="6134489" y="2264285"/>
            <a:ext cx="1513945" cy="1513945"/>
          </a:xfrm>
          <a:custGeom>
            <a:avLst/>
            <a:gdLst/>
            <a:ahLst/>
            <a:cxnLst/>
            <a:rect l="l" t="t" r="r" b="b"/>
            <a:pathLst>
              <a:path w="2270917" h="2270917">
                <a:moveTo>
                  <a:pt x="0" y="0"/>
                </a:moveTo>
                <a:lnTo>
                  <a:pt x="2270916" y="0"/>
                </a:lnTo>
                <a:lnTo>
                  <a:pt x="2270916" y="2270917"/>
                </a:lnTo>
                <a:lnTo>
                  <a:pt x="0" y="227091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pPr defTabSz="609630"/>
            <a:endParaRPr lang="fr-ML" sz="1200">
              <a:solidFill>
                <a:prstClr val="black"/>
              </a:solidFill>
              <a:latin typeface="Calibri"/>
            </a:endParaRPr>
          </a:p>
        </p:txBody>
      </p:sp>
      <p:sp>
        <p:nvSpPr>
          <p:cNvPr id="6" name="Freeform 6"/>
          <p:cNvSpPr/>
          <p:nvPr/>
        </p:nvSpPr>
        <p:spPr>
          <a:xfrm>
            <a:off x="4505147" y="4216739"/>
            <a:ext cx="1285595" cy="1285595"/>
          </a:xfrm>
          <a:custGeom>
            <a:avLst/>
            <a:gdLst/>
            <a:ahLst/>
            <a:cxnLst/>
            <a:rect l="l" t="t" r="r" b="b"/>
            <a:pathLst>
              <a:path w="1928392" h="1928392">
                <a:moveTo>
                  <a:pt x="0" y="0"/>
                </a:moveTo>
                <a:lnTo>
                  <a:pt x="1928392" y="0"/>
                </a:lnTo>
                <a:lnTo>
                  <a:pt x="1928392" y="1928392"/>
                </a:lnTo>
                <a:lnTo>
                  <a:pt x="0" y="192839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pPr defTabSz="609630"/>
            <a:endParaRPr lang="fr-ML" sz="1200">
              <a:solidFill>
                <a:prstClr val="black"/>
              </a:solidFill>
              <a:latin typeface="Calibri"/>
            </a:endParaRPr>
          </a:p>
        </p:txBody>
      </p:sp>
      <p:sp>
        <p:nvSpPr>
          <p:cNvPr id="7" name="Freeform 7"/>
          <p:cNvSpPr/>
          <p:nvPr/>
        </p:nvSpPr>
        <p:spPr>
          <a:xfrm>
            <a:off x="6248663" y="2378460"/>
            <a:ext cx="1285595" cy="1285595"/>
          </a:xfrm>
          <a:custGeom>
            <a:avLst/>
            <a:gdLst/>
            <a:ahLst/>
            <a:cxnLst/>
            <a:rect l="l" t="t" r="r" b="b"/>
            <a:pathLst>
              <a:path w="1928392" h="1928392">
                <a:moveTo>
                  <a:pt x="0" y="0"/>
                </a:moveTo>
                <a:lnTo>
                  <a:pt x="1928392" y="0"/>
                </a:lnTo>
                <a:lnTo>
                  <a:pt x="1928392" y="1928392"/>
                </a:lnTo>
                <a:lnTo>
                  <a:pt x="0" y="192839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pPr defTabSz="609630"/>
            <a:endParaRPr lang="fr-ML" sz="1200">
              <a:solidFill>
                <a:prstClr val="black"/>
              </a:solidFill>
              <a:latin typeface="Calibri"/>
            </a:endParaRPr>
          </a:p>
        </p:txBody>
      </p:sp>
      <p:sp>
        <p:nvSpPr>
          <p:cNvPr id="8" name="Freeform 8"/>
          <p:cNvSpPr/>
          <p:nvPr/>
        </p:nvSpPr>
        <p:spPr>
          <a:xfrm>
            <a:off x="4571806" y="4283398"/>
            <a:ext cx="1152277" cy="1152277"/>
          </a:xfrm>
          <a:custGeom>
            <a:avLst/>
            <a:gdLst/>
            <a:ahLst/>
            <a:cxnLst/>
            <a:rect l="l" t="t" r="r" b="b"/>
            <a:pathLst>
              <a:path w="1728415" h="1728415">
                <a:moveTo>
                  <a:pt x="0" y="0"/>
                </a:moveTo>
                <a:lnTo>
                  <a:pt x="1728415" y="0"/>
                </a:lnTo>
                <a:lnTo>
                  <a:pt x="1728415" y="1728416"/>
                </a:lnTo>
                <a:lnTo>
                  <a:pt x="0" y="1728416"/>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pPr defTabSz="609630"/>
            <a:endParaRPr lang="fr-ML" sz="1200">
              <a:solidFill>
                <a:prstClr val="black"/>
              </a:solidFill>
              <a:latin typeface="Calibri"/>
            </a:endParaRPr>
          </a:p>
        </p:txBody>
      </p:sp>
      <p:sp>
        <p:nvSpPr>
          <p:cNvPr id="9" name="Freeform 9"/>
          <p:cNvSpPr/>
          <p:nvPr/>
        </p:nvSpPr>
        <p:spPr>
          <a:xfrm>
            <a:off x="6315322" y="2445119"/>
            <a:ext cx="1152277" cy="1152277"/>
          </a:xfrm>
          <a:custGeom>
            <a:avLst/>
            <a:gdLst/>
            <a:ahLst/>
            <a:cxnLst/>
            <a:rect l="l" t="t" r="r" b="b"/>
            <a:pathLst>
              <a:path w="1728415" h="1728415">
                <a:moveTo>
                  <a:pt x="0" y="0"/>
                </a:moveTo>
                <a:lnTo>
                  <a:pt x="1728415" y="0"/>
                </a:lnTo>
                <a:lnTo>
                  <a:pt x="1728415" y="1728415"/>
                </a:lnTo>
                <a:lnTo>
                  <a:pt x="0" y="1728415"/>
                </a:lnTo>
                <a:lnTo>
                  <a:pt x="0" y="0"/>
                </a:lnTo>
                <a:close/>
              </a:path>
            </a:pathLst>
          </a:custGeom>
          <a:blipFill>
            <a:blip r:embed="rId13">
              <a:extLst>
                <a:ext uri="{96DAC541-7B7A-43D3-8B79-37D633B846F1}">
                  <asvg:svgBlip xmlns:asvg="http://schemas.microsoft.com/office/drawing/2016/SVG/main" r:embed="rId14"/>
                </a:ext>
              </a:extLst>
            </a:blip>
            <a:stretch>
              <a:fillRect/>
            </a:stretch>
          </a:blipFill>
          <a:ln>
            <a:noFill/>
          </a:ln>
        </p:spPr>
        <p:txBody>
          <a:bodyPr/>
          <a:lstStyle/>
          <a:p>
            <a:pPr defTabSz="609630"/>
            <a:endParaRPr lang="fr-ML" sz="1200">
              <a:solidFill>
                <a:prstClr val="black"/>
              </a:solidFill>
              <a:latin typeface="Calibri"/>
            </a:endParaRPr>
          </a:p>
        </p:txBody>
      </p:sp>
      <p:sp>
        <p:nvSpPr>
          <p:cNvPr id="10" name="Freeform 10"/>
          <p:cNvSpPr/>
          <p:nvPr/>
        </p:nvSpPr>
        <p:spPr>
          <a:xfrm>
            <a:off x="4390972" y="2264285"/>
            <a:ext cx="1513945" cy="1513945"/>
          </a:xfrm>
          <a:custGeom>
            <a:avLst/>
            <a:gdLst/>
            <a:ahLst/>
            <a:cxnLst/>
            <a:rect l="l" t="t" r="r" b="b"/>
            <a:pathLst>
              <a:path w="2270917" h="2270917">
                <a:moveTo>
                  <a:pt x="0" y="0"/>
                </a:moveTo>
                <a:lnTo>
                  <a:pt x="2270917" y="0"/>
                </a:lnTo>
                <a:lnTo>
                  <a:pt x="2270917" y="2270917"/>
                </a:lnTo>
                <a:lnTo>
                  <a:pt x="0" y="227091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pPr defTabSz="609630"/>
            <a:endParaRPr lang="fr-ML" sz="1200">
              <a:solidFill>
                <a:prstClr val="black"/>
              </a:solidFill>
              <a:latin typeface="Calibri"/>
            </a:endParaRPr>
          </a:p>
        </p:txBody>
      </p:sp>
      <p:sp>
        <p:nvSpPr>
          <p:cNvPr id="11" name="Freeform 11"/>
          <p:cNvSpPr/>
          <p:nvPr/>
        </p:nvSpPr>
        <p:spPr>
          <a:xfrm>
            <a:off x="6235116" y="4097725"/>
            <a:ext cx="1518783" cy="1518783"/>
          </a:xfrm>
          <a:custGeom>
            <a:avLst/>
            <a:gdLst/>
            <a:ahLst/>
            <a:cxnLst/>
            <a:rect l="l" t="t" r="r" b="b"/>
            <a:pathLst>
              <a:path w="2278174" h="2278174">
                <a:moveTo>
                  <a:pt x="0" y="0"/>
                </a:moveTo>
                <a:lnTo>
                  <a:pt x="2278174" y="0"/>
                </a:lnTo>
                <a:lnTo>
                  <a:pt x="2278174" y="2278174"/>
                </a:lnTo>
                <a:lnTo>
                  <a:pt x="0" y="227817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pPr defTabSz="609630"/>
            <a:endParaRPr lang="fr-ML" sz="1200">
              <a:solidFill>
                <a:prstClr val="black"/>
              </a:solidFill>
              <a:latin typeface="Calibri"/>
            </a:endParaRPr>
          </a:p>
        </p:txBody>
      </p:sp>
      <p:sp>
        <p:nvSpPr>
          <p:cNvPr id="12" name="Freeform 12"/>
          <p:cNvSpPr/>
          <p:nvPr/>
        </p:nvSpPr>
        <p:spPr>
          <a:xfrm>
            <a:off x="4505147" y="2378460"/>
            <a:ext cx="1285595" cy="1285595"/>
          </a:xfrm>
          <a:custGeom>
            <a:avLst/>
            <a:gdLst/>
            <a:ahLst/>
            <a:cxnLst/>
            <a:rect l="l" t="t" r="r" b="b"/>
            <a:pathLst>
              <a:path w="1928392" h="1928392">
                <a:moveTo>
                  <a:pt x="0" y="0"/>
                </a:moveTo>
                <a:lnTo>
                  <a:pt x="1928392" y="0"/>
                </a:lnTo>
                <a:lnTo>
                  <a:pt x="1928392" y="1928392"/>
                </a:lnTo>
                <a:lnTo>
                  <a:pt x="0" y="1928392"/>
                </a:lnTo>
                <a:lnTo>
                  <a:pt x="0" y="0"/>
                </a:lnTo>
                <a:close/>
              </a:path>
            </a:pathLst>
          </a:custGeom>
          <a:blipFill>
            <a:blip r:embed="rId13">
              <a:extLst>
                <a:ext uri="{96DAC541-7B7A-43D3-8B79-37D633B846F1}">
                  <asvg:svgBlip xmlns:asvg="http://schemas.microsoft.com/office/drawing/2016/SVG/main" r:embed="rId14"/>
                </a:ext>
              </a:extLst>
            </a:blip>
            <a:stretch>
              <a:fillRect/>
            </a:stretch>
          </a:blipFill>
          <a:ln>
            <a:noFill/>
          </a:ln>
        </p:spPr>
        <p:txBody>
          <a:bodyPr/>
          <a:lstStyle/>
          <a:p>
            <a:pPr defTabSz="609630"/>
            <a:endParaRPr lang="fr-ML" sz="1200">
              <a:solidFill>
                <a:prstClr val="black"/>
              </a:solidFill>
              <a:latin typeface="Calibri"/>
            </a:endParaRPr>
          </a:p>
        </p:txBody>
      </p:sp>
      <p:sp>
        <p:nvSpPr>
          <p:cNvPr id="13" name="Freeform 13"/>
          <p:cNvSpPr/>
          <p:nvPr/>
        </p:nvSpPr>
        <p:spPr>
          <a:xfrm>
            <a:off x="6349657" y="4212266"/>
            <a:ext cx="1289703" cy="1289703"/>
          </a:xfrm>
          <a:custGeom>
            <a:avLst/>
            <a:gdLst/>
            <a:ahLst/>
            <a:cxnLst/>
            <a:rect l="l" t="t" r="r" b="b"/>
            <a:pathLst>
              <a:path w="1934555" h="1934555">
                <a:moveTo>
                  <a:pt x="0" y="0"/>
                </a:moveTo>
                <a:lnTo>
                  <a:pt x="1934555" y="0"/>
                </a:lnTo>
                <a:lnTo>
                  <a:pt x="1934555" y="1934555"/>
                </a:lnTo>
                <a:lnTo>
                  <a:pt x="0" y="1934555"/>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pPr defTabSz="609630"/>
            <a:endParaRPr lang="fr-ML" sz="1200">
              <a:solidFill>
                <a:prstClr val="black"/>
              </a:solidFill>
              <a:latin typeface="Calibri"/>
            </a:endParaRPr>
          </a:p>
        </p:txBody>
      </p:sp>
      <p:sp>
        <p:nvSpPr>
          <p:cNvPr id="14" name="Freeform 14"/>
          <p:cNvSpPr/>
          <p:nvPr/>
        </p:nvSpPr>
        <p:spPr>
          <a:xfrm>
            <a:off x="4571806" y="2445119"/>
            <a:ext cx="1152277" cy="1152277"/>
          </a:xfrm>
          <a:custGeom>
            <a:avLst/>
            <a:gdLst/>
            <a:ahLst/>
            <a:cxnLst/>
            <a:rect l="l" t="t" r="r" b="b"/>
            <a:pathLst>
              <a:path w="1728415" h="1728415">
                <a:moveTo>
                  <a:pt x="0" y="0"/>
                </a:moveTo>
                <a:lnTo>
                  <a:pt x="1728415" y="0"/>
                </a:lnTo>
                <a:lnTo>
                  <a:pt x="1728415" y="1728415"/>
                </a:lnTo>
                <a:lnTo>
                  <a:pt x="0" y="1728415"/>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pPr defTabSz="609630"/>
            <a:endParaRPr lang="fr-ML" sz="1200">
              <a:solidFill>
                <a:prstClr val="black"/>
              </a:solidFill>
              <a:latin typeface="Calibri"/>
            </a:endParaRPr>
          </a:p>
        </p:txBody>
      </p:sp>
      <p:sp>
        <p:nvSpPr>
          <p:cNvPr id="15" name="Freeform 15"/>
          <p:cNvSpPr/>
          <p:nvPr/>
        </p:nvSpPr>
        <p:spPr>
          <a:xfrm>
            <a:off x="6416529" y="4279138"/>
            <a:ext cx="1155959" cy="1155959"/>
          </a:xfrm>
          <a:custGeom>
            <a:avLst/>
            <a:gdLst/>
            <a:ahLst/>
            <a:cxnLst/>
            <a:rect l="l" t="t" r="r" b="b"/>
            <a:pathLst>
              <a:path w="1733939" h="1733939">
                <a:moveTo>
                  <a:pt x="0" y="0"/>
                </a:moveTo>
                <a:lnTo>
                  <a:pt x="1733939" y="0"/>
                </a:lnTo>
                <a:lnTo>
                  <a:pt x="1733939" y="1733939"/>
                </a:lnTo>
                <a:lnTo>
                  <a:pt x="0" y="173393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pPr defTabSz="609630"/>
            <a:endParaRPr lang="fr-ML" sz="1200">
              <a:solidFill>
                <a:prstClr val="black"/>
              </a:solidFill>
              <a:latin typeface="Calibri"/>
            </a:endParaRPr>
          </a:p>
        </p:txBody>
      </p:sp>
      <p:sp>
        <p:nvSpPr>
          <p:cNvPr id="16" name="Freeform 16"/>
          <p:cNvSpPr/>
          <p:nvPr/>
        </p:nvSpPr>
        <p:spPr>
          <a:xfrm>
            <a:off x="6500579" y="2626998"/>
            <a:ext cx="737324" cy="656219"/>
          </a:xfrm>
          <a:custGeom>
            <a:avLst/>
            <a:gdLst/>
            <a:ahLst/>
            <a:cxnLst/>
            <a:rect l="l" t="t" r="r" b="b"/>
            <a:pathLst>
              <a:path w="1105986" h="984328">
                <a:moveTo>
                  <a:pt x="0" y="0"/>
                </a:moveTo>
                <a:lnTo>
                  <a:pt x="1105987" y="0"/>
                </a:lnTo>
                <a:lnTo>
                  <a:pt x="1105987" y="984328"/>
                </a:lnTo>
                <a:lnTo>
                  <a:pt x="0" y="984328"/>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pPr defTabSz="609630"/>
            <a:endParaRPr lang="fr-ML" sz="1200">
              <a:solidFill>
                <a:prstClr val="black"/>
              </a:solidFill>
              <a:latin typeface="Calibri"/>
            </a:endParaRPr>
          </a:p>
        </p:txBody>
      </p:sp>
      <p:sp>
        <p:nvSpPr>
          <p:cNvPr id="17" name="Freeform 17"/>
          <p:cNvSpPr/>
          <p:nvPr/>
        </p:nvSpPr>
        <p:spPr>
          <a:xfrm>
            <a:off x="4766732" y="2752979"/>
            <a:ext cx="762425" cy="536557"/>
          </a:xfrm>
          <a:custGeom>
            <a:avLst/>
            <a:gdLst/>
            <a:ahLst/>
            <a:cxnLst/>
            <a:rect l="l" t="t" r="r" b="b"/>
            <a:pathLst>
              <a:path w="1143638" h="804835">
                <a:moveTo>
                  <a:pt x="0" y="0"/>
                </a:moveTo>
                <a:lnTo>
                  <a:pt x="1143638" y="0"/>
                </a:lnTo>
                <a:lnTo>
                  <a:pt x="1143638" y="804836"/>
                </a:lnTo>
                <a:lnTo>
                  <a:pt x="0" y="804836"/>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txBody>
          <a:bodyPr/>
          <a:lstStyle/>
          <a:p>
            <a:pPr defTabSz="609630"/>
            <a:endParaRPr lang="fr-ML" sz="1200">
              <a:solidFill>
                <a:prstClr val="black"/>
              </a:solidFill>
              <a:latin typeface="Calibri"/>
            </a:endParaRPr>
          </a:p>
        </p:txBody>
      </p:sp>
      <p:sp>
        <p:nvSpPr>
          <p:cNvPr id="18" name="Freeform 18"/>
          <p:cNvSpPr/>
          <p:nvPr/>
        </p:nvSpPr>
        <p:spPr>
          <a:xfrm>
            <a:off x="6666338" y="4481285"/>
            <a:ext cx="725965" cy="732373"/>
          </a:xfrm>
          <a:custGeom>
            <a:avLst/>
            <a:gdLst/>
            <a:ahLst/>
            <a:cxnLst/>
            <a:rect l="l" t="t" r="r" b="b"/>
            <a:pathLst>
              <a:path w="1088947" h="1098559">
                <a:moveTo>
                  <a:pt x="0" y="0"/>
                </a:moveTo>
                <a:lnTo>
                  <a:pt x="1088947" y="0"/>
                </a:lnTo>
                <a:lnTo>
                  <a:pt x="1088947" y="1098560"/>
                </a:lnTo>
                <a:lnTo>
                  <a:pt x="0" y="1098560"/>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pPr defTabSz="609630"/>
            <a:endParaRPr lang="fr-ML" sz="1200">
              <a:solidFill>
                <a:prstClr val="black"/>
              </a:solidFill>
              <a:latin typeface="Calibri"/>
            </a:endParaRPr>
          </a:p>
        </p:txBody>
      </p:sp>
      <p:sp>
        <p:nvSpPr>
          <p:cNvPr id="19" name="Freeform 19"/>
          <p:cNvSpPr/>
          <p:nvPr/>
        </p:nvSpPr>
        <p:spPr>
          <a:xfrm>
            <a:off x="4834259" y="4532605"/>
            <a:ext cx="627371" cy="629732"/>
          </a:xfrm>
          <a:custGeom>
            <a:avLst/>
            <a:gdLst/>
            <a:ahLst/>
            <a:cxnLst/>
            <a:rect l="l" t="t" r="r" b="b"/>
            <a:pathLst>
              <a:path w="941056" h="944598">
                <a:moveTo>
                  <a:pt x="0" y="0"/>
                </a:moveTo>
                <a:lnTo>
                  <a:pt x="941056" y="0"/>
                </a:lnTo>
                <a:lnTo>
                  <a:pt x="941056" y="944598"/>
                </a:lnTo>
                <a:lnTo>
                  <a:pt x="0" y="944598"/>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pPr defTabSz="609630"/>
            <a:endParaRPr lang="fr-ML" sz="1200" dirty="0">
              <a:solidFill>
                <a:prstClr val="black"/>
              </a:solidFill>
              <a:latin typeface="Calibri"/>
            </a:endParaRPr>
          </a:p>
        </p:txBody>
      </p:sp>
      <p:sp>
        <p:nvSpPr>
          <p:cNvPr id="20" name="TextBox 20"/>
          <p:cNvSpPr txBox="1"/>
          <p:nvPr/>
        </p:nvSpPr>
        <p:spPr>
          <a:xfrm>
            <a:off x="3958577" y="668964"/>
            <a:ext cx="4274849" cy="423962"/>
          </a:xfrm>
          <a:prstGeom prst="rect">
            <a:avLst/>
          </a:prstGeom>
        </p:spPr>
        <p:txBody>
          <a:bodyPr lIns="0" tIns="0" rIns="0" bIns="0" rtlCol="0" anchor="t">
            <a:spAutoFit/>
          </a:bodyPr>
          <a:lstStyle/>
          <a:p>
            <a:pPr algn="ctr" defTabSz="609630">
              <a:lnSpc>
                <a:spcPts val="3013"/>
              </a:lnSpc>
            </a:pPr>
            <a:r>
              <a:rPr lang="en-US" sz="4000" spc="-79" dirty="0">
                <a:solidFill>
                  <a:srgbClr val="000000"/>
                </a:solidFill>
                <a:latin typeface="ADLaM Display" panose="02010000000000000000" pitchFamily="2" charset="0"/>
                <a:ea typeface="ADLaM Display" panose="02010000000000000000" pitchFamily="2" charset="0"/>
                <a:cs typeface="ADLaM Display" panose="02010000000000000000" pitchFamily="2" charset="0"/>
                <a:sym typeface="Poppins Bold"/>
              </a:rPr>
              <a:t>PERSPECTIVES</a:t>
            </a:r>
          </a:p>
        </p:txBody>
      </p:sp>
      <p:sp>
        <p:nvSpPr>
          <p:cNvPr id="25" name="TextBox 25"/>
          <p:cNvSpPr txBox="1"/>
          <p:nvPr/>
        </p:nvSpPr>
        <p:spPr>
          <a:xfrm>
            <a:off x="7833691" y="2749388"/>
            <a:ext cx="3388405" cy="541174"/>
          </a:xfrm>
          <a:prstGeom prst="rect">
            <a:avLst/>
          </a:prstGeom>
        </p:spPr>
        <p:txBody>
          <a:bodyPr lIns="0" tIns="0" rIns="0" bIns="0" rtlCol="0" anchor="t">
            <a:spAutoFit/>
          </a:bodyPr>
          <a:lstStyle/>
          <a:p>
            <a:pPr algn="ctr" defTabSz="609630">
              <a:lnSpc>
                <a:spcPts val="2053"/>
              </a:lnSpc>
            </a:pPr>
            <a:r>
              <a:rPr lang="en-US" sz="1817" spc="-54" dirty="0">
                <a:solidFill>
                  <a:srgbClr val="000000"/>
                </a:solidFill>
                <a:latin typeface="Nunito Sans Black" pitchFamily="2" charset="0"/>
                <a:ea typeface="Poppins Bold"/>
                <a:cs typeface="Poppins Bold"/>
                <a:sym typeface="Poppins Bold"/>
              </a:rPr>
              <a:t>Implementer la Gestion des retraites</a:t>
            </a:r>
          </a:p>
        </p:txBody>
      </p:sp>
      <p:sp>
        <p:nvSpPr>
          <p:cNvPr id="26" name="TextBox 26"/>
          <p:cNvSpPr txBox="1"/>
          <p:nvPr/>
        </p:nvSpPr>
        <p:spPr>
          <a:xfrm>
            <a:off x="1246470" y="2752979"/>
            <a:ext cx="2931129" cy="541174"/>
          </a:xfrm>
          <a:prstGeom prst="rect">
            <a:avLst/>
          </a:prstGeom>
        </p:spPr>
        <p:txBody>
          <a:bodyPr lIns="0" tIns="0" rIns="0" bIns="0" rtlCol="0" anchor="t">
            <a:spAutoFit/>
          </a:bodyPr>
          <a:lstStyle/>
          <a:p>
            <a:pPr algn="ctr" defTabSz="609630">
              <a:lnSpc>
                <a:spcPts val="2053"/>
              </a:lnSpc>
            </a:pPr>
            <a:r>
              <a:rPr lang="fr-FR" sz="1817" spc="-54" dirty="0">
                <a:solidFill>
                  <a:srgbClr val="000000"/>
                </a:solidFill>
                <a:latin typeface="Nunito Sans Black" pitchFamily="2" charset="0"/>
                <a:ea typeface="Poppins Bold"/>
                <a:cs typeface="Poppins Bold"/>
                <a:sym typeface="Poppins Bold"/>
              </a:rPr>
              <a:t>Implémenter la Gestion des prêts </a:t>
            </a:r>
            <a:endParaRPr lang="en-US" sz="1817" spc="-54" dirty="0">
              <a:solidFill>
                <a:srgbClr val="000000"/>
              </a:solidFill>
              <a:latin typeface="Nunito Sans Black" pitchFamily="2" charset="0"/>
              <a:ea typeface="Poppins Bold"/>
              <a:cs typeface="Poppins Bold"/>
              <a:sym typeface="Poppins Bold"/>
            </a:endParaRPr>
          </a:p>
        </p:txBody>
      </p:sp>
      <p:sp>
        <p:nvSpPr>
          <p:cNvPr id="27" name="TextBox 27"/>
          <p:cNvSpPr txBox="1"/>
          <p:nvPr/>
        </p:nvSpPr>
        <p:spPr>
          <a:xfrm>
            <a:off x="8003708" y="4711440"/>
            <a:ext cx="3842781" cy="272062"/>
          </a:xfrm>
          <a:prstGeom prst="rect">
            <a:avLst/>
          </a:prstGeom>
        </p:spPr>
        <p:txBody>
          <a:bodyPr wrap="square" lIns="0" tIns="0" rIns="0" bIns="0" rtlCol="0" anchor="t">
            <a:spAutoFit/>
          </a:bodyPr>
          <a:lstStyle/>
          <a:p>
            <a:pPr algn="ctr" defTabSz="609630">
              <a:lnSpc>
                <a:spcPts val="2059"/>
              </a:lnSpc>
            </a:pPr>
            <a:r>
              <a:rPr lang="fr-FR" sz="1822" spc="-55" dirty="0">
                <a:solidFill>
                  <a:srgbClr val="000000"/>
                </a:solidFill>
                <a:latin typeface="Nunito Sans Black" pitchFamily="2" charset="0"/>
                <a:ea typeface="Poppins Bold"/>
                <a:cs typeface="Poppins Bold"/>
                <a:sym typeface="Poppins Bold"/>
              </a:rPr>
              <a:t>Migrer de PostgreSQL vers Oracle</a:t>
            </a:r>
            <a:endParaRPr lang="en-US" sz="1822" spc="-55" dirty="0">
              <a:solidFill>
                <a:srgbClr val="000000"/>
              </a:solidFill>
              <a:latin typeface="Nunito Sans Black" pitchFamily="2" charset="0"/>
              <a:ea typeface="Poppins Bold"/>
              <a:cs typeface="Poppins Bold"/>
              <a:sym typeface="Poppins Bold"/>
            </a:endParaRPr>
          </a:p>
        </p:txBody>
      </p:sp>
      <p:sp>
        <p:nvSpPr>
          <p:cNvPr id="28" name="TextBox 28"/>
          <p:cNvSpPr txBox="1"/>
          <p:nvPr/>
        </p:nvSpPr>
        <p:spPr>
          <a:xfrm>
            <a:off x="812742" y="4795889"/>
            <a:ext cx="3388405" cy="271869"/>
          </a:xfrm>
          <a:prstGeom prst="rect">
            <a:avLst/>
          </a:prstGeom>
        </p:spPr>
        <p:txBody>
          <a:bodyPr lIns="0" tIns="0" rIns="0" bIns="0" rtlCol="0" anchor="t">
            <a:spAutoFit/>
          </a:bodyPr>
          <a:lstStyle/>
          <a:p>
            <a:pPr algn="ctr" defTabSz="609630">
              <a:lnSpc>
                <a:spcPts val="2053"/>
              </a:lnSpc>
            </a:pPr>
            <a:r>
              <a:rPr lang="fr-FR" sz="1817" spc="-54" dirty="0">
                <a:solidFill>
                  <a:srgbClr val="000000"/>
                </a:solidFill>
                <a:latin typeface="Nunito Sans Black" pitchFamily="2" charset="0"/>
                <a:ea typeface="Poppins Bold"/>
                <a:cs typeface="Poppins Bold"/>
                <a:sym typeface="Poppins Bold"/>
              </a:rPr>
              <a:t>Intégrer OptiRH dans un ERP </a:t>
            </a:r>
            <a:endParaRPr lang="en-US" sz="1817" spc="-54" dirty="0">
              <a:solidFill>
                <a:srgbClr val="000000"/>
              </a:solidFill>
              <a:latin typeface="Nunito Sans Black" pitchFamily="2" charset="0"/>
              <a:ea typeface="Poppins Bold"/>
              <a:cs typeface="Poppins Bold"/>
              <a:sym typeface="Poppins Bold"/>
            </a:endParaRPr>
          </a:p>
        </p:txBody>
      </p:sp>
      <p:grpSp>
        <p:nvGrpSpPr>
          <p:cNvPr id="29" name="Group 29"/>
          <p:cNvGrpSpPr/>
          <p:nvPr/>
        </p:nvGrpSpPr>
        <p:grpSpPr>
          <a:xfrm>
            <a:off x="-895271" y="6677667"/>
            <a:ext cx="13982542" cy="489534"/>
            <a:chOff x="0" y="0"/>
            <a:chExt cx="11607985" cy="406400"/>
          </a:xfrm>
          <a:solidFill>
            <a:srgbClr val="3B41C9"/>
          </a:solidFill>
        </p:grpSpPr>
        <p:sp>
          <p:nvSpPr>
            <p:cNvPr id="30" name="Freeform 30"/>
            <p:cNvSpPr/>
            <p:nvPr/>
          </p:nvSpPr>
          <p:spPr>
            <a:xfrm>
              <a:off x="0" y="0"/>
              <a:ext cx="11607985" cy="406400"/>
            </a:xfrm>
            <a:custGeom>
              <a:avLst/>
              <a:gdLst/>
              <a:ahLst/>
              <a:cxnLst/>
              <a:rect l="l" t="t" r="r" b="b"/>
              <a:pathLst>
                <a:path w="11607985" h="406400">
                  <a:moveTo>
                    <a:pt x="11404785" y="0"/>
                  </a:moveTo>
                  <a:cubicBezTo>
                    <a:pt x="11517009" y="0"/>
                    <a:pt x="11607985" y="90976"/>
                    <a:pt x="11607985" y="203200"/>
                  </a:cubicBezTo>
                  <a:cubicBezTo>
                    <a:pt x="11607985" y="315424"/>
                    <a:pt x="11517009" y="406400"/>
                    <a:pt x="11404785" y="406400"/>
                  </a:cubicBezTo>
                  <a:lnTo>
                    <a:pt x="203200" y="406400"/>
                  </a:lnTo>
                  <a:cubicBezTo>
                    <a:pt x="90976" y="406400"/>
                    <a:pt x="0" y="315424"/>
                    <a:pt x="0" y="203200"/>
                  </a:cubicBezTo>
                  <a:cubicBezTo>
                    <a:pt x="0" y="90976"/>
                    <a:pt x="90976" y="0"/>
                    <a:pt x="203200" y="0"/>
                  </a:cubicBezTo>
                  <a:close/>
                </a:path>
              </a:pathLst>
            </a:custGeom>
            <a:grpFill/>
          </p:spPr>
          <p:txBody>
            <a:bodyPr/>
            <a:lstStyle/>
            <a:p>
              <a:pPr defTabSz="609630"/>
              <a:endParaRPr lang="fr-ML" sz="1200">
                <a:solidFill>
                  <a:prstClr val="black"/>
                </a:solidFill>
                <a:latin typeface="Calibri"/>
              </a:endParaRPr>
            </a:p>
          </p:txBody>
        </p:sp>
        <p:sp>
          <p:nvSpPr>
            <p:cNvPr id="31" name="TextBox 31"/>
            <p:cNvSpPr txBox="1"/>
            <p:nvPr/>
          </p:nvSpPr>
          <p:spPr>
            <a:xfrm>
              <a:off x="0" y="-57150"/>
              <a:ext cx="11607985" cy="463550"/>
            </a:xfrm>
            <a:prstGeom prst="rect">
              <a:avLst/>
            </a:prstGeom>
            <a:grpFill/>
          </p:spPr>
          <p:txBody>
            <a:bodyPr lIns="33867" tIns="33867" rIns="33867" bIns="33867" rtlCol="0" anchor="ctr"/>
            <a:lstStyle/>
            <a:p>
              <a:pPr algn="ctr" defTabSz="609630">
                <a:lnSpc>
                  <a:spcPts val="1773"/>
                </a:lnSpc>
              </a:pPr>
              <a:endParaRPr sz="1200">
                <a:solidFill>
                  <a:prstClr val="black"/>
                </a:solidFill>
                <a:latin typeface="Calibri"/>
              </a:endParaRPr>
            </a:p>
          </p:txBody>
        </p:sp>
      </p:grpSp>
      <p:sp>
        <p:nvSpPr>
          <p:cNvPr id="21" name="Espace réservé du numéro de diapositive 4">
            <a:extLst>
              <a:ext uri="{FF2B5EF4-FFF2-40B4-BE49-F238E27FC236}">
                <a16:creationId xmlns:a16="http://schemas.microsoft.com/office/drawing/2014/main" id="{7501FCB2-4B4C-A21A-89C7-74E5F455800C}"/>
              </a:ext>
            </a:extLst>
          </p:cNvPr>
          <p:cNvSpPr>
            <a:spLocks noGrp="1"/>
          </p:cNvSpPr>
          <p:nvPr>
            <p:ph type="sldNum" sz="quarter" idx="12"/>
          </p:nvPr>
        </p:nvSpPr>
        <p:spPr>
          <a:xfrm>
            <a:off x="5734254" y="5994180"/>
            <a:ext cx="723492" cy="500106"/>
          </a:xfrm>
          <a:prstGeom prst="ellipse">
            <a:avLst/>
          </a:prstGeom>
          <a:ln>
            <a:solidFill>
              <a:srgbClr val="0070C0"/>
            </a:solidFill>
          </a:ln>
        </p:spPr>
        <p:style>
          <a:lnRef idx="2">
            <a:schemeClr val="accent2"/>
          </a:lnRef>
          <a:fillRef idx="1">
            <a:schemeClr val="lt1"/>
          </a:fillRef>
          <a:effectRef idx="0">
            <a:schemeClr val="accent2"/>
          </a:effectRef>
          <a:fontRef idx="minor">
            <a:schemeClr val="dk1"/>
          </a:fontRef>
        </p:style>
        <p:txBody>
          <a:bodyPr/>
          <a:lstStyle/>
          <a:p>
            <a:r>
              <a:rPr lang="fr-ML" sz="2000" b="1" dirty="0">
                <a:solidFill>
                  <a:srgbClr val="002060"/>
                </a:solidFill>
                <a:latin typeface="Nunito Sans Black" pitchFamily="2" charset="0"/>
              </a:rPr>
              <a:t>24</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anim calcmode="lin" valueType="num">
                                      <p:cBhvr>
                                        <p:cTn id="8" dur="500" fill="hold"/>
                                        <p:tgtEl>
                                          <p:spTgt spid="14"/>
                                        </p:tgtEl>
                                        <p:attrNameLst>
                                          <p:attrName>ppt_x</p:attrName>
                                        </p:attrNameLst>
                                      </p:cBhvr>
                                      <p:tavLst>
                                        <p:tav tm="0">
                                          <p:val>
                                            <p:strVal val="#ppt_x"/>
                                          </p:val>
                                        </p:tav>
                                        <p:tav tm="100000">
                                          <p:val>
                                            <p:strVal val="#ppt_x"/>
                                          </p:val>
                                        </p:tav>
                                      </p:tavLst>
                                    </p:anim>
                                    <p:anim calcmode="lin" valueType="num">
                                      <p:cBhvr>
                                        <p:cTn id="9" dur="500" fill="hold"/>
                                        <p:tgtEl>
                                          <p:spTgt spid="14"/>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21" presetClass="entr" presetSubtype="1" fill="hold" grpId="0" nodeType="after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heel(1)">
                                      <p:cBhvr>
                                        <p:cTn id="13" dur="1000"/>
                                        <p:tgtEl>
                                          <p:spTgt spid="12"/>
                                        </p:tgtEl>
                                      </p:cBhvr>
                                    </p:animEffect>
                                  </p:childTnLst>
                                </p:cTn>
                              </p:par>
                              <p:par>
                                <p:cTn id="14" presetID="53" presetClass="entr" presetSubtype="16"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 calcmode="lin" valueType="num">
                                      <p:cBhvr>
                                        <p:cTn id="16" dur="500" fill="hold"/>
                                        <p:tgtEl>
                                          <p:spTgt spid="17"/>
                                        </p:tgtEl>
                                        <p:attrNameLst>
                                          <p:attrName>ppt_w</p:attrName>
                                        </p:attrNameLst>
                                      </p:cBhvr>
                                      <p:tavLst>
                                        <p:tav tm="0">
                                          <p:val>
                                            <p:fltVal val="0"/>
                                          </p:val>
                                        </p:tav>
                                        <p:tav tm="100000">
                                          <p:val>
                                            <p:strVal val="#ppt_w"/>
                                          </p:val>
                                        </p:tav>
                                      </p:tavLst>
                                    </p:anim>
                                    <p:anim calcmode="lin" valueType="num">
                                      <p:cBhvr>
                                        <p:cTn id="17" dur="500" fill="hold"/>
                                        <p:tgtEl>
                                          <p:spTgt spid="17"/>
                                        </p:tgtEl>
                                        <p:attrNameLst>
                                          <p:attrName>ppt_h</p:attrName>
                                        </p:attrNameLst>
                                      </p:cBhvr>
                                      <p:tavLst>
                                        <p:tav tm="0">
                                          <p:val>
                                            <p:fltVal val="0"/>
                                          </p:val>
                                        </p:tav>
                                        <p:tav tm="100000">
                                          <p:val>
                                            <p:strVal val="#ppt_h"/>
                                          </p:val>
                                        </p:tav>
                                      </p:tavLst>
                                    </p:anim>
                                    <p:animEffect transition="in" filter="fade">
                                      <p:cBhvr>
                                        <p:cTn id="18" dur="500"/>
                                        <p:tgtEl>
                                          <p:spTgt spid="17"/>
                                        </p:tgtEl>
                                      </p:cBhvr>
                                    </p:animEffect>
                                  </p:childTnLst>
                                </p:cTn>
                              </p:par>
                              <p:par>
                                <p:cTn id="19" presetID="47" presetClass="entr" presetSubtype="0"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00"/>
                                        <p:tgtEl>
                                          <p:spTgt spid="26"/>
                                        </p:tgtEl>
                                      </p:cBhvr>
                                    </p:animEffect>
                                    <p:anim calcmode="lin" valueType="num">
                                      <p:cBhvr>
                                        <p:cTn id="22" dur="500" fill="hold"/>
                                        <p:tgtEl>
                                          <p:spTgt spid="26"/>
                                        </p:tgtEl>
                                        <p:attrNameLst>
                                          <p:attrName>ppt_x</p:attrName>
                                        </p:attrNameLst>
                                      </p:cBhvr>
                                      <p:tavLst>
                                        <p:tav tm="0">
                                          <p:val>
                                            <p:strVal val="#ppt_x"/>
                                          </p:val>
                                        </p:tav>
                                        <p:tav tm="100000">
                                          <p:val>
                                            <p:strVal val="#ppt_x"/>
                                          </p:val>
                                        </p:tav>
                                      </p:tavLst>
                                    </p:anim>
                                    <p:anim calcmode="lin" valueType="num">
                                      <p:cBhvr>
                                        <p:cTn id="23" dur="500" fill="hold"/>
                                        <p:tgtEl>
                                          <p:spTgt spid="26"/>
                                        </p:tgtEl>
                                        <p:attrNameLst>
                                          <p:attrName>ppt_y</p:attrName>
                                        </p:attrNameLst>
                                      </p:cBhvr>
                                      <p:tavLst>
                                        <p:tav tm="0">
                                          <p:val>
                                            <p:strVal val="#ppt_y-.1"/>
                                          </p:val>
                                        </p:tav>
                                        <p:tav tm="100000">
                                          <p:val>
                                            <p:strVal val="#ppt_y"/>
                                          </p:val>
                                        </p:tav>
                                      </p:tavLst>
                                    </p:anim>
                                  </p:childTnLst>
                                </p:cTn>
                              </p:par>
                            </p:childTnLst>
                          </p:cTn>
                        </p:par>
                        <p:par>
                          <p:cTn id="24" fill="hold">
                            <p:stCondLst>
                              <p:cond delay="1500"/>
                            </p:stCondLst>
                            <p:childTnLst>
                              <p:par>
                                <p:cTn id="25" presetID="47" presetClass="entr" presetSubtype="0"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anim calcmode="lin" valueType="num">
                                      <p:cBhvr>
                                        <p:cTn id="28" dur="500" fill="hold"/>
                                        <p:tgtEl>
                                          <p:spTgt spid="9"/>
                                        </p:tgtEl>
                                        <p:attrNameLst>
                                          <p:attrName>ppt_x</p:attrName>
                                        </p:attrNameLst>
                                      </p:cBhvr>
                                      <p:tavLst>
                                        <p:tav tm="0">
                                          <p:val>
                                            <p:strVal val="#ppt_x"/>
                                          </p:val>
                                        </p:tav>
                                        <p:tav tm="100000">
                                          <p:val>
                                            <p:strVal val="#ppt_x"/>
                                          </p:val>
                                        </p:tav>
                                      </p:tavLst>
                                    </p:anim>
                                    <p:anim calcmode="lin" valueType="num">
                                      <p:cBhvr>
                                        <p:cTn id="29" dur="500" fill="hold"/>
                                        <p:tgtEl>
                                          <p:spTgt spid="9"/>
                                        </p:tgtEl>
                                        <p:attrNameLst>
                                          <p:attrName>ppt_y</p:attrName>
                                        </p:attrNameLst>
                                      </p:cBhvr>
                                      <p:tavLst>
                                        <p:tav tm="0">
                                          <p:val>
                                            <p:strVal val="#ppt_y-.1"/>
                                          </p:val>
                                        </p:tav>
                                        <p:tav tm="100000">
                                          <p:val>
                                            <p:strVal val="#ppt_y"/>
                                          </p:val>
                                        </p:tav>
                                      </p:tavLst>
                                    </p:anim>
                                  </p:childTnLst>
                                </p:cTn>
                              </p:par>
                            </p:childTnLst>
                          </p:cTn>
                        </p:par>
                        <p:par>
                          <p:cTn id="30" fill="hold">
                            <p:stCondLst>
                              <p:cond delay="2000"/>
                            </p:stCondLst>
                            <p:childTnLst>
                              <p:par>
                                <p:cTn id="31" presetID="21" presetClass="entr" presetSubtype="1" fill="hold" grpId="0" nodeType="after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wheel(1)">
                                      <p:cBhvr>
                                        <p:cTn id="33" dur="1000"/>
                                        <p:tgtEl>
                                          <p:spTgt spid="7"/>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 calcmode="lin" valueType="num">
                                      <p:cBhvr>
                                        <p:cTn id="36" dur="500" fill="hold"/>
                                        <p:tgtEl>
                                          <p:spTgt spid="16"/>
                                        </p:tgtEl>
                                        <p:attrNameLst>
                                          <p:attrName>ppt_w</p:attrName>
                                        </p:attrNameLst>
                                      </p:cBhvr>
                                      <p:tavLst>
                                        <p:tav tm="0">
                                          <p:val>
                                            <p:fltVal val="0"/>
                                          </p:val>
                                        </p:tav>
                                        <p:tav tm="100000">
                                          <p:val>
                                            <p:strVal val="#ppt_w"/>
                                          </p:val>
                                        </p:tav>
                                      </p:tavLst>
                                    </p:anim>
                                    <p:anim calcmode="lin" valueType="num">
                                      <p:cBhvr>
                                        <p:cTn id="37" dur="500" fill="hold"/>
                                        <p:tgtEl>
                                          <p:spTgt spid="16"/>
                                        </p:tgtEl>
                                        <p:attrNameLst>
                                          <p:attrName>ppt_h</p:attrName>
                                        </p:attrNameLst>
                                      </p:cBhvr>
                                      <p:tavLst>
                                        <p:tav tm="0">
                                          <p:val>
                                            <p:fltVal val="0"/>
                                          </p:val>
                                        </p:tav>
                                        <p:tav tm="100000">
                                          <p:val>
                                            <p:strVal val="#ppt_h"/>
                                          </p:val>
                                        </p:tav>
                                      </p:tavLst>
                                    </p:anim>
                                    <p:animEffect transition="in" filter="fade">
                                      <p:cBhvr>
                                        <p:cTn id="38" dur="500"/>
                                        <p:tgtEl>
                                          <p:spTgt spid="16"/>
                                        </p:tgtEl>
                                      </p:cBhvr>
                                    </p:animEffect>
                                  </p:childTnLst>
                                </p:cTn>
                              </p:par>
                              <p:par>
                                <p:cTn id="39" presetID="47" presetClass="entr" presetSubtype="0" fill="hold" grpId="0" nodeType="with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500"/>
                                        <p:tgtEl>
                                          <p:spTgt spid="25"/>
                                        </p:tgtEl>
                                      </p:cBhvr>
                                    </p:animEffect>
                                    <p:anim calcmode="lin" valueType="num">
                                      <p:cBhvr>
                                        <p:cTn id="42" dur="500" fill="hold"/>
                                        <p:tgtEl>
                                          <p:spTgt spid="25"/>
                                        </p:tgtEl>
                                        <p:attrNameLst>
                                          <p:attrName>ppt_x</p:attrName>
                                        </p:attrNameLst>
                                      </p:cBhvr>
                                      <p:tavLst>
                                        <p:tav tm="0">
                                          <p:val>
                                            <p:strVal val="#ppt_x"/>
                                          </p:val>
                                        </p:tav>
                                        <p:tav tm="100000">
                                          <p:val>
                                            <p:strVal val="#ppt_x"/>
                                          </p:val>
                                        </p:tav>
                                      </p:tavLst>
                                    </p:anim>
                                    <p:anim calcmode="lin" valueType="num">
                                      <p:cBhvr>
                                        <p:cTn id="43" dur="500" fill="hold"/>
                                        <p:tgtEl>
                                          <p:spTgt spid="25"/>
                                        </p:tgtEl>
                                        <p:attrNameLst>
                                          <p:attrName>ppt_y</p:attrName>
                                        </p:attrNameLst>
                                      </p:cBhvr>
                                      <p:tavLst>
                                        <p:tav tm="0">
                                          <p:val>
                                            <p:strVal val="#ppt_y-.1"/>
                                          </p:val>
                                        </p:tav>
                                        <p:tav tm="100000">
                                          <p:val>
                                            <p:strVal val="#ppt_y"/>
                                          </p:val>
                                        </p:tav>
                                      </p:tavLst>
                                    </p:anim>
                                  </p:childTnLst>
                                </p:cTn>
                              </p:par>
                            </p:childTnLst>
                          </p:cTn>
                        </p:par>
                        <p:par>
                          <p:cTn id="44" fill="hold">
                            <p:stCondLst>
                              <p:cond delay="3000"/>
                            </p:stCondLst>
                            <p:childTnLst>
                              <p:par>
                                <p:cTn id="45" presetID="42" presetClass="entr" presetSubtype="0" fill="hold" grpId="0" nodeType="after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fade">
                                      <p:cBhvr>
                                        <p:cTn id="47" dur="500"/>
                                        <p:tgtEl>
                                          <p:spTgt spid="8"/>
                                        </p:tgtEl>
                                      </p:cBhvr>
                                    </p:animEffect>
                                    <p:anim calcmode="lin" valueType="num">
                                      <p:cBhvr>
                                        <p:cTn id="48" dur="500" fill="hold"/>
                                        <p:tgtEl>
                                          <p:spTgt spid="8"/>
                                        </p:tgtEl>
                                        <p:attrNameLst>
                                          <p:attrName>ppt_x</p:attrName>
                                        </p:attrNameLst>
                                      </p:cBhvr>
                                      <p:tavLst>
                                        <p:tav tm="0">
                                          <p:val>
                                            <p:strVal val="#ppt_x"/>
                                          </p:val>
                                        </p:tav>
                                        <p:tav tm="100000">
                                          <p:val>
                                            <p:strVal val="#ppt_x"/>
                                          </p:val>
                                        </p:tav>
                                      </p:tavLst>
                                    </p:anim>
                                    <p:anim calcmode="lin" valueType="num">
                                      <p:cBhvr>
                                        <p:cTn id="49" dur="500" fill="hold"/>
                                        <p:tgtEl>
                                          <p:spTgt spid="8"/>
                                        </p:tgtEl>
                                        <p:attrNameLst>
                                          <p:attrName>ppt_y</p:attrName>
                                        </p:attrNameLst>
                                      </p:cBhvr>
                                      <p:tavLst>
                                        <p:tav tm="0">
                                          <p:val>
                                            <p:strVal val="#ppt_y+.1"/>
                                          </p:val>
                                        </p:tav>
                                        <p:tav tm="100000">
                                          <p:val>
                                            <p:strVal val="#ppt_y"/>
                                          </p:val>
                                        </p:tav>
                                      </p:tavLst>
                                    </p:anim>
                                  </p:childTnLst>
                                </p:cTn>
                              </p:par>
                            </p:childTnLst>
                          </p:cTn>
                        </p:par>
                        <p:par>
                          <p:cTn id="50" fill="hold">
                            <p:stCondLst>
                              <p:cond delay="3500"/>
                            </p:stCondLst>
                            <p:childTnLst>
                              <p:par>
                                <p:cTn id="51" presetID="21" presetClass="entr" presetSubtype="1" fill="hold" grpId="0" nodeType="afterEffect">
                                  <p:stCondLst>
                                    <p:cond delay="0"/>
                                  </p:stCondLst>
                                  <p:childTnLst>
                                    <p:set>
                                      <p:cBhvr>
                                        <p:cTn id="52" dur="1" fill="hold">
                                          <p:stCondLst>
                                            <p:cond delay="0"/>
                                          </p:stCondLst>
                                        </p:cTn>
                                        <p:tgtEl>
                                          <p:spTgt spid="6"/>
                                        </p:tgtEl>
                                        <p:attrNameLst>
                                          <p:attrName>style.visibility</p:attrName>
                                        </p:attrNameLst>
                                      </p:cBhvr>
                                      <p:to>
                                        <p:strVal val="visible"/>
                                      </p:to>
                                    </p:set>
                                    <p:animEffect transition="in" filter="wheel(1)">
                                      <p:cBhvr>
                                        <p:cTn id="53" dur="1000"/>
                                        <p:tgtEl>
                                          <p:spTgt spid="6"/>
                                        </p:tgtEl>
                                      </p:cBhvr>
                                    </p:animEffect>
                                  </p:childTnLst>
                                </p:cTn>
                              </p:par>
                              <p:par>
                                <p:cTn id="54" presetID="53" presetClass="entr" presetSubtype="16" fill="hold" grpId="0" nodeType="withEffect">
                                  <p:stCondLst>
                                    <p:cond delay="0"/>
                                  </p:stCondLst>
                                  <p:childTnLst>
                                    <p:set>
                                      <p:cBhvr>
                                        <p:cTn id="55" dur="1" fill="hold">
                                          <p:stCondLst>
                                            <p:cond delay="0"/>
                                          </p:stCondLst>
                                        </p:cTn>
                                        <p:tgtEl>
                                          <p:spTgt spid="19"/>
                                        </p:tgtEl>
                                        <p:attrNameLst>
                                          <p:attrName>style.visibility</p:attrName>
                                        </p:attrNameLst>
                                      </p:cBhvr>
                                      <p:to>
                                        <p:strVal val="visible"/>
                                      </p:to>
                                    </p:set>
                                    <p:anim calcmode="lin" valueType="num">
                                      <p:cBhvr>
                                        <p:cTn id="56" dur="500" fill="hold"/>
                                        <p:tgtEl>
                                          <p:spTgt spid="19"/>
                                        </p:tgtEl>
                                        <p:attrNameLst>
                                          <p:attrName>ppt_w</p:attrName>
                                        </p:attrNameLst>
                                      </p:cBhvr>
                                      <p:tavLst>
                                        <p:tav tm="0">
                                          <p:val>
                                            <p:fltVal val="0"/>
                                          </p:val>
                                        </p:tav>
                                        <p:tav tm="100000">
                                          <p:val>
                                            <p:strVal val="#ppt_w"/>
                                          </p:val>
                                        </p:tav>
                                      </p:tavLst>
                                    </p:anim>
                                    <p:anim calcmode="lin" valueType="num">
                                      <p:cBhvr>
                                        <p:cTn id="57" dur="500" fill="hold"/>
                                        <p:tgtEl>
                                          <p:spTgt spid="19"/>
                                        </p:tgtEl>
                                        <p:attrNameLst>
                                          <p:attrName>ppt_h</p:attrName>
                                        </p:attrNameLst>
                                      </p:cBhvr>
                                      <p:tavLst>
                                        <p:tav tm="0">
                                          <p:val>
                                            <p:fltVal val="0"/>
                                          </p:val>
                                        </p:tav>
                                        <p:tav tm="100000">
                                          <p:val>
                                            <p:strVal val="#ppt_h"/>
                                          </p:val>
                                        </p:tav>
                                      </p:tavLst>
                                    </p:anim>
                                    <p:animEffect transition="in" filter="fade">
                                      <p:cBhvr>
                                        <p:cTn id="58" dur="500"/>
                                        <p:tgtEl>
                                          <p:spTgt spid="19"/>
                                        </p:tgtEl>
                                      </p:cBhvr>
                                    </p:animEffect>
                                  </p:childTnLst>
                                </p:cTn>
                              </p:par>
                              <p:par>
                                <p:cTn id="59" presetID="42" presetClass="entr" presetSubtype="0" fill="hold" grpId="0" nodeType="with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500"/>
                                        <p:tgtEl>
                                          <p:spTgt spid="28"/>
                                        </p:tgtEl>
                                      </p:cBhvr>
                                    </p:animEffect>
                                    <p:anim calcmode="lin" valueType="num">
                                      <p:cBhvr>
                                        <p:cTn id="62" dur="500" fill="hold"/>
                                        <p:tgtEl>
                                          <p:spTgt spid="28"/>
                                        </p:tgtEl>
                                        <p:attrNameLst>
                                          <p:attrName>ppt_x</p:attrName>
                                        </p:attrNameLst>
                                      </p:cBhvr>
                                      <p:tavLst>
                                        <p:tav tm="0">
                                          <p:val>
                                            <p:strVal val="#ppt_x"/>
                                          </p:val>
                                        </p:tav>
                                        <p:tav tm="100000">
                                          <p:val>
                                            <p:strVal val="#ppt_x"/>
                                          </p:val>
                                        </p:tav>
                                      </p:tavLst>
                                    </p:anim>
                                    <p:anim calcmode="lin" valueType="num">
                                      <p:cBhvr>
                                        <p:cTn id="63" dur="500" fill="hold"/>
                                        <p:tgtEl>
                                          <p:spTgt spid="28"/>
                                        </p:tgtEl>
                                        <p:attrNameLst>
                                          <p:attrName>ppt_y</p:attrName>
                                        </p:attrNameLst>
                                      </p:cBhvr>
                                      <p:tavLst>
                                        <p:tav tm="0">
                                          <p:val>
                                            <p:strVal val="#ppt_y+.1"/>
                                          </p:val>
                                        </p:tav>
                                        <p:tav tm="100000">
                                          <p:val>
                                            <p:strVal val="#ppt_y"/>
                                          </p:val>
                                        </p:tav>
                                      </p:tavLst>
                                    </p:anim>
                                  </p:childTnLst>
                                </p:cTn>
                              </p:par>
                            </p:childTnLst>
                          </p:cTn>
                        </p:par>
                        <p:par>
                          <p:cTn id="64" fill="hold">
                            <p:stCondLst>
                              <p:cond delay="4500"/>
                            </p:stCondLst>
                            <p:childTnLst>
                              <p:par>
                                <p:cTn id="65" presetID="42" presetClass="entr" presetSubtype="0" fill="hold" grpId="0" nodeType="afterEffect">
                                  <p:stCondLst>
                                    <p:cond delay="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500"/>
                                        <p:tgtEl>
                                          <p:spTgt spid="15"/>
                                        </p:tgtEl>
                                      </p:cBhvr>
                                    </p:animEffect>
                                    <p:anim calcmode="lin" valueType="num">
                                      <p:cBhvr>
                                        <p:cTn id="68" dur="500" fill="hold"/>
                                        <p:tgtEl>
                                          <p:spTgt spid="15"/>
                                        </p:tgtEl>
                                        <p:attrNameLst>
                                          <p:attrName>ppt_x</p:attrName>
                                        </p:attrNameLst>
                                      </p:cBhvr>
                                      <p:tavLst>
                                        <p:tav tm="0">
                                          <p:val>
                                            <p:strVal val="#ppt_x"/>
                                          </p:val>
                                        </p:tav>
                                        <p:tav tm="100000">
                                          <p:val>
                                            <p:strVal val="#ppt_x"/>
                                          </p:val>
                                        </p:tav>
                                      </p:tavLst>
                                    </p:anim>
                                    <p:anim calcmode="lin" valueType="num">
                                      <p:cBhvr>
                                        <p:cTn id="69" dur="500" fill="hold"/>
                                        <p:tgtEl>
                                          <p:spTgt spid="15"/>
                                        </p:tgtEl>
                                        <p:attrNameLst>
                                          <p:attrName>ppt_y</p:attrName>
                                        </p:attrNameLst>
                                      </p:cBhvr>
                                      <p:tavLst>
                                        <p:tav tm="0">
                                          <p:val>
                                            <p:strVal val="#ppt_y+.1"/>
                                          </p:val>
                                        </p:tav>
                                        <p:tav tm="100000">
                                          <p:val>
                                            <p:strVal val="#ppt_y"/>
                                          </p:val>
                                        </p:tav>
                                      </p:tavLst>
                                    </p:anim>
                                  </p:childTnLst>
                                </p:cTn>
                              </p:par>
                            </p:childTnLst>
                          </p:cTn>
                        </p:par>
                        <p:par>
                          <p:cTn id="70" fill="hold">
                            <p:stCondLst>
                              <p:cond delay="5000"/>
                            </p:stCondLst>
                            <p:childTnLst>
                              <p:par>
                                <p:cTn id="71" presetID="21" presetClass="entr" presetSubtype="1" fill="hold" grpId="0" nodeType="afterEffect">
                                  <p:stCondLst>
                                    <p:cond delay="0"/>
                                  </p:stCondLst>
                                  <p:childTnLst>
                                    <p:set>
                                      <p:cBhvr>
                                        <p:cTn id="72" dur="1" fill="hold">
                                          <p:stCondLst>
                                            <p:cond delay="0"/>
                                          </p:stCondLst>
                                        </p:cTn>
                                        <p:tgtEl>
                                          <p:spTgt spid="13"/>
                                        </p:tgtEl>
                                        <p:attrNameLst>
                                          <p:attrName>style.visibility</p:attrName>
                                        </p:attrNameLst>
                                      </p:cBhvr>
                                      <p:to>
                                        <p:strVal val="visible"/>
                                      </p:to>
                                    </p:set>
                                    <p:animEffect transition="in" filter="wheel(1)">
                                      <p:cBhvr>
                                        <p:cTn id="73" dur="1000"/>
                                        <p:tgtEl>
                                          <p:spTgt spid="13"/>
                                        </p:tgtEl>
                                      </p:cBhvr>
                                    </p:animEffect>
                                  </p:childTnLst>
                                </p:cTn>
                              </p:par>
                              <p:par>
                                <p:cTn id="74" presetID="53" presetClass="entr" presetSubtype="16" fill="hold" grpId="0" nodeType="withEffect">
                                  <p:stCondLst>
                                    <p:cond delay="0"/>
                                  </p:stCondLst>
                                  <p:childTnLst>
                                    <p:set>
                                      <p:cBhvr>
                                        <p:cTn id="75" dur="1" fill="hold">
                                          <p:stCondLst>
                                            <p:cond delay="0"/>
                                          </p:stCondLst>
                                        </p:cTn>
                                        <p:tgtEl>
                                          <p:spTgt spid="18"/>
                                        </p:tgtEl>
                                        <p:attrNameLst>
                                          <p:attrName>style.visibility</p:attrName>
                                        </p:attrNameLst>
                                      </p:cBhvr>
                                      <p:to>
                                        <p:strVal val="visible"/>
                                      </p:to>
                                    </p:set>
                                    <p:anim calcmode="lin" valueType="num">
                                      <p:cBhvr>
                                        <p:cTn id="76" dur="500" fill="hold"/>
                                        <p:tgtEl>
                                          <p:spTgt spid="18"/>
                                        </p:tgtEl>
                                        <p:attrNameLst>
                                          <p:attrName>ppt_w</p:attrName>
                                        </p:attrNameLst>
                                      </p:cBhvr>
                                      <p:tavLst>
                                        <p:tav tm="0">
                                          <p:val>
                                            <p:fltVal val="0"/>
                                          </p:val>
                                        </p:tav>
                                        <p:tav tm="100000">
                                          <p:val>
                                            <p:strVal val="#ppt_w"/>
                                          </p:val>
                                        </p:tav>
                                      </p:tavLst>
                                    </p:anim>
                                    <p:anim calcmode="lin" valueType="num">
                                      <p:cBhvr>
                                        <p:cTn id="77" dur="500" fill="hold"/>
                                        <p:tgtEl>
                                          <p:spTgt spid="18"/>
                                        </p:tgtEl>
                                        <p:attrNameLst>
                                          <p:attrName>ppt_h</p:attrName>
                                        </p:attrNameLst>
                                      </p:cBhvr>
                                      <p:tavLst>
                                        <p:tav tm="0">
                                          <p:val>
                                            <p:fltVal val="0"/>
                                          </p:val>
                                        </p:tav>
                                        <p:tav tm="100000">
                                          <p:val>
                                            <p:strVal val="#ppt_h"/>
                                          </p:val>
                                        </p:tav>
                                      </p:tavLst>
                                    </p:anim>
                                    <p:animEffect transition="in" filter="fade">
                                      <p:cBhvr>
                                        <p:cTn id="78" dur="500"/>
                                        <p:tgtEl>
                                          <p:spTgt spid="18"/>
                                        </p:tgtEl>
                                      </p:cBhvr>
                                    </p:animEffect>
                                  </p:childTnLst>
                                </p:cTn>
                              </p:par>
                              <p:par>
                                <p:cTn id="79" presetID="42"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500"/>
                                        <p:tgtEl>
                                          <p:spTgt spid="27"/>
                                        </p:tgtEl>
                                      </p:cBhvr>
                                    </p:animEffect>
                                    <p:anim calcmode="lin" valueType="num">
                                      <p:cBhvr>
                                        <p:cTn id="82" dur="500" fill="hold"/>
                                        <p:tgtEl>
                                          <p:spTgt spid="27"/>
                                        </p:tgtEl>
                                        <p:attrNameLst>
                                          <p:attrName>ppt_x</p:attrName>
                                        </p:attrNameLst>
                                      </p:cBhvr>
                                      <p:tavLst>
                                        <p:tav tm="0">
                                          <p:val>
                                            <p:strVal val="#ppt_x"/>
                                          </p:val>
                                        </p:tav>
                                        <p:tav tm="100000">
                                          <p:val>
                                            <p:strVal val="#ppt_x"/>
                                          </p:val>
                                        </p:tav>
                                      </p:tavLst>
                                    </p:anim>
                                    <p:anim calcmode="lin" valueType="num">
                                      <p:cBhvr>
                                        <p:cTn id="83" dur="5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2" grpId="0" animBg="1"/>
      <p:bldP spid="13" grpId="0" animBg="1"/>
      <p:bldP spid="14" grpId="0" animBg="1"/>
      <p:bldP spid="15" grpId="0" animBg="1"/>
      <p:bldP spid="16" grpId="0" animBg="1"/>
      <p:bldP spid="17" grpId="0" animBg="1"/>
      <p:bldP spid="18" grpId="0" animBg="1"/>
      <p:bldP spid="19" grpId="0" animBg="1"/>
      <p:bldP spid="25" grpId="0"/>
      <p:bldP spid="26" grpId="0"/>
      <p:bldP spid="27" grpId="0"/>
      <p:bldP spid="2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 coins arrondis 18">
            <a:extLst>
              <a:ext uri="{FF2B5EF4-FFF2-40B4-BE49-F238E27FC236}">
                <a16:creationId xmlns:a16="http://schemas.microsoft.com/office/drawing/2014/main" id="{5D4E317D-EA64-45C1-9CA7-461A9385A143}"/>
              </a:ext>
            </a:extLst>
          </p:cNvPr>
          <p:cNvSpPr/>
          <p:nvPr/>
        </p:nvSpPr>
        <p:spPr>
          <a:xfrm>
            <a:off x="-625317" y="-18683"/>
            <a:ext cx="14306550" cy="7507964"/>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ML"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Image 2">
            <a:extLst>
              <a:ext uri="{FF2B5EF4-FFF2-40B4-BE49-F238E27FC236}">
                <a16:creationId xmlns:a16="http://schemas.microsoft.com/office/drawing/2014/main" id="{315CB984-412D-4689-9133-8AC5DE107344}"/>
              </a:ext>
            </a:extLst>
          </p:cNvPr>
          <p:cNvPicPr>
            <a:picLocks noChangeAspect="1"/>
          </p:cNvPicPr>
          <p:nvPr/>
        </p:nvPicPr>
        <p:blipFill>
          <a:blip r:embed="rId2"/>
          <a:stretch>
            <a:fillRect/>
          </a:stretch>
        </p:blipFill>
        <p:spPr>
          <a:xfrm>
            <a:off x="-224776" y="17427"/>
            <a:ext cx="5403734" cy="6264870"/>
          </a:xfrm>
          <a:prstGeom prst="rect">
            <a:avLst/>
          </a:prstGeom>
        </p:spPr>
      </p:pic>
      <p:sp>
        <p:nvSpPr>
          <p:cNvPr id="4" name="Rectangle: Rounded Corners 3">
            <a:extLst>
              <a:ext uri="{FF2B5EF4-FFF2-40B4-BE49-F238E27FC236}">
                <a16:creationId xmlns:a16="http://schemas.microsoft.com/office/drawing/2014/main" id="{CD71F954-D499-4B35-BAF8-6B0D0EC1BF61}"/>
              </a:ext>
            </a:extLst>
          </p:cNvPr>
          <p:cNvSpPr/>
          <p:nvPr/>
        </p:nvSpPr>
        <p:spPr>
          <a:xfrm>
            <a:off x="6527958" y="4976600"/>
            <a:ext cx="4488507" cy="392705"/>
          </a:xfrm>
          <a:prstGeom prst="roundRect">
            <a:avLst>
              <a:gd name="adj" fmla="val 50000"/>
            </a:avLst>
          </a:prstGeom>
          <a:solidFill>
            <a:srgbClr val="2261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61DC"/>
              </a:solidFill>
              <a:effectLst/>
              <a:uLnTx/>
              <a:uFillTx/>
              <a:latin typeface="Concert One"/>
              <a:ea typeface="+mn-ea"/>
              <a:cs typeface="+mn-cs"/>
            </a:endParaRPr>
          </a:p>
        </p:txBody>
      </p:sp>
      <p:sp>
        <p:nvSpPr>
          <p:cNvPr id="6" name="Freeform: Shape 5">
            <a:extLst>
              <a:ext uri="{FF2B5EF4-FFF2-40B4-BE49-F238E27FC236}">
                <a16:creationId xmlns:a16="http://schemas.microsoft.com/office/drawing/2014/main" id="{ABE1098F-47A3-4310-86F4-FDBDB59D87A7}"/>
              </a:ext>
            </a:extLst>
          </p:cNvPr>
          <p:cNvSpPr/>
          <p:nvPr/>
        </p:nvSpPr>
        <p:spPr>
          <a:xfrm>
            <a:off x="0" y="0"/>
            <a:ext cx="6096000" cy="6858000"/>
          </a:xfrm>
          <a:custGeom>
            <a:avLst/>
            <a:gdLst>
              <a:gd name="connsiteX0" fmla="*/ 2780447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2167470 h 6858000"/>
              <a:gd name="connsiteX5" fmla="*/ 50743 w 6096000"/>
              <a:gd name="connsiteY5" fmla="*/ 2214793 h 6858000"/>
              <a:gd name="connsiteX6" fmla="*/ 2693233 w 6096000"/>
              <a:gd name="connsiteY6" fmla="*/ 4440918 h 6858000"/>
              <a:gd name="connsiteX7" fmla="*/ 5125675 w 6096000"/>
              <a:gd name="connsiteY7" fmla="*/ 4232893 h 6858000"/>
              <a:gd name="connsiteX8" fmla="*/ 5125675 w 6096000"/>
              <a:gd name="connsiteY8" fmla="*/ 4232894 h 6858000"/>
              <a:gd name="connsiteX9" fmla="*/ 4917651 w 6096000"/>
              <a:gd name="connsiteY9" fmla="*/ 18004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96000" h="6858000">
                <a:moveTo>
                  <a:pt x="2780447" y="0"/>
                </a:moveTo>
                <a:lnTo>
                  <a:pt x="6096000" y="0"/>
                </a:lnTo>
                <a:lnTo>
                  <a:pt x="6096000" y="6858000"/>
                </a:lnTo>
                <a:lnTo>
                  <a:pt x="0" y="6858000"/>
                </a:lnTo>
                <a:lnTo>
                  <a:pt x="0" y="2167470"/>
                </a:lnTo>
                <a:lnTo>
                  <a:pt x="50743" y="2214793"/>
                </a:lnTo>
                <a:lnTo>
                  <a:pt x="2693233" y="4440918"/>
                </a:lnTo>
                <a:cubicBezTo>
                  <a:pt x="3422378" y="5055174"/>
                  <a:pt x="4511419" y="4962038"/>
                  <a:pt x="5125675" y="4232893"/>
                </a:cubicBezTo>
                <a:lnTo>
                  <a:pt x="5125675" y="4232894"/>
                </a:lnTo>
                <a:cubicBezTo>
                  <a:pt x="5739931" y="3503749"/>
                  <a:pt x="5646796" y="2414709"/>
                  <a:pt x="4917651" y="1800453"/>
                </a:cubicBezTo>
                <a:close/>
              </a:path>
            </a:pathLst>
          </a:custGeom>
          <a:ln>
            <a:noFill/>
          </a:ln>
        </p:spPr>
        <p:style>
          <a:lnRef idx="2">
            <a:schemeClr val="accent1"/>
          </a:lnRef>
          <a:fillRef idx="1">
            <a:schemeClr val="lt1"/>
          </a:fillRef>
          <a:effectRef idx="0">
            <a:schemeClr val="accent1"/>
          </a:effectRef>
          <a:fontRef idx="minor">
            <a:schemeClr val="dk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Rectangle: Rounded Corners 8">
            <a:extLst>
              <a:ext uri="{FF2B5EF4-FFF2-40B4-BE49-F238E27FC236}">
                <a16:creationId xmlns:a16="http://schemas.microsoft.com/office/drawing/2014/main" id="{79930128-4328-4DB5-AA11-78ECC6E839B4}"/>
              </a:ext>
            </a:extLst>
          </p:cNvPr>
          <p:cNvSpPr/>
          <p:nvPr/>
        </p:nvSpPr>
        <p:spPr>
          <a:xfrm rot="2404094">
            <a:off x="346349" y="-2269921"/>
            <a:ext cx="3042138" cy="1178169"/>
          </a:xfrm>
          <a:prstGeom prst="roundRect">
            <a:avLst>
              <a:gd name="adj" fmla="val 50000"/>
            </a:avLst>
          </a:prstGeom>
          <a:solidFill>
            <a:srgbClr val="2261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Rounded Corners 9">
            <a:extLst>
              <a:ext uri="{FF2B5EF4-FFF2-40B4-BE49-F238E27FC236}">
                <a16:creationId xmlns:a16="http://schemas.microsoft.com/office/drawing/2014/main" id="{1BD82743-34E6-4EC1-B715-1215D20B1AC9}"/>
              </a:ext>
            </a:extLst>
          </p:cNvPr>
          <p:cNvSpPr/>
          <p:nvPr/>
        </p:nvSpPr>
        <p:spPr>
          <a:xfrm rot="2404094">
            <a:off x="-3802191" y="1030802"/>
            <a:ext cx="4118827" cy="1178169"/>
          </a:xfrm>
          <a:prstGeom prst="roundRect">
            <a:avLst>
              <a:gd name="adj" fmla="val 50000"/>
            </a:avLst>
          </a:prstGeom>
          <a:solidFill>
            <a:srgbClr val="2261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Rectangle: Rounded Corners 10">
            <a:extLst>
              <a:ext uri="{FF2B5EF4-FFF2-40B4-BE49-F238E27FC236}">
                <a16:creationId xmlns:a16="http://schemas.microsoft.com/office/drawing/2014/main" id="{52A7BB9F-04AB-4E89-B478-41AE9A6858A5}"/>
              </a:ext>
            </a:extLst>
          </p:cNvPr>
          <p:cNvSpPr/>
          <p:nvPr/>
        </p:nvSpPr>
        <p:spPr>
          <a:xfrm rot="2404094">
            <a:off x="-3307556" y="2169954"/>
            <a:ext cx="1865311" cy="1178169"/>
          </a:xfrm>
          <a:prstGeom prst="roundRect">
            <a:avLst>
              <a:gd name="adj" fmla="val 50000"/>
            </a:avLst>
          </a:prstGeom>
          <a:solidFill>
            <a:srgbClr val="2261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2768DE30-BD03-44D1-8671-1FC9153A733D}"/>
              </a:ext>
            </a:extLst>
          </p:cNvPr>
          <p:cNvSpPr txBox="1"/>
          <p:nvPr/>
        </p:nvSpPr>
        <p:spPr>
          <a:xfrm>
            <a:off x="5386139" y="1432925"/>
            <a:ext cx="6233747" cy="1938992"/>
          </a:xfrm>
          <a:prstGeom prst="rect">
            <a:avLst/>
          </a:prstGeom>
          <a:noFill/>
        </p:spPr>
        <p:txBody>
          <a:bodyPr wrap="square" rtlCol="0">
            <a:spAutoFit/>
          </a:bodyPr>
          <a:lstStyle>
            <a:defPPr>
              <a:defRPr lang="en-US"/>
            </a:defPPr>
            <a:lvl1pPr algn="ctr">
              <a:defRPr sz="11000">
                <a:latin typeface="Concert One" pitchFamily="2" charset="0"/>
                <a:cs typeface="Consolas" panose="020B0609020204030204" pitchFamily="49"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0" b="0" i="0" u="none" strike="noStrike" kern="1200" cap="none" spc="0" normalizeH="0" baseline="0" noProof="0" dirty="0">
                <a:ln>
                  <a:noFill/>
                </a:ln>
                <a:solidFill>
                  <a:srgbClr val="FFC000"/>
                </a:solidFill>
                <a:effectLst/>
                <a:uLnTx/>
                <a:uFillTx/>
                <a:latin typeface="Concert One" pitchFamily="2" charset="0"/>
                <a:ea typeface="+mn-ea"/>
              </a:rPr>
              <a:t>M</a:t>
            </a:r>
            <a:r>
              <a:rPr kumimoji="0" lang="en-US" sz="12000" b="0" i="0" u="none" strike="noStrike" kern="1200" cap="none" spc="0" normalizeH="0" baseline="0" noProof="0" dirty="0">
                <a:ln>
                  <a:noFill/>
                </a:ln>
                <a:solidFill>
                  <a:srgbClr val="FF0000"/>
                </a:solidFill>
                <a:effectLst/>
                <a:uLnTx/>
                <a:uFillTx/>
                <a:latin typeface="Concert One" pitchFamily="2" charset="0"/>
                <a:ea typeface="+mn-ea"/>
              </a:rPr>
              <a:t>E</a:t>
            </a:r>
            <a:r>
              <a:rPr kumimoji="0" lang="en-US" sz="12000" b="0" i="0" u="none" strike="noStrike" kern="1200" cap="none" spc="0" normalizeH="0" baseline="0" noProof="0" dirty="0">
                <a:ln>
                  <a:noFill/>
                </a:ln>
                <a:solidFill>
                  <a:srgbClr val="00B050"/>
                </a:solidFill>
                <a:effectLst/>
                <a:uLnTx/>
                <a:uFillTx/>
                <a:latin typeface="Concert One" pitchFamily="2" charset="0"/>
                <a:ea typeface="+mn-ea"/>
              </a:rPr>
              <a:t>R</a:t>
            </a:r>
            <a:r>
              <a:rPr kumimoji="0" lang="en-US" sz="12000" b="0" i="0" u="none" strike="noStrike" kern="1200" cap="none" spc="0" normalizeH="0" baseline="0" noProof="0" dirty="0">
                <a:ln>
                  <a:noFill/>
                </a:ln>
                <a:solidFill>
                  <a:srgbClr val="00B0F0"/>
                </a:solidFill>
                <a:effectLst/>
                <a:uLnTx/>
                <a:uFillTx/>
                <a:latin typeface="Concert One" pitchFamily="2" charset="0"/>
                <a:ea typeface="+mn-ea"/>
              </a:rPr>
              <a:t>C</a:t>
            </a:r>
            <a:r>
              <a:rPr kumimoji="0" lang="en-US" sz="12000" b="0" i="0" u="none" strike="noStrike" kern="1200" cap="none" spc="0" normalizeH="0" baseline="0" noProof="0" dirty="0">
                <a:ln>
                  <a:noFill/>
                </a:ln>
                <a:solidFill>
                  <a:srgbClr val="009DD9">
                    <a:lumMod val="50000"/>
                  </a:srgbClr>
                </a:solidFill>
                <a:effectLst/>
                <a:uLnTx/>
                <a:uFillTx/>
                <a:latin typeface="Concert One" pitchFamily="2" charset="0"/>
                <a:ea typeface="+mn-ea"/>
              </a:rPr>
              <a:t>I</a:t>
            </a:r>
            <a:endParaRPr kumimoji="0" lang="en-US" sz="11000" b="0" i="0" u="none" strike="noStrike" kern="1200" cap="none" spc="0" normalizeH="0" baseline="0" noProof="0" dirty="0">
              <a:ln>
                <a:noFill/>
              </a:ln>
              <a:solidFill>
                <a:srgbClr val="009DD9">
                  <a:lumMod val="50000"/>
                </a:srgbClr>
              </a:solidFill>
              <a:effectLst/>
              <a:uLnTx/>
              <a:uFillTx/>
              <a:latin typeface="Concert One" pitchFamily="2" charset="0"/>
              <a:ea typeface="+mn-ea"/>
            </a:endParaRPr>
          </a:p>
        </p:txBody>
      </p:sp>
      <p:sp>
        <p:nvSpPr>
          <p:cNvPr id="12" name="Rectangle: Rounded Corners 11">
            <a:extLst>
              <a:ext uri="{FF2B5EF4-FFF2-40B4-BE49-F238E27FC236}">
                <a16:creationId xmlns:a16="http://schemas.microsoft.com/office/drawing/2014/main" id="{DA476D56-4B9A-4C77-BE8E-1A456CD409C3}"/>
              </a:ext>
            </a:extLst>
          </p:cNvPr>
          <p:cNvSpPr/>
          <p:nvPr/>
        </p:nvSpPr>
        <p:spPr>
          <a:xfrm rot="2404094">
            <a:off x="-1088671" y="221574"/>
            <a:ext cx="7089422" cy="3524783"/>
          </a:xfrm>
          <a:prstGeom prst="roundRect">
            <a:avLst>
              <a:gd name="adj" fmla="val 50000"/>
            </a:avLst>
          </a:prstGeom>
          <a:noFill/>
          <a:ln w="38100">
            <a:solidFill>
              <a:srgbClr val="2261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FFFF5F02-9BC1-4444-819C-FA5ED01C98BC}"/>
              </a:ext>
            </a:extLst>
          </p:cNvPr>
          <p:cNvSpPr txBox="1"/>
          <p:nvPr/>
        </p:nvSpPr>
        <p:spPr>
          <a:xfrm>
            <a:off x="6345284" y="3362914"/>
            <a:ext cx="4488506" cy="132343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4000" b="0" i="0" u="none" strike="noStrike" kern="1200" cap="none" spc="0" normalizeH="0" baseline="0" noProof="0" dirty="0">
                <a:ln>
                  <a:noFill/>
                </a:ln>
                <a:solidFill>
                  <a:srgbClr val="2261DC"/>
                </a:solidFill>
                <a:effectLst/>
                <a:uLnTx/>
                <a:uFillTx/>
                <a:latin typeface="Concert One" pitchFamily="2" charset="0"/>
                <a:ea typeface="+mn-ea"/>
                <a:cs typeface="Consolas" panose="020B0609020204030204" pitchFamily="49" charset="0"/>
              </a:rPr>
              <a:t>Pour votre attention !!!</a:t>
            </a:r>
          </a:p>
        </p:txBody>
      </p:sp>
      <p:sp>
        <p:nvSpPr>
          <p:cNvPr id="14" name="TextBox 7">
            <a:extLst>
              <a:ext uri="{FF2B5EF4-FFF2-40B4-BE49-F238E27FC236}">
                <a16:creationId xmlns:a16="http://schemas.microsoft.com/office/drawing/2014/main" id="{F3FD3326-9AE4-4549-A06A-A9710A8936DD}"/>
              </a:ext>
            </a:extLst>
          </p:cNvPr>
          <p:cNvSpPr txBox="1"/>
          <p:nvPr/>
        </p:nvSpPr>
        <p:spPr>
          <a:xfrm>
            <a:off x="6121860" y="5019063"/>
            <a:ext cx="5300702" cy="307777"/>
          </a:xfrm>
          <a:prstGeom prst="rect">
            <a:avLst/>
          </a:prstGeom>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000" b="0" i="0" u="none" strike="noStrike" kern="1200" cap="none" spc="0" normalizeH="0" baseline="0" noProof="0" dirty="0">
                <a:ln>
                  <a:noFill/>
                </a:ln>
                <a:solidFill>
                  <a:prstClr val="white"/>
                </a:solidFill>
                <a:effectLst/>
                <a:uLnTx/>
                <a:uFillTx/>
                <a:latin typeface="Concert One"/>
                <a:ea typeface="Roboto" panose="020B0604020202020204" charset="0"/>
                <a:cs typeface="DokChampa" panose="020B0604020202020204" pitchFamily="34" charset="-34"/>
              </a:rPr>
              <a:t>La réussite est au bout de l’effort </a:t>
            </a:r>
          </a:p>
        </p:txBody>
      </p:sp>
      <p:pic>
        <p:nvPicPr>
          <p:cNvPr id="15" name="Picture 2">
            <a:extLst>
              <a:ext uri="{FF2B5EF4-FFF2-40B4-BE49-F238E27FC236}">
                <a16:creationId xmlns:a16="http://schemas.microsoft.com/office/drawing/2014/main" id="{38439756-5432-4A6B-876C-FF012504049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11619886" y="76347"/>
            <a:ext cx="426744" cy="426744"/>
          </a:xfrm>
          <a:prstGeom prst="rect">
            <a:avLst/>
          </a:prstGeom>
        </p:spPr>
      </p:pic>
      <p:pic>
        <p:nvPicPr>
          <p:cNvPr id="16" name="Picture 2">
            <a:extLst>
              <a:ext uri="{FF2B5EF4-FFF2-40B4-BE49-F238E27FC236}">
                <a16:creationId xmlns:a16="http://schemas.microsoft.com/office/drawing/2014/main" id="{D595BCFD-6203-4E00-AD39-6341C96BDFF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a:off x="104161" y="6353546"/>
            <a:ext cx="426744" cy="426744"/>
          </a:xfrm>
          <a:prstGeom prst="rect">
            <a:avLst/>
          </a:prstGeom>
        </p:spPr>
      </p:pic>
      <p:grpSp>
        <p:nvGrpSpPr>
          <p:cNvPr id="17" name="Group 2">
            <a:extLst>
              <a:ext uri="{FF2B5EF4-FFF2-40B4-BE49-F238E27FC236}">
                <a16:creationId xmlns:a16="http://schemas.microsoft.com/office/drawing/2014/main" id="{02002AF9-6AF1-4BB6-828A-D8D73B72A679}"/>
              </a:ext>
            </a:extLst>
          </p:cNvPr>
          <p:cNvGrpSpPr>
            <a:grpSpLocks noChangeAspect="1"/>
          </p:cNvGrpSpPr>
          <p:nvPr/>
        </p:nvGrpSpPr>
        <p:grpSpPr>
          <a:xfrm rot="19426236">
            <a:off x="560964" y="6375056"/>
            <a:ext cx="438150" cy="379834"/>
            <a:chOff x="0" y="0"/>
            <a:chExt cx="3196590" cy="2771140"/>
          </a:xfrm>
          <a:solidFill>
            <a:srgbClr val="2261DC"/>
          </a:solidFill>
        </p:grpSpPr>
        <p:sp>
          <p:nvSpPr>
            <p:cNvPr id="18" name="Freeform 3">
              <a:extLst>
                <a:ext uri="{FF2B5EF4-FFF2-40B4-BE49-F238E27FC236}">
                  <a16:creationId xmlns:a16="http://schemas.microsoft.com/office/drawing/2014/main" id="{261A06B6-47B0-4C51-9FFA-3B72C9F9E81B}"/>
                </a:ext>
              </a:extLst>
            </p:cNvPr>
            <p:cNvSpPr/>
            <p:nvPr/>
          </p:nvSpPr>
          <p:spPr>
            <a:xfrm>
              <a:off x="0" y="0"/>
              <a:ext cx="3196590" cy="2771140"/>
            </a:xfrm>
            <a:custGeom>
              <a:avLst/>
              <a:gdLst/>
              <a:ahLst/>
              <a:cxnLst/>
              <a:rect l="l" t="t" r="r" b="b"/>
              <a:pathLst>
                <a:path w="3196590" h="2771140">
                  <a:moveTo>
                    <a:pt x="271780" y="1861820"/>
                  </a:moveTo>
                  <a:lnTo>
                    <a:pt x="241300" y="1809750"/>
                  </a:lnTo>
                  <a:lnTo>
                    <a:pt x="2051050" y="0"/>
                  </a:lnTo>
                  <a:lnTo>
                    <a:pt x="2133600" y="0"/>
                  </a:lnTo>
                  <a:lnTo>
                    <a:pt x="271780" y="1861820"/>
                  </a:lnTo>
                  <a:close/>
                  <a:moveTo>
                    <a:pt x="1968500" y="0"/>
                  </a:moveTo>
                  <a:lnTo>
                    <a:pt x="1885950" y="0"/>
                  </a:lnTo>
                  <a:lnTo>
                    <a:pt x="181610" y="1704340"/>
                  </a:lnTo>
                  <a:lnTo>
                    <a:pt x="212090" y="1756410"/>
                  </a:lnTo>
                  <a:lnTo>
                    <a:pt x="1968500" y="0"/>
                  </a:lnTo>
                  <a:close/>
                  <a:moveTo>
                    <a:pt x="2298700" y="0"/>
                  </a:moveTo>
                  <a:lnTo>
                    <a:pt x="2216150" y="0"/>
                  </a:lnTo>
                  <a:lnTo>
                    <a:pt x="302260" y="1913890"/>
                  </a:lnTo>
                  <a:lnTo>
                    <a:pt x="332740" y="1965960"/>
                  </a:lnTo>
                  <a:lnTo>
                    <a:pt x="2298700" y="0"/>
                  </a:lnTo>
                  <a:close/>
                  <a:moveTo>
                    <a:pt x="2421890" y="43180"/>
                  </a:moveTo>
                  <a:lnTo>
                    <a:pt x="2396490" y="0"/>
                  </a:lnTo>
                  <a:lnTo>
                    <a:pt x="2381250" y="0"/>
                  </a:lnTo>
                  <a:lnTo>
                    <a:pt x="361950" y="2018030"/>
                  </a:lnTo>
                  <a:lnTo>
                    <a:pt x="392430" y="2070100"/>
                  </a:lnTo>
                  <a:lnTo>
                    <a:pt x="2421890" y="43180"/>
                  </a:lnTo>
                  <a:close/>
                  <a:moveTo>
                    <a:pt x="2481580" y="147320"/>
                  </a:moveTo>
                  <a:lnTo>
                    <a:pt x="2451100" y="95250"/>
                  </a:lnTo>
                  <a:lnTo>
                    <a:pt x="424180" y="2123440"/>
                  </a:lnTo>
                  <a:lnTo>
                    <a:pt x="454660" y="2175510"/>
                  </a:lnTo>
                  <a:lnTo>
                    <a:pt x="2481580" y="147320"/>
                  </a:lnTo>
                  <a:close/>
                  <a:moveTo>
                    <a:pt x="1803400" y="0"/>
                  </a:moveTo>
                  <a:lnTo>
                    <a:pt x="1720850" y="0"/>
                  </a:lnTo>
                  <a:lnTo>
                    <a:pt x="120650" y="1598930"/>
                  </a:lnTo>
                  <a:lnTo>
                    <a:pt x="151130" y="1651000"/>
                  </a:lnTo>
                  <a:lnTo>
                    <a:pt x="1803400" y="0"/>
                  </a:lnTo>
                  <a:close/>
                  <a:moveTo>
                    <a:pt x="2542540" y="252730"/>
                  </a:moveTo>
                  <a:lnTo>
                    <a:pt x="2512060" y="200660"/>
                  </a:lnTo>
                  <a:lnTo>
                    <a:pt x="483870" y="2228850"/>
                  </a:lnTo>
                  <a:lnTo>
                    <a:pt x="514350" y="2280920"/>
                  </a:lnTo>
                  <a:lnTo>
                    <a:pt x="2542540" y="252730"/>
                  </a:lnTo>
                  <a:close/>
                  <a:moveTo>
                    <a:pt x="552450" y="424180"/>
                  </a:moveTo>
                  <a:lnTo>
                    <a:pt x="976630" y="0"/>
                  </a:lnTo>
                  <a:lnTo>
                    <a:pt x="894080" y="0"/>
                  </a:lnTo>
                  <a:lnTo>
                    <a:pt x="665480" y="228600"/>
                  </a:lnTo>
                  <a:lnTo>
                    <a:pt x="552450" y="424180"/>
                  </a:lnTo>
                  <a:close/>
                  <a:moveTo>
                    <a:pt x="2814320" y="723900"/>
                  </a:moveTo>
                  <a:lnTo>
                    <a:pt x="786130" y="2752090"/>
                  </a:lnTo>
                  <a:lnTo>
                    <a:pt x="796290" y="2771140"/>
                  </a:lnTo>
                  <a:lnTo>
                    <a:pt x="850900" y="2771140"/>
                  </a:lnTo>
                  <a:lnTo>
                    <a:pt x="2844800" y="777240"/>
                  </a:lnTo>
                  <a:lnTo>
                    <a:pt x="2814320" y="723900"/>
                  </a:lnTo>
                  <a:close/>
                  <a:moveTo>
                    <a:pt x="1141730" y="0"/>
                  </a:moveTo>
                  <a:lnTo>
                    <a:pt x="1059180" y="0"/>
                  </a:lnTo>
                  <a:lnTo>
                    <a:pt x="439420" y="619760"/>
                  </a:lnTo>
                  <a:lnTo>
                    <a:pt x="326390" y="815340"/>
                  </a:lnTo>
                  <a:lnTo>
                    <a:pt x="1141730" y="0"/>
                  </a:lnTo>
                  <a:close/>
                  <a:moveTo>
                    <a:pt x="1306830" y="0"/>
                  </a:moveTo>
                  <a:lnTo>
                    <a:pt x="1224280" y="0"/>
                  </a:lnTo>
                  <a:lnTo>
                    <a:pt x="213360" y="1010920"/>
                  </a:lnTo>
                  <a:lnTo>
                    <a:pt x="100330" y="1206500"/>
                  </a:lnTo>
                  <a:lnTo>
                    <a:pt x="1306830" y="0"/>
                  </a:lnTo>
                  <a:close/>
                  <a:moveTo>
                    <a:pt x="1638300" y="0"/>
                  </a:moveTo>
                  <a:lnTo>
                    <a:pt x="1555750" y="0"/>
                  </a:lnTo>
                  <a:lnTo>
                    <a:pt x="60960" y="1494790"/>
                  </a:lnTo>
                  <a:lnTo>
                    <a:pt x="91440" y="1546860"/>
                  </a:lnTo>
                  <a:lnTo>
                    <a:pt x="1638300" y="0"/>
                  </a:lnTo>
                  <a:close/>
                  <a:moveTo>
                    <a:pt x="1471930" y="0"/>
                  </a:moveTo>
                  <a:lnTo>
                    <a:pt x="1389380" y="0"/>
                  </a:lnTo>
                  <a:lnTo>
                    <a:pt x="0" y="1389380"/>
                  </a:lnTo>
                  <a:lnTo>
                    <a:pt x="30480" y="1441450"/>
                  </a:lnTo>
                  <a:lnTo>
                    <a:pt x="1471930" y="0"/>
                  </a:lnTo>
                  <a:close/>
                  <a:moveTo>
                    <a:pt x="778510" y="33020"/>
                  </a:moveTo>
                  <a:lnTo>
                    <a:pt x="811530" y="0"/>
                  </a:lnTo>
                  <a:lnTo>
                    <a:pt x="797560" y="0"/>
                  </a:lnTo>
                  <a:lnTo>
                    <a:pt x="778510" y="33020"/>
                  </a:lnTo>
                  <a:close/>
                  <a:moveTo>
                    <a:pt x="3153410" y="1459230"/>
                  </a:moveTo>
                  <a:lnTo>
                    <a:pt x="3196590" y="1385570"/>
                  </a:lnTo>
                  <a:lnTo>
                    <a:pt x="3177540" y="1352550"/>
                  </a:lnTo>
                  <a:lnTo>
                    <a:pt x="1760220" y="2771140"/>
                  </a:lnTo>
                  <a:lnTo>
                    <a:pt x="1842770" y="2771140"/>
                  </a:lnTo>
                  <a:lnTo>
                    <a:pt x="3153410" y="1459230"/>
                  </a:lnTo>
                  <a:close/>
                  <a:moveTo>
                    <a:pt x="3147060" y="1300480"/>
                  </a:moveTo>
                  <a:lnTo>
                    <a:pt x="3116580" y="1248410"/>
                  </a:lnTo>
                  <a:lnTo>
                    <a:pt x="1595120" y="2771140"/>
                  </a:lnTo>
                  <a:lnTo>
                    <a:pt x="1677670" y="2771140"/>
                  </a:lnTo>
                  <a:lnTo>
                    <a:pt x="3147060" y="1300480"/>
                  </a:lnTo>
                  <a:close/>
                  <a:moveTo>
                    <a:pt x="2928620" y="1850390"/>
                  </a:moveTo>
                  <a:lnTo>
                    <a:pt x="3041650" y="1654810"/>
                  </a:lnTo>
                  <a:lnTo>
                    <a:pt x="1925320" y="2771140"/>
                  </a:lnTo>
                  <a:lnTo>
                    <a:pt x="2007870" y="2771140"/>
                  </a:lnTo>
                  <a:lnTo>
                    <a:pt x="2928620" y="1850390"/>
                  </a:lnTo>
                  <a:close/>
                  <a:moveTo>
                    <a:pt x="2702560" y="2241550"/>
                  </a:moveTo>
                  <a:lnTo>
                    <a:pt x="2815590" y="2045970"/>
                  </a:lnTo>
                  <a:lnTo>
                    <a:pt x="2090420" y="2771140"/>
                  </a:lnTo>
                  <a:lnTo>
                    <a:pt x="2172970" y="2771140"/>
                  </a:lnTo>
                  <a:lnTo>
                    <a:pt x="2702560" y="2241550"/>
                  </a:lnTo>
                  <a:close/>
                  <a:moveTo>
                    <a:pt x="2476500" y="2632710"/>
                  </a:moveTo>
                  <a:lnTo>
                    <a:pt x="2589530" y="2437130"/>
                  </a:lnTo>
                  <a:lnTo>
                    <a:pt x="2255520" y="2771140"/>
                  </a:lnTo>
                  <a:lnTo>
                    <a:pt x="2338070" y="2771140"/>
                  </a:lnTo>
                  <a:lnTo>
                    <a:pt x="2476500" y="2632710"/>
                  </a:lnTo>
                  <a:close/>
                  <a:moveTo>
                    <a:pt x="3087370" y="1195070"/>
                  </a:moveTo>
                  <a:lnTo>
                    <a:pt x="3056890" y="1143000"/>
                  </a:lnTo>
                  <a:lnTo>
                    <a:pt x="1428750" y="2771140"/>
                  </a:lnTo>
                  <a:lnTo>
                    <a:pt x="1511300" y="2771140"/>
                  </a:lnTo>
                  <a:lnTo>
                    <a:pt x="3087370" y="1195070"/>
                  </a:lnTo>
                  <a:close/>
                  <a:moveTo>
                    <a:pt x="3026410" y="1090930"/>
                  </a:moveTo>
                  <a:lnTo>
                    <a:pt x="2995930" y="1038860"/>
                  </a:lnTo>
                  <a:lnTo>
                    <a:pt x="1263650" y="2771140"/>
                  </a:lnTo>
                  <a:lnTo>
                    <a:pt x="1346200" y="2771140"/>
                  </a:lnTo>
                  <a:lnTo>
                    <a:pt x="3026410" y="1090930"/>
                  </a:lnTo>
                  <a:close/>
                  <a:moveTo>
                    <a:pt x="2724150" y="566420"/>
                  </a:moveTo>
                  <a:lnTo>
                    <a:pt x="2693670" y="514350"/>
                  </a:lnTo>
                  <a:lnTo>
                    <a:pt x="665480" y="2542540"/>
                  </a:lnTo>
                  <a:lnTo>
                    <a:pt x="695960" y="2594610"/>
                  </a:lnTo>
                  <a:lnTo>
                    <a:pt x="2724150" y="566420"/>
                  </a:lnTo>
                  <a:close/>
                  <a:moveTo>
                    <a:pt x="2663190" y="462280"/>
                  </a:moveTo>
                  <a:lnTo>
                    <a:pt x="2632710" y="410210"/>
                  </a:lnTo>
                  <a:lnTo>
                    <a:pt x="604520" y="2438400"/>
                  </a:lnTo>
                  <a:lnTo>
                    <a:pt x="635000" y="2490470"/>
                  </a:lnTo>
                  <a:lnTo>
                    <a:pt x="2663190" y="462280"/>
                  </a:lnTo>
                  <a:close/>
                  <a:moveTo>
                    <a:pt x="2783840" y="671830"/>
                  </a:moveTo>
                  <a:lnTo>
                    <a:pt x="2753360" y="619760"/>
                  </a:lnTo>
                  <a:lnTo>
                    <a:pt x="726440" y="2646680"/>
                  </a:lnTo>
                  <a:lnTo>
                    <a:pt x="756920" y="2698750"/>
                  </a:lnTo>
                  <a:lnTo>
                    <a:pt x="2783840" y="671830"/>
                  </a:lnTo>
                  <a:close/>
                  <a:moveTo>
                    <a:pt x="2965450" y="985520"/>
                  </a:moveTo>
                  <a:lnTo>
                    <a:pt x="2934970" y="933450"/>
                  </a:lnTo>
                  <a:lnTo>
                    <a:pt x="1098550" y="2771140"/>
                  </a:lnTo>
                  <a:lnTo>
                    <a:pt x="1181100" y="2771140"/>
                  </a:lnTo>
                  <a:lnTo>
                    <a:pt x="2965450" y="985520"/>
                  </a:lnTo>
                  <a:close/>
                  <a:moveTo>
                    <a:pt x="2603500" y="356870"/>
                  </a:moveTo>
                  <a:lnTo>
                    <a:pt x="2573020" y="304800"/>
                  </a:lnTo>
                  <a:lnTo>
                    <a:pt x="544830" y="2332990"/>
                  </a:lnTo>
                  <a:lnTo>
                    <a:pt x="575310" y="2385060"/>
                  </a:lnTo>
                  <a:lnTo>
                    <a:pt x="2603500" y="356870"/>
                  </a:lnTo>
                  <a:close/>
                  <a:moveTo>
                    <a:pt x="2905760" y="881380"/>
                  </a:moveTo>
                  <a:lnTo>
                    <a:pt x="2875280" y="829310"/>
                  </a:lnTo>
                  <a:lnTo>
                    <a:pt x="933450" y="2771140"/>
                  </a:lnTo>
                  <a:lnTo>
                    <a:pt x="1016000" y="2771140"/>
                  </a:lnTo>
                  <a:lnTo>
                    <a:pt x="2905760" y="881380"/>
                  </a:lnTo>
                  <a:close/>
                </a:path>
              </a:pathLst>
            </a:custGeom>
            <a:grpFill/>
          </p:spPr>
          <p:txBody>
            <a:bodyPr/>
            <a:lstStyle/>
            <a:p>
              <a:endParaRPr lang="fr-FR"/>
            </a:p>
          </p:txBody>
        </p:sp>
      </p:grpSp>
      <p:grpSp>
        <p:nvGrpSpPr>
          <p:cNvPr id="21" name="Group 2">
            <a:extLst>
              <a:ext uri="{FF2B5EF4-FFF2-40B4-BE49-F238E27FC236}">
                <a16:creationId xmlns:a16="http://schemas.microsoft.com/office/drawing/2014/main" id="{F48F7A14-2B63-4633-99AE-FEE4CCAC8F9C}"/>
              </a:ext>
            </a:extLst>
          </p:cNvPr>
          <p:cNvGrpSpPr>
            <a:grpSpLocks noChangeAspect="1"/>
          </p:cNvGrpSpPr>
          <p:nvPr/>
        </p:nvGrpSpPr>
        <p:grpSpPr>
          <a:xfrm rot="19597915">
            <a:off x="11093250" y="76347"/>
            <a:ext cx="492262" cy="426744"/>
            <a:chOff x="0" y="0"/>
            <a:chExt cx="3196590" cy="2771140"/>
          </a:xfrm>
          <a:solidFill>
            <a:srgbClr val="2261DC"/>
          </a:solidFill>
        </p:grpSpPr>
        <p:sp>
          <p:nvSpPr>
            <p:cNvPr id="22" name="Freeform 3">
              <a:extLst>
                <a:ext uri="{FF2B5EF4-FFF2-40B4-BE49-F238E27FC236}">
                  <a16:creationId xmlns:a16="http://schemas.microsoft.com/office/drawing/2014/main" id="{7E6509DF-A555-43CE-8F08-1B16F54E6D05}"/>
                </a:ext>
              </a:extLst>
            </p:cNvPr>
            <p:cNvSpPr/>
            <p:nvPr/>
          </p:nvSpPr>
          <p:spPr>
            <a:xfrm>
              <a:off x="0" y="0"/>
              <a:ext cx="3196590" cy="2771140"/>
            </a:xfrm>
            <a:custGeom>
              <a:avLst/>
              <a:gdLst/>
              <a:ahLst/>
              <a:cxnLst/>
              <a:rect l="l" t="t" r="r" b="b"/>
              <a:pathLst>
                <a:path w="3196590" h="2771140">
                  <a:moveTo>
                    <a:pt x="271780" y="1861820"/>
                  </a:moveTo>
                  <a:lnTo>
                    <a:pt x="241300" y="1809750"/>
                  </a:lnTo>
                  <a:lnTo>
                    <a:pt x="2051050" y="0"/>
                  </a:lnTo>
                  <a:lnTo>
                    <a:pt x="2133600" y="0"/>
                  </a:lnTo>
                  <a:lnTo>
                    <a:pt x="271780" y="1861820"/>
                  </a:lnTo>
                  <a:close/>
                  <a:moveTo>
                    <a:pt x="1968500" y="0"/>
                  </a:moveTo>
                  <a:lnTo>
                    <a:pt x="1885950" y="0"/>
                  </a:lnTo>
                  <a:lnTo>
                    <a:pt x="181610" y="1704340"/>
                  </a:lnTo>
                  <a:lnTo>
                    <a:pt x="212090" y="1756410"/>
                  </a:lnTo>
                  <a:lnTo>
                    <a:pt x="1968500" y="0"/>
                  </a:lnTo>
                  <a:close/>
                  <a:moveTo>
                    <a:pt x="2298700" y="0"/>
                  </a:moveTo>
                  <a:lnTo>
                    <a:pt x="2216150" y="0"/>
                  </a:lnTo>
                  <a:lnTo>
                    <a:pt x="302260" y="1913890"/>
                  </a:lnTo>
                  <a:lnTo>
                    <a:pt x="332740" y="1965960"/>
                  </a:lnTo>
                  <a:lnTo>
                    <a:pt x="2298700" y="0"/>
                  </a:lnTo>
                  <a:close/>
                  <a:moveTo>
                    <a:pt x="2421890" y="43180"/>
                  </a:moveTo>
                  <a:lnTo>
                    <a:pt x="2396490" y="0"/>
                  </a:lnTo>
                  <a:lnTo>
                    <a:pt x="2381250" y="0"/>
                  </a:lnTo>
                  <a:lnTo>
                    <a:pt x="361950" y="2018030"/>
                  </a:lnTo>
                  <a:lnTo>
                    <a:pt x="392430" y="2070100"/>
                  </a:lnTo>
                  <a:lnTo>
                    <a:pt x="2421890" y="43180"/>
                  </a:lnTo>
                  <a:close/>
                  <a:moveTo>
                    <a:pt x="2481580" y="147320"/>
                  </a:moveTo>
                  <a:lnTo>
                    <a:pt x="2451100" y="95250"/>
                  </a:lnTo>
                  <a:lnTo>
                    <a:pt x="424180" y="2123440"/>
                  </a:lnTo>
                  <a:lnTo>
                    <a:pt x="454660" y="2175510"/>
                  </a:lnTo>
                  <a:lnTo>
                    <a:pt x="2481580" y="147320"/>
                  </a:lnTo>
                  <a:close/>
                  <a:moveTo>
                    <a:pt x="1803400" y="0"/>
                  </a:moveTo>
                  <a:lnTo>
                    <a:pt x="1720850" y="0"/>
                  </a:lnTo>
                  <a:lnTo>
                    <a:pt x="120650" y="1598930"/>
                  </a:lnTo>
                  <a:lnTo>
                    <a:pt x="151130" y="1651000"/>
                  </a:lnTo>
                  <a:lnTo>
                    <a:pt x="1803400" y="0"/>
                  </a:lnTo>
                  <a:close/>
                  <a:moveTo>
                    <a:pt x="2542540" y="252730"/>
                  </a:moveTo>
                  <a:lnTo>
                    <a:pt x="2512060" y="200660"/>
                  </a:lnTo>
                  <a:lnTo>
                    <a:pt x="483870" y="2228850"/>
                  </a:lnTo>
                  <a:lnTo>
                    <a:pt x="514350" y="2280920"/>
                  </a:lnTo>
                  <a:lnTo>
                    <a:pt x="2542540" y="252730"/>
                  </a:lnTo>
                  <a:close/>
                  <a:moveTo>
                    <a:pt x="552450" y="424180"/>
                  </a:moveTo>
                  <a:lnTo>
                    <a:pt x="976630" y="0"/>
                  </a:lnTo>
                  <a:lnTo>
                    <a:pt x="894080" y="0"/>
                  </a:lnTo>
                  <a:lnTo>
                    <a:pt x="665480" y="228600"/>
                  </a:lnTo>
                  <a:lnTo>
                    <a:pt x="552450" y="424180"/>
                  </a:lnTo>
                  <a:close/>
                  <a:moveTo>
                    <a:pt x="2814320" y="723900"/>
                  </a:moveTo>
                  <a:lnTo>
                    <a:pt x="786130" y="2752090"/>
                  </a:lnTo>
                  <a:lnTo>
                    <a:pt x="796290" y="2771140"/>
                  </a:lnTo>
                  <a:lnTo>
                    <a:pt x="850900" y="2771140"/>
                  </a:lnTo>
                  <a:lnTo>
                    <a:pt x="2844800" y="777240"/>
                  </a:lnTo>
                  <a:lnTo>
                    <a:pt x="2814320" y="723900"/>
                  </a:lnTo>
                  <a:close/>
                  <a:moveTo>
                    <a:pt x="1141730" y="0"/>
                  </a:moveTo>
                  <a:lnTo>
                    <a:pt x="1059180" y="0"/>
                  </a:lnTo>
                  <a:lnTo>
                    <a:pt x="439420" y="619760"/>
                  </a:lnTo>
                  <a:lnTo>
                    <a:pt x="326390" y="815340"/>
                  </a:lnTo>
                  <a:lnTo>
                    <a:pt x="1141730" y="0"/>
                  </a:lnTo>
                  <a:close/>
                  <a:moveTo>
                    <a:pt x="1306830" y="0"/>
                  </a:moveTo>
                  <a:lnTo>
                    <a:pt x="1224280" y="0"/>
                  </a:lnTo>
                  <a:lnTo>
                    <a:pt x="213360" y="1010920"/>
                  </a:lnTo>
                  <a:lnTo>
                    <a:pt x="100330" y="1206500"/>
                  </a:lnTo>
                  <a:lnTo>
                    <a:pt x="1306830" y="0"/>
                  </a:lnTo>
                  <a:close/>
                  <a:moveTo>
                    <a:pt x="1638300" y="0"/>
                  </a:moveTo>
                  <a:lnTo>
                    <a:pt x="1555750" y="0"/>
                  </a:lnTo>
                  <a:lnTo>
                    <a:pt x="60960" y="1494790"/>
                  </a:lnTo>
                  <a:lnTo>
                    <a:pt x="91440" y="1546860"/>
                  </a:lnTo>
                  <a:lnTo>
                    <a:pt x="1638300" y="0"/>
                  </a:lnTo>
                  <a:close/>
                  <a:moveTo>
                    <a:pt x="1471930" y="0"/>
                  </a:moveTo>
                  <a:lnTo>
                    <a:pt x="1389380" y="0"/>
                  </a:lnTo>
                  <a:lnTo>
                    <a:pt x="0" y="1389380"/>
                  </a:lnTo>
                  <a:lnTo>
                    <a:pt x="30480" y="1441450"/>
                  </a:lnTo>
                  <a:lnTo>
                    <a:pt x="1471930" y="0"/>
                  </a:lnTo>
                  <a:close/>
                  <a:moveTo>
                    <a:pt x="778510" y="33020"/>
                  </a:moveTo>
                  <a:lnTo>
                    <a:pt x="811530" y="0"/>
                  </a:lnTo>
                  <a:lnTo>
                    <a:pt x="797560" y="0"/>
                  </a:lnTo>
                  <a:lnTo>
                    <a:pt x="778510" y="33020"/>
                  </a:lnTo>
                  <a:close/>
                  <a:moveTo>
                    <a:pt x="3153410" y="1459230"/>
                  </a:moveTo>
                  <a:lnTo>
                    <a:pt x="3196590" y="1385570"/>
                  </a:lnTo>
                  <a:lnTo>
                    <a:pt x="3177540" y="1352550"/>
                  </a:lnTo>
                  <a:lnTo>
                    <a:pt x="1760220" y="2771140"/>
                  </a:lnTo>
                  <a:lnTo>
                    <a:pt x="1842770" y="2771140"/>
                  </a:lnTo>
                  <a:lnTo>
                    <a:pt x="3153410" y="1459230"/>
                  </a:lnTo>
                  <a:close/>
                  <a:moveTo>
                    <a:pt x="3147060" y="1300480"/>
                  </a:moveTo>
                  <a:lnTo>
                    <a:pt x="3116580" y="1248410"/>
                  </a:lnTo>
                  <a:lnTo>
                    <a:pt x="1595120" y="2771140"/>
                  </a:lnTo>
                  <a:lnTo>
                    <a:pt x="1677670" y="2771140"/>
                  </a:lnTo>
                  <a:lnTo>
                    <a:pt x="3147060" y="1300480"/>
                  </a:lnTo>
                  <a:close/>
                  <a:moveTo>
                    <a:pt x="2928620" y="1850390"/>
                  </a:moveTo>
                  <a:lnTo>
                    <a:pt x="3041650" y="1654810"/>
                  </a:lnTo>
                  <a:lnTo>
                    <a:pt x="1925320" y="2771140"/>
                  </a:lnTo>
                  <a:lnTo>
                    <a:pt x="2007870" y="2771140"/>
                  </a:lnTo>
                  <a:lnTo>
                    <a:pt x="2928620" y="1850390"/>
                  </a:lnTo>
                  <a:close/>
                  <a:moveTo>
                    <a:pt x="2702560" y="2241550"/>
                  </a:moveTo>
                  <a:lnTo>
                    <a:pt x="2815590" y="2045970"/>
                  </a:lnTo>
                  <a:lnTo>
                    <a:pt x="2090420" y="2771140"/>
                  </a:lnTo>
                  <a:lnTo>
                    <a:pt x="2172970" y="2771140"/>
                  </a:lnTo>
                  <a:lnTo>
                    <a:pt x="2702560" y="2241550"/>
                  </a:lnTo>
                  <a:close/>
                  <a:moveTo>
                    <a:pt x="2476500" y="2632710"/>
                  </a:moveTo>
                  <a:lnTo>
                    <a:pt x="2589530" y="2437130"/>
                  </a:lnTo>
                  <a:lnTo>
                    <a:pt x="2255520" y="2771140"/>
                  </a:lnTo>
                  <a:lnTo>
                    <a:pt x="2338070" y="2771140"/>
                  </a:lnTo>
                  <a:lnTo>
                    <a:pt x="2476500" y="2632710"/>
                  </a:lnTo>
                  <a:close/>
                  <a:moveTo>
                    <a:pt x="3087370" y="1195070"/>
                  </a:moveTo>
                  <a:lnTo>
                    <a:pt x="3056890" y="1143000"/>
                  </a:lnTo>
                  <a:lnTo>
                    <a:pt x="1428750" y="2771140"/>
                  </a:lnTo>
                  <a:lnTo>
                    <a:pt x="1511300" y="2771140"/>
                  </a:lnTo>
                  <a:lnTo>
                    <a:pt x="3087370" y="1195070"/>
                  </a:lnTo>
                  <a:close/>
                  <a:moveTo>
                    <a:pt x="3026410" y="1090930"/>
                  </a:moveTo>
                  <a:lnTo>
                    <a:pt x="2995930" y="1038860"/>
                  </a:lnTo>
                  <a:lnTo>
                    <a:pt x="1263650" y="2771140"/>
                  </a:lnTo>
                  <a:lnTo>
                    <a:pt x="1346200" y="2771140"/>
                  </a:lnTo>
                  <a:lnTo>
                    <a:pt x="3026410" y="1090930"/>
                  </a:lnTo>
                  <a:close/>
                  <a:moveTo>
                    <a:pt x="2724150" y="566420"/>
                  </a:moveTo>
                  <a:lnTo>
                    <a:pt x="2693670" y="514350"/>
                  </a:lnTo>
                  <a:lnTo>
                    <a:pt x="665480" y="2542540"/>
                  </a:lnTo>
                  <a:lnTo>
                    <a:pt x="695960" y="2594610"/>
                  </a:lnTo>
                  <a:lnTo>
                    <a:pt x="2724150" y="566420"/>
                  </a:lnTo>
                  <a:close/>
                  <a:moveTo>
                    <a:pt x="2663190" y="462280"/>
                  </a:moveTo>
                  <a:lnTo>
                    <a:pt x="2632710" y="410210"/>
                  </a:lnTo>
                  <a:lnTo>
                    <a:pt x="604520" y="2438400"/>
                  </a:lnTo>
                  <a:lnTo>
                    <a:pt x="635000" y="2490470"/>
                  </a:lnTo>
                  <a:lnTo>
                    <a:pt x="2663190" y="462280"/>
                  </a:lnTo>
                  <a:close/>
                  <a:moveTo>
                    <a:pt x="2783840" y="671830"/>
                  </a:moveTo>
                  <a:lnTo>
                    <a:pt x="2753360" y="619760"/>
                  </a:lnTo>
                  <a:lnTo>
                    <a:pt x="726440" y="2646680"/>
                  </a:lnTo>
                  <a:lnTo>
                    <a:pt x="756920" y="2698750"/>
                  </a:lnTo>
                  <a:lnTo>
                    <a:pt x="2783840" y="671830"/>
                  </a:lnTo>
                  <a:close/>
                  <a:moveTo>
                    <a:pt x="2965450" y="985520"/>
                  </a:moveTo>
                  <a:lnTo>
                    <a:pt x="2934970" y="933450"/>
                  </a:lnTo>
                  <a:lnTo>
                    <a:pt x="1098550" y="2771140"/>
                  </a:lnTo>
                  <a:lnTo>
                    <a:pt x="1181100" y="2771140"/>
                  </a:lnTo>
                  <a:lnTo>
                    <a:pt x="2965450" y="985520"/>
                  </a:lnTo>
                  <a:close/>
                  <a:moveTo>
                    <a:pt x="2603500" y="356870"/>
                  </a:moveTo>
                  <a:lnTo>
                    <a:pt x="2573020" y="304800"/>
                  </a:lnTo>
                  <a:lnTo>
                    <a:pt x="544830" y="2332990"/>
                  </a:lnTo>
                  <a:lnTo>
                    <a:pt x="575310" y="2385060"/>
                  </a:lnTo>
                  <a:lnTo>
                    <a:pt x="2603500" y="356870"/>
                  </a:lnTo>
                  <a:close/>
                  <a:moveTo>
                    <a:pt x="2905760" y="881380"/>
                  </a:moveTo>
                  <a:lnTo>
                    <a:pt x="2875280" y="829310"/>
                  </a:lnTo>
                  <a:lnTo>
                    <a:pt x="933450" y="2771140"/>
                  </a:lnTo>
                  <a:lnTo>
                    <a:pt x="1016000" y="2771140"/>
                  </a:lnTo>
                  <a:lnTo>
                    <a:pt x="2905760" y="881380"/>
                  </a:lnTo>
                  <a:close/>
                </a:path>
              </a:pathLst>
            </a:custGeom>
            <a:grpFill/>
          </p:spPr>
          <p:txBody>
            <a:bodyPr/>
            <a:lstStyle/>
            <a:p>
              <a:endParaRPr lang="fr-FR"/>
            </a:p>
          </p:txBody>
        </p:sp>
      </p:grpSp>
      <p:sp>
        <p:nvSpPr>
          <p:cNvPr id="5" name="Espace réservé du numéro de diapositive 4">
            <a:extLst>
              <a:ext uri="{FF2B5EF4-FFF2-40B4-BE49-F238E27FC236}">
                <a16:creationId xmlns:a16="http://schemas.microsoft.com/office/drawing/2014/main" id="{92267FBC-434D-1628-CA07-71F02D87C292}"/>
              </a:ext>
            </a:extLst>
          </p:cNvPr>
          <p:cNvSpPr>
            <a:spLocks noGrp="1"/>
          </p:cNvSpPr>
          <p:nvPr>
            <p:ph type="sldNum" sz="quarter" idx="12"/>
          </p:nvPr>
        </p:nvSpPr>
        <p:spPr>
          <a:xfrm>
            <a:off x="6225329" y="6083446"/>
            <a:ext cx="723492" cy="500106"/>
          </a:xfrm>
          <a:prstGeom prst="ellipse">
            <a:avLst/>
          </a:prstGeom>
          <a:ln>
            <a:solidFill>
              <a:srgbClr val="0070C0"/>
            </a:solidFill>
          </a:ln>
        </p:spPr>
        <p:style>
          <a:lnRef idx="2">
            <a:schemeClr val="accent2"/>
          </a:lnRef>
          <a:fillRef idx="1">
            <a:schemeClr val="lt1"/>
          </a:fillRef>
          <a:effectRef idx="0">
            <a:schemeClr val="accent2"/>
          </a:effectRef>
          <a:fontRef idx="minor">
            <a:schemeClr val="dk1"/>
          </a:fontRef>
        </p:style>
        <p:txBody>
          <a:bodyPr/>
          <a:lstStyle/>
          <a:p>
            <a:r>
              <a:rPr lang="fr-ML" sz="2000" b="1" dirty="0">
                <a:solidFill>
                  <a:srgbClr val="002060"/>
                </a:solidFill>
                <a:latin typeface="Nunito Sans Black" pitchFamily="2" charset="0"/>
              </a:rPr>
              <a:t>25</a:t>
            </a:r>
          </a:p>
        </p:txBody>
      </p:sp>
    </p:spTree>
    <p:extLst>
      <p:ext uri="{BB962C8B-B14F-4D97-AF65-F5344CB8AC3E}">
        <p14:creationId xmlns:p14="http://schemas.microsoft.com/office/powerpoint/2010/main" val="3476684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accel="16000" decel="84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1000" fill="hold"/>
                                        <p:tgtEl>
                                          <p:spTgt spid="12"/>
                                        </p:tgtEl>
                                        <p:attrNameLst>
                                          <p:attrName>ppt_x</p:attrName>
                                        </p:attrNameLst>
                                      </p:cBhvr>
                                      <p:tavLst>
                                        <p:tav tm="0">
                                          <p:val>
                                            <p:strVal val="0-#ppt_w/2"/>
                                          </p:val>
                                        </p:tav>
                                        <p:tav tm="100000">
                                          <p:val>
                                            <p:strVal val="#ppt_x"/>
                                          </p:val>
                                        </p:tav>
                                      </p:tavLst>
                                    </p:anim>
                                    <p:anim calcmode="lin" valueType="num">
                                      <p:cBhvr additive="base">
                                        <p:cTn id="8" dur="1000" fill="hold"/>
                                        <p:tgtEl>
                                          <p:spTgt spid="12"/>
                                        </p:tgtEl>
                                        <p:attrNameLst>
                                          <p:attrName>ppt_y</p:attrName>
                                        </p:attrNameLst>
                                      </p:cBhvr>
                                      <p:tavLst>
                                        <p:tav tm="0">
                                          <p:val>
                                            <p:strVal val="0-#ppt_h/2"/>
                                          </p:val>
                                        </p:tav>
                                        <p:tav tm="100000">
                                          <p:val>
                                            <p:strVal val="#ppt_y"/>
                                          </p:val>
                                        </p:tav>
                                      </p:tavLst>
                                    </p:anim>
                                  </p:childTnLst>
                                </p:cTn>
                              </p:par>
                              <p:par>
                                <p:cTn id="9" presetID="42" presetClass="path" presetSubtype="0" accel="50000" decel="50000" fill="hold" grpId="0" nodeType="withEffect">
                                  <p:stCondLst>
                                    <p:cond delay="1250"/>
                                  </p:stCondLst>
                                  <p:childTnLst>
                                    <p:animMotion origin="layout" path="M 5E-6 -0.00231 L 0.18946 0.28033 " pathEditMode="relative" rAng="0" ptsTypes="AA">
                                      <p:cBhvr>
                                        <p:cTn id="10" dur="1000" fill="hold"/>
                                        <p:tgtEl>
                                          <p:spTgt spid="9"/>
                                        </p:tgtEl>
                                        <p:attrNameLst>
                                          <p:attrName>ppt_x</p:attrName>
                                          <p:attrName>ppt_y</p:attrName>
                                        </p:attrNameLst>
                                      </p:cBhvr>
                                      <p:rCtr x="9466" y="14144"/>
                                    </p:animMotion>
                                  </p:childTnLst>
                                </p:cTn>
                              </p:par>
                              <p:par>
                                <p:cTn id="11" presetID="42" presetClass="path" presetSubtype="0" accel="50000" decel="50000" fill="hold" grpId="0" nodeType="withEffect">
                                  <p:stCondLst>
                                    <p:cond delay="1500"/>
                                  </p:stCondLst>
                                  <p:childTnLst>
                                    <p:animMotion origin="layout" path="M -1.25E-6 -0.00231 L 0.18945 0.28033 " pathEditMode="relative" rAng="0" ptsTypes="AA">
                                      <p:cBhvr>
                                        <p:cTn id="12" dur="1000" fill="hold"/>
                                        <p:tgtEl>
                                          <p:spTgt spid="10"/>
                                        </p:tgtEl>
                                        <p:attrNameLst>
                                          <p:attrName>ppt_x</p:attrName>
                                          <p:attrName>ppt_y</p:attrName>
                                        </p:attrNameLst>
                                      </p:cBhvr>
                                      <p:rCtr x="9479" y="14120"/>
                                    </p:animMotion>
                                  </p:childTnLst>
                                </p:cTn>
                              </p:par>
                              <p:par>
                                <p:cTn id="13" presetID="42" presetClass="path" presetSubtype="0" accel="50000" decel="50000" fill="hold" grpId="0" nodeType="withEffect">
                                  <p:stCondLst>
                                    <p:cond delay="1750"/>
                                  </p:stCondLst>
                                  <p:childTnLst>
                                    <p:animMotion origin="layout" path="M 1.66667E-6 -0.00231 L 0.18945 0.28033 " pathEditMode="relative" rAng="0" ptsTypes="AA">
                                      <p:cBhvr>
                                        <p:cTn id="14" dur="1000" fill="hold"/>
                                        <p:tgtEl>
                                          <p:spTgt spid="11"/>
                                        </p:tgtEl>
                                        <p:attrNameLst>
                                          <p:attrName>ppt_x</p:attrName>
                                          <p:attrName>ppt_y</p:attrName>
                                        </p:attrNameLst>
                                      </p:cBhvr>
                                      <p:rCtr x="9479" y="14120"/>
                                    </p:animMotion>
                                  </p:childTnLst>
                                </p:cTn>
                              </p:par>
                              <p:par>
                                <p:cTn id="15" presetID="23" presetClass="entr" presetSubtype="16" fill="hold" grpId="0" nodeType="withEffect">
                                  <p:stCondLst>
                                    <p:cond delay="500"/>
                                  </p:stCondLst>
                                  <p:iterate type="lt">
                                    <p:tmPct val="10000"/>
                                  </p:iterate>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ppt_w</p:attrName>
                                        </p:attrNameLst>
                                      </p:cBhvr>
                                      <p:tavLst>
                                        <p:tav tm="0">
                                          <p:val>
                                            <p:fltVal val="0"/>
                                          </p:val>
                                        </p:tav>
                                        <p:tav tm="100000">
                                          <p:val>
                                            <p:strVal val="#ppt_w"/>
                                          </p:val>
                                        </p:tav>
                                      </p:tavLst>
                                    </p:anim>
                                    <p:anim calcmode="lin" valueType="num">
                                      <p:cBhvr>
                                        <p:cTn id="18" dur="500" fill="hold"/>
                                        <p:tgtEl>
                                          <p:spTgt spid="2"/>
                                        </p:tgtEl>
                                        <p:attrNameLst>
                                          <p:attrName>ppt_h</p:attrName>
                                        </p:attrNameLst>
                                      </p:cBhvr>
                                      <p:tavLst>
                                        <p:tav tm="0">
                                          <p:val>
                                            <p:fltVal val="0"/>
                                          </p:val>
                                        </p:tav>
                                        <p:tav tm="100000">
                                          <p:val>
                                            <p:strVal val="#ppt_h"/>
                                          </p:val>
                                        </p:tav>
                                      </p:tavLst>
                                    </p:anim>
                                  </p:childTnLst>
                                </p:cTn>
                              </p:par>
                              <p:par>
                                <p:cTn id="19" presetID="23" presetClass="entr" presetSubtype="16" fill="hold" grpId="0" nodeType="withEffect">
                                  <p:stCondLst>
                                    <p:cond delay="500"/>
                                  </p:stCondLst>
                                  <p:iterate type="lt">
                                    <p:tmPct val="10000"/>
                                  </p:iterate>
                                  <p:childTnLst>
                                    <p:set>
                                      <p:cBhvr>
                                        <p:cTn id="20" dur="1" fill="hold">
                                          <p:stCondLst>
                                            <p:cond delay="0"/>
                                          </p:stCondLst>
                                        </p:cTn>
                                        <p:tgtEl>
                                          <p:spTgt spid="13"/>
                                        </p:tgtEl>
                                        <p:attrNameLst>
                                          <p:attrName>style.visibility</p:attrName>
                                        </p:attrNameLst>
                                      </p:cBhvr>
                                      <p:to>
                                        <p:strVal val="visible"/>
                                      </p:to>
                                    </p:set>
                                    <p:anim calcmode="lin" valueType="num">
                                      <p:cBhvr>
                                        <p:cTn id="21" dur="500" fill="hold"/>
                                        <p:tgtEl>
                                          <p:spTgt spid="13"/>
                                        </p:tgtEl>
                                        <p:attrNameLst>
                                          <p:attrName>ppt_w</p:attrName>
                                        </p:attrNameLst>
                                      </p:cBhvr>
                                      <p:tavLst>
                                        <p:tav tm="0">
                                          <p:val>
                                            <p:fltVal val="0"/>
                                          </p:val>
                                        </p:tav>
                                        <p:tav tm="100000">
                                          <p:val>
                                            <p:strVal val="#ppt_w"/>
                                          </p:val>
                                        </p:tav>
                                      </p:tavLst>
                                    </p:anim>
                                    <p:anim calcmode="lin" valueType="num">
                                      <p:cBhvr>
                                        <p:cTn id="22" dur="500" fill="hold"/>
                                        <p:tgtEl>
                                          <p:spTgt spid="13"/>
                                        </p:tgtEl>
                                        <p:attrNameLst>
                                          <p:attrName>ppt_h</p:attrName>
                                        </p:attrNameLst>
                                      </p:cBhvr>
                                      <p:tavLst>
                                        <p:tav tm="0">
                                          <p:val>
                                            <p:fltVal val="0"/>
                                          </p:val>
                                        </p:tav>
                                        <p:tav tm="100000">
                                          <p:val>
                                            <p:strVal val="#ppt_h"/>
                                          </p:val>
                                        </p:tav>
                                      </p:tavLst>
                                    </p:anim>
                                  </p:childTnLst>
                                </p:cTn>
                              </p:par>
                              <p:par>
                                <p:cTn id="23" presetID="10" presetClass="entr" presetSubtype="0" fill="hold" grpId="0" nodeType="withEffect">
                                  <p:stCondLst>
                                    <p:cond delay="425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childTnLst>
                                </p:cTn>
                              </p:par>
                              <p:par>
                                <p:cTn id="26" presetID="10" presetClass="entr" presetSubtype="0" fill="hold" grpId="0" nodeType="withEffect">
                                  <p:stCondLst>
                                    <p:cond delay="500"/>
                                  </p:stCondLst>
                                  <p:iterate type="lt">
                                    <p:tmPct val="4000"/>
                                  </p:iterate>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par>
                                <p:cTn id="29" presetID="42" presetClass="entr" presetSubtype="0" fill="hold" nodeType="withEffect">
                                  <p:stCondLst>
                                    <p:cond delay="275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1000"/>
                                        <p:tgtEl>
                                          <p:spTgt spid="21"/>
                                        </p:tgtEl>
                                      </p:cBhvr>
                                    </p:animEffect>
                                    <p:anim calcmode="lin" valueType="num">
                                      <p:cBhvr>
                                        <p:cTn id="32" dur="1000" fill="hold"/>
                                        <p:tgtEl>
                                          <p:spTgt spid="21"/>
                                        </p:tgtEl>
                                        <p:attrNameLst>
                                          <p:attrName>ppt_x</p:attrName>
                                        </p:attrNameLst>
                                      </p:cBhvr>
                                      <p:tavLst>
                                        <p:tav tm="0">
                                          <p:val>
                                            <p:strVal val="#ppt_x"/>
                                          </p:val>
                                        </p:tav>
                                        <p:tav tm="100000">
                                          <p:val>
                                            <p:strVal val="#ppt_x"/>
                                          </p:val>
                                        </p:tav>
                                      </p:tavLst>
                                    </p:anim>
                                    <p:anim calcmode="lin" valueType="num">
                                      <p:cBhvr>
                                        <p:cTn id="33" dur="1000" fill="hold"/>
                                        <p:tgtEl>
                                          <p:spTgt spid="21"/>
                                        </p:tgtEl>
                                        <p:attrNameLst>
                                          <p:attrName>ppt_y</p:attrName>
                                        </p:attrNameLst>
                                      </p:cBhvr>
                                      <p:tavLst>
                                        <p:tav tm="0">
                                          <p:val>
                                            <p:strVal val="#ppt_y+.1"/>
                                          </p:val>
                                        </p:tav>
                                        <p:tav tm="100000">
                                          <p:val>
                                            <p:strVal val="#ppt_y"/>
                                          </p:val>
                                        </p:tav>
                                      </p:tavLst>
                                    </p:anim>
                                  </p:childTnLst>
                                </p:cTn>
                              </p:par>
                              <p:par>
                                <p:cTn id="34" presetID="49" presetClass="entr" presetSubtype="0" decel="100000" fill="hold" nodeType="withEffect">
                                  <p:stCondLst>
                                    <p:cond delay="3250"/>
                                  </p:stCondLst>
                                  <p:childTnLst>
                                    <p:set>
                                      <p:cBhvr>
                                        <p:cTn id="35" dur="1" fill="hold">
                                          <p:stCondLst>
                                            <p:cond delay="0"/>
                                          </p:stCondLst>
                                        </p:cTn>
                                        <p:tgtEl>
                                          <p:spTgt spid="15"/>
                                        </p:tgtEl>
                                        <p:attrNameLst>
                                          <p:attrName>style.visibility</p:attrName>
                                        </p:attrNameLst>
                                      </p:cBhvr>
                                      <p:to>
                                        <p:strVal val="visible"/>
                                      </p:to>
                                    </p:set>
                                    <p:anim calcmode="lin" valueType="num">
                                      <p:cBhvr>
                                        <p:cTn id="36" dur="1250" fill="hold"/>
                                        <p:tgtEl>
                                          <p:spTgt spid="15"/>
                                        </p:tgtEl>
                                        <p:attrNameLst>
                                          <p:attrName>ppt_w</p:attrName>
                                        </p:attrNameLst>
                                      </p:cBhvr>
                                      <p:tavLst>
                                        <p:tav tm="0">
                                          <p:val>
                                            <p:fltVal val="0"/>
                                          </p:val>
                                        </p:tav>
                                        <p:tav tm="100000">
                                          <p:val>
                                            <p:strVal val="#ppt_w"/>
                                          </p:val>
                                        </p:tav>
                                      </p:tavLst>
                                    </p:anim>
                                    <p:anim calcmode="lin" valueType="num">
                                      <p:cBhvr>
                                        <p:cTn id="37" dur="1250" fill="hold"/>
                                        <p:tgtEl>
                                          <p:spTgt spid="15"/>
                                        </p:tgtEl>
                                        <p:attrNameLst>
                                          <p:attrName>ppt_h</p:attrName>
                                        </p:attrNameLst>
                                      </p:cBhvr>
                                      <p:tavLst>
                                        <p:tav tm="0">
                                          <p:val>
                                            <p:fltVal val="0"/>
                                          </p:val>
                                        </p:tav>
                                        <p:tav tm="100000">
                                          <p:val>
                                            <p:strVal val="#ppt_h"/>
                                          </p:val>
                                        </p:tav>
                                      </p:tavLst>
                                    </p:anim>
                                    <p:anim calcmode="lin" valueType="num">
                                      <p:cBhvr>
                                        <p:cTn id="38" dur="1250" fill="hold"/>
                                        <p:tgtEl>
                                          <p:spTgt spid="15"/>
                                        </p:tgtEl>
                                        <p:attrNameLst>
                                          <p:attrName>style.rotation</p:attrName>
                                        </p:attrNameLst>
                                      </p:cBhvr>
                                      <p:tavLst>
                                        <p:tav tm="0">
                                          <p:val>
                                            <p:fltVal val="360"/>
                                          </p:val>
                                        </p:tav>
                                        <p:tav tm="100000">
                                          <p:val>
                                            <p:fltVal val="0"/>
                                          </p:val>
                                        </p:tav>
                                      </p:tavLst>
                                    </p:anim>
                                    <p:animEffect transition="in" filter="fade">
                                      <p:cBhvr>
                                        <p:cTn id="39" dur="1250"/>
                                        <p:tgtEl>
                                          <p:spTgt spid="15"/>
                                        </p:tgtEl>
                                      </p:cBhvr>
                                    </p:animEffect>
                                  </p:childTnLst>
                                </p:cTn>
                              </p:par>
                              <p:par>
                                <p:cTn id="40" presetID="47" presetClass="entr" presetSubtype="0" fill="hold" nodeType="withEffect">
                                  <p:stCondLst>
                                    <p:cond delay="275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1000"/>
                                        <p:tgtEl>
                                          <p:spTgt spid="17"/>
                                        </p:tgtEl>
                                      </p:cBhvr>
                                    </p:animEffect>
                                    <p:anim calcmode="lin" valueType="num">
                                      <p:cBhvr>
                                        <p:cTn id="43" dur="1000" fill="hold"/>
                                        <p:tgtEl>
                                          <p:spTgt spid="17"/>
                                        </p:tgtEl>
                                        <p:attrNameLst>
                                          <p:attrName>ppt_x</p:attrName>
                                        </p:attrNameLst>
                                      </p:cBhvr>
                                      <p:tavLst>
                                        <p:tav tm="0">
                                          <p:val>
                                            <p:strVal val="#ppt_x"/>
                                          </p:val>
                                        </p:tav>
                                        <p:tav tm="100000">
                                          <p:val>
                                            <p:strVal val="#ppt_x"/>
                                          </p:val>
                                        </p:tav>
                                      </p:tavLst>
                                    </p:anim>
                                    <p:anim calcmode="lin" valueType="num">
                                      <p:cBhvr>
                                        <p:cTn id="44" dur="1000" fill="hold"/>
                                        <p:tgtEl>
                                          <p:spTgt spid="17"/>
                                        </p:tgtEl>
                                        <p:attrNameLst>
                                          <p:attrName>ppt_y</p:attrName>
                                        </p:attrNameLst>
                                      </p:cBhvr>
                                      <p:tavLst>
                                        <p:tav tm="0">
                                          <p:val>
                                            <p:strVal val="#ppt_y-.1"/>
                                          </p:val>
                                        </p:tav>
                                        <p:tav tm="100000">
                                          <p:val>
                                            <p:strVal val="#ppt_y"/>
                                          </p:val>
                                        </p:tav>
                                      </p:tavLst>
                                    </p:anim>
                                  </p:childTnLst>
                                </p:cTn>
                              </p:par>
                              <p:par>
                                <p:cTn id="45" presetID="49" presetClass="entr" presetSubtype="0" decel="100000" fill="hold" nodeType="withEffect">
                                  <p:stCondLst>
                                    <p:cond delay="3250"/>
                                  </p:stCondLst>
                                  <p:childTnLst>
                                    <p:set>
                                      <p:cBhvr>
                                        <p:cTn id="46" dur="1" fill="hold">
                                          <p:stCondLst>
                                            <p:cond delay="0"/>
                                          </p:stCondLst>
                                        </p:cTn>
                                        <p:tgtEl>
                                          <p:spTgt spid="16"/>
                                        </p:tgtEl>
                                        <p:attrNameLst>
                                          <p:attrName>style.visibility</p:attrName>
                                        </p:attrNameLst>
                                      </p:cBhvr>
                                      <p:to>
                                        <p:strVal val="visible"/>
                                      </p:to>
                                    </p:set>
                                    <p:anim calcmode="lin" valueType="num">
                                      <p:cBhvr>
                                        <p:cTn id="47" dur="1250" fill="hold"/>
                                        <p:tgtEl>
                                          <p:spTgt spid="16"/>
                                        </p:tgtEl>
                                        <p:attrNameLst>
                                          <p:attrName>ppt_w</p:attrName>
                                        </p:attrNameLst>
                                      </p:cBhvr>
                                      <p:tavLst>
                                        <p:tav tm="0">
                                          <p:val>
                                            <p:fltVal val="0"/>
                                          </p:val>
                                        </p:tav>
                                        <p:tav tm="100000">
                                          <p:val>
                                            <p:strVal val="#ppt_w"/>
                                          </p:val>
                                        </p:tav>
                                      </p:tavLst>
                                    </p:anim>
                                    <p:anim calcmode="lin" valueType="num">
                                      <p:cBhvr>
                                        <p:cTn id="48" dur="1250" fill="hold"/>
                                        <p:tgtEl>
                                          <p:spTgt spid="16"/>
                                        </p:tgtEl>
                                        <p:attrNameLst>
                                          <p:attrName>ppt_h</p:attrName>
                                        </p:attrNameLst>
                                      </p:cBhvr>
                                      <p:tavLst>
                                        <p:tav tm="0">
                                          <p:val>
                                            <p:fltVal val="0"/>
                                          </p:val>
                                        </p:tav>
                                        <p:tav tm="100000">
                                          <p:val>
                                            <p:strVal val="#ppt_h"/>
                                          </p:val>
                                        </p:tav>
                                      </p:tavLst>
                                    </p:anim>
                                    <p:anim calcmode="lin" valueType="num">
                                      <p:cBhvr>
                                        <p:cTn id="49" dur="1250" fill="hold"/>
                                        <p:tgtEl>
                                          <p:spTgt spid="16"/>
                                        </p:tgtEl>
                                        <p:attrNameLst>
                                          <p:attrName>style.rotation</p:attrName>
                                        </p:attrNameLst>
                                      </p:cBhvr>
                                      <p:tavLst>
                                        <p:tav tm="0">
                                          <p:val>
                                            <p:fltVal val="360"/>
                                          </p:val>
                                        </p:tav>
                                        <p:tav tm="100000">
                                          <p:val>
                                            <p:fltVal val="0"/>
                                          </p:val>
                                        </p:tav>
                                      </p:tavLst>
                                    </p:anim>
                                    <p:animEffect transition="in" filter="fade">
                                      <p:cBhvr>
                                        <p:cTn id="50" dur="1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animBg="1"/>
      <p:bldP spid="10" grpId="0" animBg="1"/>
      <p:bldP spid="11" grpId="0" animBg="1"/>
      <p:bldP spid="2" grpId="0"/>
      <p:bldP spid="12" grpId="0" animBg="1"/>
      <p:bldP spid="13" grpId="0"/>
      <p:bldP spid="1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4AFAC6AD-E06A-BD4A-AB39-35849B2BFA2D}"/>
              </a:ext>
            </a:extLst>
          </p:cNvPr>
          <p:cNvCxnSpPr>
            <a:cxnSpLocks/>
          </p:cNvCxnSpPr>
          <p:nvPr/>
        </p:nvCxnSpPr>
        <p:spPr>
          <a:xfrm flipV="1">
            <a:off x="2987613" y="3514421"/>
            <a:ext cx="825191" cy="657921"/>
          </a:xfrm>
          <a:prstGeom prst="line">
            <a:avLst/>
          </a:prstGeom>
          <a:solidFill>
            <a:srgbClr val="12231D">
              <a:alpha val="40000"/>
            </a:srgbClr>
          </a:solidFill>
          <a:ln w="63500" cap="rnd">
            <a:solidFill>
              <a:schemeClr val="bg1"/>
            </a:solidFill>
            <a:prstDash val="sysDot"/>
            <a:round/>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a:extLst>
              <a:ext uri="{FF2B5EF4-FFF2-40B4-BE49-F238E27FC236}">
                <a16:creationId xmlns:a16="http://schemas.microsoft.com/office/drawing/2014/main" id="{70ECD39E-EC9A-954A-B4CF-9BCD99C8CFAE}"/>
              </a:ext>
            </a:extLst>
          </p:cNvPr>
          <p:cNvCxnSpPr>
            <a:cxnSpLocks/>
          </p:cNvCxnSpPr>
          <p:nvPr/>
        </p:nvCxnSpPr>
        <p:spPr>
          <a:xfrm flipH="1" flipV="1">
            <a:off x="5418578" y="3503269"/>
            <a:ext cx="960188" cy="749245"/>
          </a:xfrm>
          <a:prstGeom prst="line">
            <a:avLst/>
          </a:prstGeom>
          <a:solidFill>
            <a:srgbClr val="12231D">
              <a:alpha val="40000"/>
            </a:srgbClr>
          </a:solidFill>
          <a:ln w="63500" cap="rnd">
            <a:solidFill>
              <a:schemeClr val="bg1"/>
            </a:solidFill>
            <a:prstDash val="sysDot"/>
            <a:round/>
          </a:ln>
        </p:spPr>
        <p:style>
          <a:lnRef idx="2">
            <a:schemeClr val="accent1">
              <a:shade val="50000"/>
            </a:schemeClr>
          </a:lnRef>
          <a:fillRef idx="1">
            <a:schemeClr val="accent1"/>
          </a:fillRef>
          <a:effectRef idx="0">
            <a:schemeClr val="accent1"/>
          </a:effectRef>
          <a:fontRef idx="minor">
            <a:schemeClr val="lt1"/>
          </a:fontRef>
        </p:style>
      </p:cxnSp>
      <p:cxnSp>
        <p:nvCxnSpPr>
          <p:cNvPr id="28" name="Straight Connector 27">
            <a:extLst>
              <a:ext uri="{FF2B5EF4-FFF2-40B4-BE49-F238E27FC236}">
                <a16:creationId xmlns:a16="http://schemas.microsoft.com/office/drawing/2014/main" id="{0DF68F12-370D-1E45-B388-B3EB7E9D3A9F}"/>
              </a:ext>
            </a:extLst>
          </p:cNvPr>
          <p:cNvCxnSpPr>
            <a:cxnSpLocks/>
          </p:cNvCxnSpPr>
          <p:nvPr/>
        </p:nvCxnSpPr>
        <p:spPr>
          <a:xfrm flipH="1">
            <a:off x="8273670" y="3668618"/>
            <a:ext cx="903385" cy="683046"/>
          </a:xfrm>
          <a:prstGeom prst="line">
            <a:avLst/>
          </a:prstGeom>
          <a:solidFill>
            <a:srgbClr val="12231D">
              <a:alpha val="40000"/>
            </a:srgbClr>
          </a:solidFill>
          <a:ln w="63500" cap="rnd">
            <a:solidFill>
              <a:schemeClr val="bg1"/>
            </a:solidFill>
            <a:prstDash val="sysDot"/>
            <a:round/>
          </a:ln>
        </p:spPr>
        <p:style>
          <a:lnRef idx="2">
            <a:schemeClr val="accent1">
              <a:shade val="50000"/>
            </a:schemeClr>
          </a:lnRef>
          <a:fillRef idx="1">
            <a:schemeClr val="accent1"/>
          </a:fillRef>
          <a:effectRef idx="0">
            <a:schemeClr val="accent1"/>
          </a:effectRef>
          <a:fontRef idx="minor">
            <a:schemeClr val="lt1"/>
          </a:fontRef>
        </p:style>
      </p:cxnSp>
      <p:grpSp>
        <p:nvGrpSpPr>
          <p:cNvPr id="25" name="Groupe 24">
            <a:extLst>
              <a:ext uri="{FF2B5EF4-FFF2-40B4-BE49-F238E27FC236}">
                <a16:creationId xmlns:a16="http://schemas.microsoft.com/office/drawing/2014/main" id="{A5A71F7D-60F4-4DDD-BF44-F4CFB8A54103}"/>
              </a:ext>
            </a:extLst>
          </p:cNvPr>
          <p:cNvGrpSpPr>
            <a:grpSpLocks/>
          </p:cNvGrpSpPr>
          <p:nvPr/>
        </p:nvGrpSpPr>
        <p:grpSpPr bwMode="auto">
          <a:xfrm>
            <a:off x="191732" y="397065"/>
            <a:ext cx="11808591" cy="1325300"/>
            <a:chOff x="0" y="0"/>
            <a:chExt cx="68048" cy="13253"/>
          </a:xfrm>
        </p:grpSpPr>
        <p:pic>
          <p:nvPicPr>
            <p:cNvPr id="33" name="Image 32">
              <a:extLst>
                <a:ext uri="{FF2B5EF4-FFF2-40B4-BE49-F238E27FC236}">
                  <a16:creationId xmlns:a16="http://schemas.microsoft.com/office/drawing/2014/main" id="{876751A0-162E-4B3E-A23E-1445F8E40A50}"/>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0" y="0"/>
              <a:ext cx="8872" cy="13253"/>
            </a:xfrm>
            <a:prstGeom prst="rect">
              <a:avLst/>
            </a:prstGeom>
            <a:noFill/>
            <a:extLst>
              <a:ext uri="{909E8E84-426E-40DD-AFC4-6F175D3DCCD1}">
                <a14:hiddenFill xmlns:a14="http://schemas.microsoft.com/office/drawing/2010/main">
                  <a:solidFill>
                    <a:srgbClr val="FFFFFF"/>
                  </a:solidFill>
                </a14:hiddenFill>
              </a:ext>
            </a:extLst>
          </p:spPr>
        </p:pic>
        <p:pic>
          <p:nvPicPr>
            <p:cNvPr id="34" name="Image 33">
              <a:extLst>
                <a:ext uri="{FF2B5EF4-FFF2-40B4-BE49-F238E27FC236}">
                  <a16:creationId xmlns:a16="http://schemas.microsoft.com/office/drawing/2014/main" id="{92F35D9D-5AED-45D4-99F9-F713B4548C48}"/>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56533" y="169"/>
              <a:ext cx="11515" cy="12520"/>
            </a:xfrm>
            <a:prstGeom prst="rect">
              <a:avLst/>
            </a:prstGeom>
            <a:noFill/>
            <a:extLst>
              <a:ext uri="{909E8E84-426E-40DD-AFC4-6F175D3DCCD1}">
                <a14:hiddenFill xmlns:a14="http://schemas.microsoft.com/office/drawing/2010/main">
                  <a:solidFill>
                    <a:srgbClr val="FFFFFF"/>
                  </a:solidFill>
                </a14:hiddenFill>
              </a:ext>
            </a:extLst>
          </p:spPr>
        </p:pic>
      </p:grpSp>
      <p:sp>
        <p:nvSpPr>
          <p:cNvPr id="36" name="ZoneTexte 35">
            <a:extLst>
              <a:ext uri="{FF2B5EF4-FFF2-40B4-BE49-F238E27FC236}">
                <a16:creationId xmlns:a16="http://schemas.microsoft.com/office/drawing/2014/main" id="{5950E396-E026-485E-9AC0-ABBFD404A5A6}"/>
              </a:ext>
            </a:extLst>
          </p:cNvPr>
          <p:cNvSpPr txBox="1"/>
          <p:nvPr/>
        </p:nvSpPr>
        <p:spPr>
          <a:xfrm>
            <a:off x="-37813" y="5561255"/>
            <a:ext cx="3675722" cy="918136"/>
          </a:xfrm>
          <a:prstGeom prst="rect">
            <a:avLst/>
          </a:prstGeom>
          <a:noFill/>
        </p:spPr>
        <p:txBody>
          <a:bodyPr wrap="square" rtlCol="0">
            <a:spAutoFit/>
          </a:bodyPr>
          <a:lstStyle/>
          <a:p>
            <a:pPr algn="ctr" defTabSz="609630">
              <a:lnSpc>
                <a:spcPct val="150000"/>
              </a:lnSpc>
            </a:pPr>
            <a:r>
              <a:rPr lang="fr-FR" sz="2000" b="1" u="sng" dirty="0">
                <a:solidFill>
                  <a:srgbClr val="0070C0"/>
                </a:solidFill>
                <a:latin typeface="Cambria" panose="02040503050406030204" pitchFamily="18" charset="0"/>
                <a:ea typeface="Cambria" panose="02040503050406030204" pitchFamily="18" charset="0"/>
              </a:rPr>
              <a:t>Sous l’encadrement de:</a:t>
            </a:r>
          </a:p>
          <a:p>
            <a:pPr algn="ctr" defTabSz="609630">
              <a:lnSpc>
                <a:spcPct val="150000"/>
              </a:lnSpc>
            </a:pPr>
            <a:r>
              <a:rPr lang="fr-FR" b="1" dirty="0">
                <a:solidFill>
                  <a:prstClr val="black"/>
                </a:solidFill>
                <a:latin typeface="Cambria" panose="02040503050406030204" pitchFamily="18" charset="0"/>
                <a:ea typeface="Cambria" panose="02040503050406030204" pitchFamily="18" charset="0"/>
              </a:rPr>
              <a:t>M. Mamadou SANGARE</a:t>
            </a:r>
          </a:p>
        </p:txBody>
      </p:sp>
      <p:sp>
        <p:nvSpPr>
          <p:cNvPr id="37" name="Titre 1">
            <a:extLst>
              <a:ext uri="{FF2B5EF4-FFF2-40B4-BE49-F238E27FC236}">
                <a16:creationId xmlns:a16="http://schemas.microsoft.com/office/drawing/2014/main" id="{27C158C3-2611-4DE5-A321-F47E01C32841}"/>
              </a:ext>
            </a:extLst>
          </p:cNvPr>
          <p:cNvSpPr txBox="1">
            <a:spLocks/>
          </p:cNvSpPr>
          <p:nvPr/>
        </p:nvSpPr>
        <p:spPr>
          <a:xfrm>
            <a:off x="1731266" y="459652"/>
            <a:ext cx="8270875" cy="1066609"/>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09630"/>
            <a:r>
              <a:rPr lang="fr-FR" sz="2400" b="1" dirty="0">
                <a:solidFill>
                  <a:srgbClr val="4F81BD">
                    <a:lumMod val="50000"/>
                  </a:srgbClr>
                </a:solidFill>
                <a:latin typeface="Nunito Black" panose="020F0502020204030204" pitchFamily="2" charset="0"/>
                <a:ea typeface="Cambria" panose="02040503050406030204" pitchFamily="18" charset="0"/>
              </a:rPr>
              <a:t>INSTITUT SUPERIEUR DES TECHNIQUES ECONOMIQUES</a:t>
            </a:r>
            <a:br>
              <a:rPr lang="fr-FR" sz="2400" b="1" dirty="0">
                <a:solidFill>
                  <a:srgbClr val="4F81BD">
                    <a:lumMod val="50000"/>
                  </a:srgbClr>
                </a:solidFill>
                <a:latin typeface="Nunito Black" panose="020F0502020204030204" pitchFamily="2" charset="0"/>
                <a:ea typeface="Cambria" panose="02040503050406030204" pitchFamily="18" charset="0"/>
              </a:rPr>
            </a:br>
            <a:r>
              <a:rPr lang="fr-FR" sz="2400" b="1" dirty="0">
                <a:solidFill>
                  <a:srgbClr val="4F81BD">
                    <a:lumMod val="50000"/>
                  </a:srgbClr>
                </a:solidFill>
                <a:latin typeface="Nunito Black" panose="020F0502020204030204" pitchFamily="2" charset="0"/>
                <a:ea typeface="Cambria" panose="02040503050406030204" pitchFamily="18" charset="0"/>
              </a:rPr>
              <a:t>COMPTABLES ET COMMERCIALES</a:t>
            </a:r>
            <a:br>
              <a:rPr lang="fr-FR" sz="2400" b="1" dirty="0">
                <a:solidFill>
                  <a:srgbClr val="4F81BD">
                    <a:lumMod val="50000"/>
                  </a:srgbClr>
                </a:solidFill>
                <a:latin typeface="Nunito Black" panose="020F0502020204030204" pitchFamily="2" charset="0"/>
                <a:ea typeface="Cambria" panose="02040503050406030204" pitchFamily="18" charset="0"/>
              </a:rPr>
            </a:br>
            <a:endParaRPr lang="fr-FR" sz="2400" b="1" dirty="0">
              <a:solidFill>
                <a:srgbClr val="4F81BD">
                  <a:lumMod val="50000"/>
                </a:srgbClr>
              </a:solidFill>
              <a:latin typeface="Nunito Black" panose="020F0502020204030204" pitchFamily="2" charset="0"/>
              <a:ea typeface="Cambria" panose="02040503050406030204" pitchFamily="18" charset="0"/>
            </a:endParaRPr>
          </a:p>
        </p:txBody>
      </p:sp>
      <p:sp>
        <p:nvSpPr>
          <p:cNvPr id="38" name="ZoneTexte 37">
            <a:extLst>
              <a:ext uri="{FF2B5EF4-FFF2-40B4-BE49-F238E27FC236}">
                <a16:creationId xmlns:a16="http://schemas.microsoft.com/office/drawing/2014/main" id="{DBA52CAC-DEEB-4843-AA6D-E846DECC6934}"/>
              </a:ext>
            </a:extLst>
          </p:cNvPr>
          <p:cNvSpPr txBox="1"/>
          <p:nvPr/>
        </p:nvSpPr>
        <p:spPr>
          <a:xfrm>
            <a:off x="2025445" y="1612369"/>
            <a:ext cx="8141110" cy="800219"/>
          </a:xfrm>
          <a:prstGeom prst="rect">
            <a:avLst/>
          </a:prstGeom>
          <a:noFill/>
        </p:spPr>
        <p:txBody>
          <a:bodyPr wrap="square" rtlCol="0">
            <a:spAutoFit/>
          </a:bodyPr>
          <a:lstStyle/>
          <a:p>
            <a:pPr algn="ctr" defTabSz="609630">
              <a:lnSpc>
                <a:spcPct val="150000"/>
              </a:lnSpc>
              <a:spcAft>
                <a:spcPts val="800"/>
              </a:spcAft>
            </a:pPr>
            <a:r>
              <a:rPr lang="fr-FR" sz="1600" b="1" dirty="0">
                <a:solidFill>
                  <a:prstClr val="black"/>
                </a:solidFill>
                <a:latin typeface="Nunito Sans Black" pitchFamily="2" charset="0"/>
                <a:ea typeface="Cambria" panose="02040503050406030204" pitchFamily="18" charset="0"/>
                <a:cs typeface="Times New Roman" panose="02020603050405020304" pitchFamily="18" charset="0"/>
              </a:rPr>
              <a:t>PROJET DE FIN D’ETUDES POUR L’OBTENTION DU DIPLOME DU MASTER </a:t>
            </a:r>
            <a:r>
              <a:rPr lang="fr-FR" sz="1600" b="1" dirty="0">
                <a:solidFill>
                  <a:prstClr val="black"/>
                </a:solidFill>
                <a:latin typeface="Nunito Sans Black" pitchFamily="2" charset="0"/>
                <a:ea typeface="Cambria" panose="02040503050406030204" pitchFamily="18" charset="0"/>
              </a:rPr>
              <a:t>PROMOTION 2022-2024</a:t>
            </a:r>
          </a:p>
        </p:txBody>
      </p:sp>
      <p:sp>
        <p:nvSpPr>
          <p:cNvPr id="40" name="ZoneTexte 39">
            <a:extLst>
              <a:ext uri="{FF2B5EF4-FFF2-40B4-BE49-F238E27FC236}">
                <a16:creationId xmlns:a16="http://schemas.microsoft.com/office/drawing/2014/main" id="{1F576359-4F94-4D9D-ABB7-ABE98A77EC0C}"/>
              </a:ext>
            </a:extLst>
          </p:cNvPr>
          <p:cNvSpPr txBox="1"/>
          <p:nvPr/>
        </p:nvSpPr>
        <p:spPr>
          <a:xfrm>
            <a:off x="457200" y="3526320"/>
            <a:ext cx="10972800" cy="1685783"/>
          </a:xfrm>
          <a:prstGeom prst="rect">
            <a:avLst/>
          </a:prstGeom>
          <a:noFill/>
        </p:spPr>
        <p:txBody>
          <a:bodyPr wrap="square" rtlCol="0">
            <a:spAutoFit/>
          </a:bodyPr>
          <a:lstStyle/>
          <a:p>
            <a:pPr algn="ctr" defTabSz="609630">
              <a:lnSpc>
                <a:spcPct val="150000"/>
              </a:lnSpc>
            </a:pPr>
            <a:r>
              <a:rPr lang="fr-FR" sz="2400" b="1" dirty="0">
                <a:solidFill>
                  <a:srgbClr val="3B41C9"/>
                </a:solidFill>
                <a:latin typeface="ADLaM Display" panose="02010000000000000000" pitchFamily="2" charset="0"/>
                <a:ea typeface="ADLaM Display" panose="02010000000000000000" pitchFamily="2" charset="0"/>
                <a:cs typeface="ADLaM Display" panose="02010000000000000000" pitchFamily="2" charset="0"/>
              </a:rPr>
              <a:t>IMPLEMENTATION D’UNE PLATE-FORME D’OPTIMISATION DE GESTION DES RESSOURCES HUMAINES « OptiRH » : CAS DE LA BANQUE INTERNATIONALE POUR LE MALI (BIM SA)</a:t>
            </a:r>
          </a:p>
        </p:txBody>
      </p:sp>
      <p:grpSp>
        <p:nvGrpSpPr>
          <p:cNvPr id="14" name="Graphic 15">
            <a:extLst>
              <a:ext uri="{FF2B5EF4-FFF2-40B4-BE49-F238E27FC236}">
                <a16:creationId xmlns:a16="http://schemas.microsoft.com/office/drawing/2014/main" id="{6A8947E0-49DD-4337-807A-501D83D4348F}"/>
              </a:ext>
            </a:extLst>
          </p:cNvPr>
          <p:cNvGrpSpPr/>
          <p:nvPr/>
        </p:nvGrpSpPr>
        <p:grpSpPr>
          <a:xfrm>
            <a:off x="4903334" y="5245635"/>
            <a:ext cx="2401766" cy="1509755"/>
            <a:chOff x="6902071" y="270047"/>
            <a:chExt cx="5150334" cy="2566117"/>
          </a:xfrm>
        </p:grpSpPr>
        <p:sp>
          <p:nvSpPr>
            <p:cNvPr id="15" name="Freeform: Shape 190">
              <a:extLst>
                <a:ext uri="{FF2B5EF4-FFF2-40B4-BE49-F238E27FC236}">
                  <a16:creationId xmlns:a16="http://schemas.microsoft.com/office/drawing/2014/main" id="{A95273F2-5F62-4803-B454-EC42E65655C1}"/>
                </a:ext>
              </a:extLst>
            </p:cNvPr>
            <p:cNvSpPr/>
            <p:nvPr/>
          </p:nvSpPr>
          <p:spPr>
            <a:xfrm>
              <a:off x="8307144" y="1271377"/>
              <a:ext cx="2433270" cy="1184617"/>
            </a:xfrm>
            <a:custGeom>
              <a:avLst/>
              <a:gdLst>
                <a:gd name="connsiteX0" fmla="*/ 61293 w 2433270"/>
                <a:gd name="connsiteY0" fmla="*/ 196 h 1184617"/>
                <a:gd name="connsiteX1" fmla="*/ 2362295 w 2433270"/>
                <a:gd name="connsiteY1" fmla="*/ 78618 h 1184617"/>
                <a:gd name="connsiteX2" fmla="*/ 2401505 w 2433270"/>
                <a:gd name="connsiteY2" fmla="*/ 104759 h 1184617"/>
                <a:gd name="connsiteX3" fmla="*/ 2412709 w 2433270"/>
                <a:gd name="connsiteY3" fmla="*/ 218035 h 1184617"/>
                <a:gd name="connsiteX4" fmla="*/ 2433248 w 2433270"/>
                <a:gd name="connsiteY4" fmla="*/ 811180 h 1184617"/>
                <a:gd name="connsiteX5" fmla="*/ 2247151 w 2433270"/>
                <a:gd name="connsiteY5" fmla="*/ 1024662 h 1184617"/>
                <a:gd name="connsiteX6" fmla="*/ 1169782 w 2433270"/>
                <a:gd name="connsiteY6" fmla="*/ 1184618 h 1184617"/>
                <a:gd name="connsiteX7" fmla="*/ 183283 w 2433270"/>
                <a:gd name="connsiteY7" fmla="*/ 938148 h 1184617"/>
                <a:gd name="connsiteX8" fmla="*/ 921 w 2433270"/>
                <a:gd name="connsiteY8" fmla="*/ 646867 h 1184617"/>
                <a:gd name="connsiteX9" fmla="*/ 45111 w 2433270"/>
                <a:gd name="connsiteY9" fmla="*/ 48743 h 1184617"/>
                <a:gd name="connsiteX10" fmla="*/ 61293 w 2433270"/>
                <a:gd name="connsiteY10" fmla="*/ 196 h 1184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33270" h="1184617">
                  <a:moveTo>
                    <a:pt x="61293" y="196"/>
                  </a:moveTo>
                  <a:cubicBezTo>
                    <a:pt x="67517" y="-5405"/>
                    <a:pt x="2265201" y="110983"/>
                    <a:pt x="2362295" y="78618"/>
                  </a:cubicBezTo>
                  <a:cubicBezTo>
                    <a:pt x="2397149" y="66793"/>
                    <a:pt x="2398394" y="68660"/>
                    <a:pt x="2401505" y="104759"/>
                  </a:cubicBezTo>
                  <a:cubicBezTo>
                    <a:pt x="2405240" y="142725"/>
                    <a:pt x="2402750" y="180691"/>
                    <a:pt x="2412709" y="218035"/>
                  </a:cubicBezTo>
                  <a:cubicBezTo>
                    <a:pt x="2421422" y="375502"/>
                    <a:pt x="2433870" y="635041"/>
                    <a:pt x="2433248" y="811180"/>
                  </a:cubicBezTo>
                  <a:cubicBezTo>
                    <a:pt x="2421422" y="925701"/>
                    <a:pt x="2341133" y="982339"/>
                    <a:pt x="2247151" y="1024662"/>
                  </a:cubicBezTo>
                  <a:cubicBezTo>
                    <a:pt x="2092797" y="1094370"/>
                    <a:pt x="1707533" y="1184618"/>
                    <a:pt x="1169782" y="1184618"/>
                  </a:cubicBezTo>
                  <a:cubicBezTo>
                    <a:pt x="570414" y="1165946"/>
                    <a:pt x="338260" y="1050180"/>
                    <a:pt x="183283" y="938148"/>
                  </a:cubicBezTo>
                  <a:cubicBezTo>
                    <a:pt x="81832" y="866573"/>
                    <a:pt x="22705" y="768234"/>
                    <a:pt x="921" y="646867"/>
                  </a:cubicBezTo>
                  <a:cubicBezTo>
                    <a:pt x="-5926" y="627572"/>
                    <a:pt x="27062" y="201231"/>
                    <a:pt x="45111" y="48743"/>
                  </a:cubicBezTo>
                  <a:cubicBezTo>
                    <a:pt x="47601" y="31939"/>
                    <a:pt x="46978" y="13267"/>
                    <a:pt x="61293" y="196"/>
                  </a:cubicBezTo>
                  <a:close/>
                </a:path>
              </a:pathLst>
            </a:custGeom>
            <a:solidFill>
              <a:schemeClr val="tx1"/>
            </a:solidFill>
            <a:ln w="6223" cap="flat">
              <a:noFill/>
              <a:prstDash val="solid"/>
              <a:miter/>
            </a:ln>
          </p:spPr>
          <p:txBody>
            <a:bodyPr rtlCol="0" anchor="ctr"/>
            <a:lstStyle/>
            <a:p>
              <a:pPr defTabSz="609630"/>
              <a:endParaRPr lang="en-US" sz="1801" dirty="0">
                <a:solidFill>
                  <a:prstClr val="black"/>
                </a:solidFill>
                <a:latin typeface="Cambria" panose="02040503050406030204" pitchFamily="18" charset="0"/>
                <a:ea typeface="Cambria" panose="02040503050406030204" pitchFamily="18" charset="0"/>
              </a:endParaRPr>
            </a:p>
          </p:txBody>
        </p:sp>
        <p:sp>
          <p:nvSpPr>
            <p:cNvPr id="16" name="Freeform: Shape 191">
              <a:extLst>
                <a:ext uri="{FF2B5EF4-FFF2-40B4-BE49-F238E27FC236}">
                  <a16:creationId xmlns:a16="http://schemas.microsoft.com/office/drawing/2014/main" id="{E9E7ACF9-67A7-4BC6-991F-A59386076370}"/>
                </a:ext>
              </a:extLst>
            </p:cNvPr>
            <p:cNvSpPr/>
            <p:nvPr/>
          </p:nvSpPr>
          <p:spPr>
            <a:xfrm>
              <a:off x="6902071" y="270047"/>
              <a:ext cx="5150334" cy="1469568"/>
            </a:xfrm>
            <a:custGeom>
              <a:avLst/>
              <a:gdLst>
                <a:gd name="connsiteX0" fmla="*/ 2507015 w 5150334"/>
                <a:gd name="connsiteY0" fmla="*/ 2579 h 1469568"/>
                <a:gd name="connsiteX1" fmla="*/ 0 w 5150334"/>
                <a:gd name="connsiteY1" fmla="*/ 402158 h 1469568"/>
                <a:gd name="connsiteX2" fmla="*/ 2520707 w 5150334"/>
                <a:gd name="connsiteY2" fmla="*/ 1469569 h 1469568"/>
                <a:gd name="connsiteX3" fmla="*/ 5150334 w 5150334"/>
                <a:gd name="connsiteY3" fmla="*/ 657341 h 1469568"/>
                <a:gd name="connsiteX4" fmla="*/ 2579213 w 5150334"/>
                <a:gd name="connsiteY4" fmla="*/ 5691 h 1469568"/>
                <a:gd name="connsiteX5" fmla="*/ 2507015 w 5150334"/>
                <a:gd name="connsiteY5" fmla="*/ 2579 h 1469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50334" h="1469568">
                  <a:moveTo>
                    <a:pt x="2507015" y="2579"/>
                  </a:moveTo>
                  <a:lnTo>
                    <a:pt x="0" y="402158"/>
                  </a:lnTo>
                  <a:lnTo>
                    <a:pt x="2520707" y="1469569"/>
                  </a:lnTo>
                  <a:lnTo>
                    <a:pt x="5150334" y="657341"/>
                  </a:lnTo>
                  <a:lnTo>
                    <a:pt x="2579213" y="5691"/>
                  </a:lnTo>
                  <a:cubicBezTo>
                    <a:pt x="2555562" y="-533"/>
                    <a:pt x="2530666" y="-1777"/>
                    <a:pt x="2507015" y="2579"/>
                  </a:cubicBezTo>
                  <a:close/>
                </a:path>
              </a:pathLst>
            </a:custGeom>
            <a:solidFill>
              <a:schemeClr val="tx1">
                <a:lumMod val="75000"/>
                <a:lumOff val="25000"/>
              </a:schemeClr>
            </a:solidFill>
            <a:ln w="6223" cap="flat">
              <a:noFill/>
              <a:prstDash val="solid"/>
              <a:miter/>
            </a:ln>
          </p:spPr>
          <p:txBody>
            <a:bodyPr rtlCol="0" anchor="ctr"/>
            <a:lstStyle/>
            <a:p>
              <a:pPr defTabSz="609630"/>
              <a:endParaRPr lang="en-US" sz="1801" dirty="0">
                <a:solidFill>
                  <a:prstClr val="black"/>
                </a:solidFill>
                <a:latin typeface="Cambria" panose="02040503050406030204" pitchFamily="18" charset="0"/>
                <a:ea typeface="Cambria" panose="02040503050406030204" pitchFamily="18" charset="0"/>
              </a:endParaRPr>
            </a:p>
          </p:txBody>
        </p:sp>
        <p:sp>
          <p:nvSpPr>
            <p:cNvPr id="17" name="Freeform: Shape 192">
              <a:extLst>
                <a:ext uri="{FF2B5EF4-FFF2-40B4-BE49-F238E27FC236}">
                  <a16:creationId xmlns:a16="http://schemas.microsoft.com/office/drawing/2014/main" id="{C6C0B78D-83C7-433F-836C-B4A3A3A19F23}"/>
                </a:ext>
              </a:extLst>
            </p:cNvPr>
            <p:cNvSpPr/>
            <p:nvPr/>
          </p:nvSpPr>
          <p:spPr>
            <a:xfrm>
              <a:off x="9698876" y="744740"/>
              <a:ext cx="1212978" cy="543466"/>
            </a:xfrm>
            <a:custGeom>
              <a:avLst/>
              <a:gdLst>
                <a:gd name="connsiteX0" fmla="*/ 25764 w 1212978"/>
                <a:gd name="connsiteY0" fmla="*/ 4020 h 543466"/>
                <a:gd name="connsiteX1" fmla="*/ 264765 w 1212978"/>
                <a:gd name="connsiteY1" fmla="*/ 78085 h 543466"/>
                <a:gd name="connsiteX2" fmla="*/ 585299 w 1212978"/>
                <a:gd name="connsiteY2" fmla="*/ 198208 h 543466"/>
                <a:gd name="connsiteX3" fmla="*/ 1198360 w 1212978"/>
                <a:gd name="connsiteY3" fmla="*/ 513763 h 543466"/>
                <a:gd name="connsiteX4" fmla="*/ 1210186 w 1212978"/>
                <a:gd name="connsiteY4" fmla="*/ 538037 h 543466"/>
                <a:gd name="connsiteX5" fmla="*/ 1181556 w 1212978"/>
                <a:gd name="connsiteY5" fmla="*/ 538037 h 543466"/>
                <a:gd name="connsiteX6" fmla="*/ 584677 w 1212978"/>
                <a:gd name="connsiteY6" fmla="*/ 236174 h 543466"/>
                <a:gd name="connsiteX7" fmla="*/ 1491 w 1212978"/>
                <a:gd name="connsiteY7" fmla="*/ 22692 h 543466"/>
                <a:gd name="connsiteX8" fmla="*/ 25764 w 1212978"/>
                <a:gd name="connsiteY8" fmla="*/ 4020 h 543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2978" h="543466">
                  <a:moveTo>
                    <a:pt x="25764" y="4020"/>
                  </a:moveTo>
                  <a:cubicBezTo>
                    <a:pt x="105431" y="28916"/>
                    <a:pt x="185098" y="52567"/>
                    <a:pt x="264765" y="78085"/>
                  </a:cubicBezTo>
                  <a:cubicBezTo>
                    <a:pt x="366216" y="110450"/>
                    <a:pt x="487583" y="156507"/>
                    <a:pt x="585299" y="198208"/>
                  </a:cubicBezTo>
                  <a:cubicBezTo>
                    <a:pt x="698575" y="246132"/>
                    <a:pt x="1152925" y="483888"/>
                    <a:pt x="1198360" y="513763"/>
                  </a:cubicBezTo>
                  <a:cubicBezTo>
                    <a:pt x="1207074" y="519365"/>
                    <a:pt x="1218277" y="526833"/>
                    <a:pt x="1210186" y="538037"/>
                  </a:cubicBezTo>
                  <a:cubicBezTo>
                    <a:pt x="1203339" y="546750"/>
                    <a:pt x="1191514" y="543638"/>
                    <a:pt x="1181556" y="538037"/>
                  </a:cubicBezTo>
                  <a:cubicBezTo>
                    <a:pt x="1126785" y="507539"/>
                    <a:pt x="677414" y="273518"/>
                    <a:pt x="584677" y="236174"/>
                  </a:cubicBezTo>
                  <a:cubicBezTo>
                    <a:pt x="456463" y="184515"/>
                    <a:pt x="64353" y="47588"/>
                    <a:pt x="1491" y="22692"/>
                  </a:cubicBezTo>
                  <a:cubicBezTo>
                    <a:pt x="-2866" y="-959"/>
                    <a:pt x="1491" y="-4071"/>
                    <a:pt x="25764" y="4020"/>
                  </a:cubicBezTo>
                  <a:close/>
                </a:path>
              </a:pathLst>
            </a:custGeom>
            <a:solidFill>
              <a:schemeClr val="tx1"/>
            </a:solidFill>
            <a:ln w="6223" cap="flat">
              <a:noFill/>
              <a:prstDash val="solid"/>
              <a:miter/>
            </a:ln>
          </p:spPr>
          <p:txBody>
            <a:bodyPr rtlCol="0" anchor="ctr"/>
            <a:lstStyle/>
            <a:p>
              <a:pPr defTabSz="609630"/>
              <a:endParaRPr lang="en-US" sz="1801" dirty="0">
                <a:solidFill>
                  <a:prstClr val="black"/>
                </a:solidFill>
                <a:latin typeface="Cambria" panose="02040503050406030204" pitchFamily="18" charset="0"/>
                <a:ea typeface="Cambria" panose="02040503050406030204" pitchFamily="18" charset="0"/>
              </a:endParaRPr>
            </a:p>
          </p:txBody>
        </p:sp>
        <p:sp>
          <p:nvSpPr>
            <p:cNvPr id="18" name="Freeform: Shape 193">
              <a:extLst>
                <a:ext uri="{FF2B5EF4-FFF2-40B4-BE49-F238E27FC236}">
                  <a16:creationId xmlns:a16="http://schemas.microsoft.com/office/drawing/2014/main" id="{EFC4A0CC-1674-4078-898D-AEF2AD4A4D1D}"/>
                </a:ext>
              </a:extLst>
            </p:cNvPr>
            <p:cNvSpPr/>
            <p:nvPr/>
          </p:nvSpPr>
          <p:spPr>
            <a:xfrm>
              <a:off x="9712815" y="561219"/>
              <a:ext cx="973535" cy="143972"/>
            </a:xfrm>
            <a:custGeom>
              <a:avLst/>
              <a:gdLst>
                <a:gd name="connsiteX0" fmla="*/ 0 w 973535"/>
                <a:gd name="connsiteY0" fmla="*/ 124056 h 143972"/>
                <a:gd name="connsiteX1" fmla="*/ 365969 w 973535"/>
                <a:gd name="connsiteY1" fmla="*/ 38165 h 143972"/>
                <a:gd name="connsiteX2" fmla="*/ 650405 w 973535"/>
                <a:gd name="connsiteY2" fmla="*/ 2689 h 143972"/>
                <a:gd name="connsiteX3" fmla="*/ 942309 w 973535"/>
                <a:gd name="connsiteY3" fmla="*/ 2689 h 143972"/>
                <a:gd name="connsiteX4" fmla="*/ 973429 w 973535"/>
                <a:gd name="connsiteY4" fmla="*/ 18249 h 143972"/>
                <a:gd name="connsiteX5" fmla="*/ 939819 w 973535"/>
                <a:gd name="connsiteY5" fmla="*/ 31941 h 143972"/>
                <a:gd name="connsiteX6" fmla="*/ 449370 w 973535"/>
                <a:gd name="connsiteY6" fmla="*/ 57460 h 143972"/>
                <a:gd name="connsiteX7" fmla="*/ 75932 w 973535"/>
                <a:gd name="connsiteY7" fmla="*/ 132147 h 143972"/>
                <a:gd name="connsiteX8" fmla="*/ 18672 w 973535"/>
                <a:gd name="connsiteY8" fmla="*/ 143973 h 143972"/>
                <a:gd name="connsiteX9" fmla="*/ 0 w 973535"/>
                <a:gd name="connsiteY9" fmla="*/ 124056 h 143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3535" h="143972">
                  <a:moveTo>
                    <a:pt x="0" y="124056"/>
                  </a:moveTo>
                  <a:cubicBezTo>
                    <a:pt x="120745" y="88580"/>
                    <a:pt x="242735" y="60572"/>
                    <a:pt x="365969" y="38165"/>
                  </a:cubicBezTo>
                  <a:cubicBezTo>
                    <a:pt x="459951" y="20738"/>
                    <a:pt x="555178" y="7046"/>
                    <a:pt x="650405" y="2689"/>
                  </a:cubicBezTo>
                  <a:cubicBezTo>
                    <a:pt x="747499" y="-2290"/>
                    <a:pt x="845215" y="822"/>
                    <a:pt x="942309" y="2689"/>
                  </a:cubicBezTo>
                  <a:cubicBezTo>
                    <a:pt x="952267" y="2689"/>
                    <a:pt x="975296" y="-423"/>
                    <a:pt x="973429" y="18249"/>
                  </a:cubicBezTo>
                  <a:cubicBezTo>
                    <a:pt x="972184" y="33186"/>
                    <a:pt x="952890" y="31941"/>
                    <a:pt x="939819" y="31941"/>
                  </a:cubicBezTo>
                  <a:cubicBezTo>
                    <a:pt x="861397" y="32564"/>
                    <a:pt x="617418" y="26340"/>
                    <a:pt x="449370" y="57460"/>
                  </a:cubicBezTo>
                  <a:cubicBezTo>
                    <a:pt x="339829" y="76754"/>
                    <a:pt x="185474" y="114098"/>
                    <a:pt x="75932" y="132147"/>
                  </a:cubicBezTo>
                  <a:cubicBezTo>
                    <a:pt x="56638" y="135259"/>
                    <a:pt x="37966" y="139616"/>
                    <a:pt x="18672" y="143973"/>
                  </a:cubicBezTo>
                  <a:cubicBezTo>
                    <a:pt x="8091" y="141483"/>
                    <a:pt x="1245" y="135259"/>
                    <a:pt x="0" y="124056"/>
                  </a:cubicBezTo>
                  <a:close/>
                </a:path>
              </a:pathLst>
            </a:custGeom>
            <a:solidFill>
              <a:schemeClr val="tx1"/>
            </a:solidFill>
            <a:ln w="6223" cap="flat">
              <a:noFill/>
              <a:prstDash val="solid"/>
              <a:miter/>
            </a:ln>
          </p:spPr>
          <p:txBody>
            <a:bodyPr rtlCol="0" anchor="ctr"/>
            <a:lstStyle/>
            <a:p>
              <a:pPr defTabSz="609630"/>
              <a:endParaRPr lang="en-US" sz="1801" dirty="0">
                <a:solidFill>
                  <a:prstClr val="black"/>
                </a:solidFill>
                <a:latin typeface="Cambria" panose="02040503050406030204" pitchFamily="18" charset="0"/>
                <a:ea typeface="Cambria" panose="02040503050406030204" pitchFamily="18" charset="0"/>
              </a:endParaRPr>
            </a:p>
          </p:txBody>
        </p:sp>
        <p:sp>
          <p:nvSpPr>
            <p:cNvPr id="19" name="Freeform: Shape 194">
              <a:extLst>
                <a:ext uri="{FF2B5EF4-FFF2-40B4-BE49-F238E27FC236}">
                  <a16:creationId xmlns:a16="http://schemas.microsoft.com/office/drawing/2014/main" id="{674CAD9A-8A90-412B-B05E-8B793617996D}"/>
                </a:ext>
              </a:extLst>
            </p:cNvPr>
            <p:cNvSpPr/>
            <p:nvPr/>
          </p:nvSpPr>
          <p:spPr>
            <a:xfrm>
              <a:off x="8402593" y="423393"/>
              <a:ext cx="1099780" cy="267426"/>
            </a:xfrm>
            <a:custGeom>
              <a:avLst/>
              <a:gdLst>
                <a:gd name="connsiteX0" fmla="*/ 1074333 w 1099780"/>
                <a:gd name="connsiteY0" fmla="*/ 266239 h 267426"/>
                <a:gd name="connsiteX1" fmla="*/ 563968 w 1099780"/>
                <a:gd name="connsiteY1" fmla="*/ 130557 h 267426"/>
                <a:gd name="connsiteX2" fmla="*/ 104639 w 1099780"/>
                <a:gd name="connsiteY2" fmla="*/ 33463 h 267426"/>
                <a:gd name="connsiteX3" fmla="*/ 22482 w 1099780"/>
                <a:gd name="connsiteY3" fmla="*/ 21015 h 267426"/>
                <a:gd name="connsiteX4" fmla="*/ 76 w 1099780"/>
                <a:gd name="connsiteY4" fmla="*/ 9812 h 267426"/>
                <a:gd name="connsiteX5" fmla="*/ 25594 w 1099780"/>
                <a:gd name="connsiteY5" fmla="*/ 2343 h 267426"/>
                <a:gd name="connsiteX6" fmla="*/ 194264 w 1099780"/>
                <a:gd name="connsiteY6" fmla="*/ 21637 h 267426"/>
                <a:gd name="connsiteX7" fmla="*/ 618116 w 1099780"/>
                <a:gd name="connsiteY7" fmla="*/ 107528 h 267426"/>
                <a:gd name="connsiteX8" fmla="*/ 1088026 w 1099780"/>
                <a:gd name="connsiteY8" fmla="*/ 245078 h 267426"/>
                <a:gd name="connsiteX9" fmla="*/ 1074333 w 1099780"/>
                <a:gd name="connsiteY9" fmla="*/ 266239 h 267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9780" h="267426">
                  <a:moveTo>
                    <a:pt x="1074333" y="266239"/>
                  </a:moveTo>
                  <a:cubicBezTo>
                    <a:pt x="936161" y="229518"/>
                    <a:pt x="702762" y="165411"/>
                    <a:pt x="563968" y="130557"/>
                  </a:cubicBezTo>
                  <a:cubicBezTo>
                    <a:pt x="412103" y="92591"/>
                    <a:pt x="258993" y="58981"/>
                    <a:pt x="104639" y="33463"/>
                  </a:cubicBezTo>
                  <a:cubicBezTo>
                    <a:pt x="77253" y="29106"/>
                    <a:pt x="49868" y="24749"/>
                    <a:pt x="22482" y="21015"/>
                  </a:cubicBezTo>
                  <a:cubicBezTo>
                    <a:pt x="13146" y="19770"/>
                    <a:pt x="-1169" y="21015"/>
                    <a:pt x="76" y="9812"/>
                  </a:cubicBezTo>
                  <a:cubicBezTo>
                    <a:pt x="1321" y="-5126"/>
                    <a:pt x="16881" y="1098"/>
                    <a:pt x="25594" y="2343"/>
                  </a:cubicBezTo>
                  <a:cubicBezTo>
                    <a:pt x="82232" y="7945"/>
                    <a:pt x="138248" y="13546"/>
                    <a:pt x="194264" y="21637"/>
                  </a:cubicBezTo>
                  <a:cubicBezTo>
                    <a:pt x="336793" y="42177"/>
                    <a:pt x="478077" y="72674"/>
                    <a:pt x="618116" y="107528"/>
                  </a:cubicBezTo>
                  <a:cubicBezTo>
                    <a:pt x="766247" y="144872"/>
                    <a:pt x="943630" y="197153"/>
                    <a:pt x="1088026" y="245078"/>
                  </a:cubicBezTo>
                  <a:cubicBezTo>
                    <a:pt x="1110432" y="252547"/>
                    <a:pt x="1097984" y="272463"/>
                    <a:pt x="1074333" y="266239"/>
                  </a:cubicBezTo>
                  <a:close/>
                </a:path>
              </a:pathLst>
            </a:custGeom>
            <a:solidFill>
              <a:schemeClr val="tx1"/>
            </a:solidFill>
            <a:ln w="6223" cap="flat">
              <a:noFill/>
              <a:prstDash val="solid"/>
              <a:miter/>
            </a:ln>
          </p:spPr>
          <p:txBody>
            <a:bodyPr rtlCol="0" anchor="ctr"/>
            <a:lstStyle/>
            <a:p>
              <a:pPr defTabSz="609630"/>
              <a:endParaRPr lang="en-US" sz="1801" dirty="0">
                <a:solidFill>
                  <a:prstClr val="black"/>
                </a:solidFill>
                <a:latin typeface="Cambria" panose="02040503050406030204" pitchFamily="18" charset="0"/>
                <a:ea typeface="Cambria" panose="02040503050406030204" pitchFamily="18" charset="0"/>
              </a:endParaRPr>
            </a:p>
          </p:txBody>
        </p:sp>
        <p:sp>
          <p:nvSpPr>
            <p:cNvPr id="20" name="Freeform: Shape 195">
              <a:extLst>
                <a:ext uri="{FF2B5EF4-FFF2-40B4-BE49-F238E27FC236}">
                  <a16:creationId xmlns:a16="http://schemas.microsoft.com/office/drawing/2014/main" id="{7FCAC372-54C2-4752-BF6B-C8A2AB07CBE8}"/>
                </a:ext>
              </a:extLst>
            </p:cNvPr>
            <p:cNvSpPr/>
            <p:nvPr/>
          </p:nvSpPr>
          <p:spPr>
            <a:xfrm>
              <a:off x="8036700" y="758600"/>
              <a:ext cx="1485044" cy="403497"/>
            </a:xfrm>
            <a:custGeom>
              <a:avLst/>
              <a:gdLst>
                <a:gd name="connsiteX0" fmla="*/ 0 w 1485044"/>
                <a:gd name="connsiteY0" fmla="*/ 389739 h 403497"/>
                <a:gd name="connsiteX1" fmla="*/ 540863 w 1485044"/>
                <a:gd name="connsiteY1" fmla="*/ 204264 h 403497"/>
                <a:gd name="connsiteX2" fmla="*/ 966582 w 1485044"/>
                <a:gd name="connsiteY2" fmla="*/ 90988 h 403497"/>
                <a:gd name="connsiteX3" fmla="*/ 1410351 w 1485044"/>
                <a:gd name="connsiteY3" fmla="*/ 10699 h 403497"/>
                <a:gd name="connsiteX4" fmla="*/ 1485039 w 1485044"/>
                <a:gd name="connsiteY4" fmla="*/ 8209 h 403497"/>
                <a:gd name="connsiteX5" fmla="*/ 1411596 w 1485044"/>
                <a:gd name="connsiteY5" fmla="*/ 39952 h 403497"/>
                <a:gd name="connsiteX6" fmla="*/ 670944 w 1485044"/>
                <a:gd name="connsiteY6" fmla="*/ 199908 h 403497"/>
                <a:gd name="connsiteX7" fmla="*/ 117011 w 1485044"/>
                <a:gd name="connsiteY7" fmla="*/ 376046 h 403497"/>
                <a:gd name="connsiteX8" fmla="*/ 32365 w 1485044"/>
                <a:gd name="connsiteY8" fmla="*/ 403431 h 403497"/>
                <a:gd name="connsiteX9" fmla="*/ 0 w 1485044"/>
                <a:gd name="connsiteY9" fmla="*/ 389739 h 403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85044" h="403497">
                  <a:moveTo>
                    <a:pt x="0" y="389739"/>
                  </a:moveTo>
                  <a:cubicBezTo>
                    <a:pt x="176761" y="321897"/>
                    <a:pt x="357256" y="260280"/>
                    <a:pt x="540863" y="204264"/>
                  </a:cubicBezTo>
                  <a:cubicBezTo>
                    <a:pt x="680902" y="161319"/>
                    <a:pt x="822809" y="122108"/>
                    <a:pt x="966582" y="90988"/>
                  </a:cubicBezTo>
                  <a:cubicBezTo>
                    <a:pt x="1113468" y="59246"/>
                    <a:pt x="1262221" y="35595"/>
                    <a:pt x="1410351" y="10699"/>
                  </a:cubicBezTo>
                  <a:cubicBezTo>
                    <a:pt x="1425289" y="8209"/>
                    <a:pt x="1484416" y="-10463"/>
                    <a:pt x="1485039" y="8209"/>
                  </a:cubicBezTo>
                  <a:cubicBezTo>
                    <a:pt x="1485661" y="23769"/>
                    <a:pt x="1431513" y="36217"/>
                    <a:pt x="1411596" y="39952"/>
                  </a:cubicBezTo>
                  <a:cubicBezTo>
                    <a:pt x="1292096" y="62358"/>
                    <a:pt x="920525" y="122730"/>
                    <a:pt x="670944" y="199908"/>
                  </a:cubicBezTo>
                  <a:cubicBezTo>
                    <a:pt x="508498" y="249077"/>
                    <a:pt x="280079" y="328121"/>
                    <a:pt x="117011" y="376046"/>
                  </a:cubicBezTo>
                  <a:cubicBezTo>
                    <a:pt x="88380" y="384137"/>
                    <a:pt x="60372" y="394095"/>
                    <a:pt x="32365" y="403431"/>
                  </a:cubicBezTo>
                  <a:cubicBezTo>
                    <a:pt x="14937" y="404054"/>
                    <a:pt x="3734" y="400319"/>
                    <a:pt x="0" y="389739"/>
                  </a:cubicBezTo>
                  <a:close/>
                </a:path>
              </a:pathLst>
            </a:custGeom>
            <a:solidFill>
              <a:schemeClr val="tx1"/>
            </a:solidFill>
            <a:ln w="6223" cap="flat">
              <a:noFill/>
              <a:prstDash val="solid"/>
              <a:miter/>
            </a:ln>
          </p:spPr>
          <p:txBody>
            <a:bodyPr rtlCol="0" anchor="ctr"/>
            <a:lstStyle/>
            <a:p>
              <a:pPr defTabSz="609630"/>
              <a:endParaRPr lang="en-US" sz="1801" dirty="0">
                <a:solidFill>
                  <a:prstClr val="black"/>
                </a:solidFill>
                <a:latin typeface="Cambria" panose="02040503050406030204" pitchFamily="18" charset="0"/>
                <a:ea typeface="Cambria" panose="02040503050406030204" pitchFamily="18" charset="0"/>
              </a:endParaRPr>
            </a:p>
          </p:txBody>
        </p:sp>
        <p:sp>
          <p:nvSpPr>
            <p:cNvPr id="21" name="Freeform: Shape 196">
              <a:extLst>
                <a:ext uri="{FF2B5EF4-FFF2-40B4-BE49-F238E27FC236}">
                  <a16:creationId xmlns:a16="http://schemas.microsoft.com/office/drawing/2014/main" id="{8ED2C160-52CD-4C4D-B8E8-4905DC946F75}"/>
                </a:ext>
              </a:extLst>
            </p:cNvPr>
            <p:cNvSpPr/>
            <p:nvPr/>
          </p:nvSpPr>
          <p:spPr>
            <a:xfrm>
              <a:off x="7673417" y="711416"/>
              <a:ext cx="1839610" cy="2124748"/>
            </a:xfrm>
            <a:custGeom>
              <a:avLst/>
              <a:gdLst>
                <a:gd name="connsiteX0" fmla="*/ 1753097 w 1839609"/>
                <a:gd name="connsiteY0" fmla="*/ 0 h 2124748"/>
                <a:gd name="connsiteX1" fmla="*/ 320961 w 1839609"/>
                <a:gd name="connsiteY1" fmla="*/ 204769 h 2124748"/>
                <a:gd name="connsiteX2" fmla="*/ 169719 w 1839609"/>
                <a:gd name="connsiteY2" fmla="*/ 315555 h 2124748"/>
                <a:gd name="connsiteX3" fmla="*/ 134865 w 1839609"/>
                <a:gd name="connsiteY3" fmla="*/ 718868 h 2124748"/>
                <a:gd name="connsiteX4" fmla="*/ 102500 w 1839609"/>
                <a:gd name="connsiteY4" fmla="*/ 785465 h 2124748"/>
                <a:gd name="connsiteX5" fmla="*/ 51463 w 1839609"/>
                <a:gd name="connsiteY5" fmla="*/ 879447 h 2124748"/>
                <a:gd name="connsiteX6" fmla="*/ 84451 w 1839609"/>
                <a:gd name="connsiteY6" fmla="*/ 967205 h 2124748"/>
                <a:gd name="connsiteX7" fmla="*/ 116815 w 1839609"/>
                <a:gd name="connsiteY7" fmla="*/ 998325 h 2124748"/>
                <a:gd name="connsiteX8" fmla="*/ 107479 w 1839609"/>
                <a:gd name="connsiteY8" fmla="*/ 1013885 h 2124748"/>
                <a:gd name="connsiteX9" fmla="*/ 119305 w 1839609"/>
                <a:gd name="connsiteY9" fmla="*/ 1223632 h 2124748"/>
                <a:gd name="connsiteX10" fmla="*/ 117438 w 1839609"/>
                <a:gd name="connsiteY10" fmla="*/ 1235458 h 2124748"/>
                <a:gd name="connsiteX11" fmla="*/ 6029 w 1839609"/>
                <a:gd name="connsiteY11" fmla="*/ 1948102 h 2124748"/>
                <a:gd name="connsiteX12" fmla="*/ 12252 w 1839609"/>
                <a:gd name="connsiteY12" fmla="*/ 2054532 h 2124748"/>
                <a:gd name="connsiteX13" fmla="*/ 95031 w 1839609"/>
                <a:gd name="connsiteY13" fmla="*/ 2111793 h 2124748"/>
                <a:gd name="connsiteX14" fmla="*/ 202083 w 1839609"/>
                <a:gd name="connsiteY14" fmla="*/ 2124241 h 2124748"/>
                <a:gd name="connsiteX15" fmla="*/ 327185 w 1839609"/>
                <a:gd name="connsiteY15" fmla="*/ 2083785 h 2124748"/>
                <a:gd name="connsiteX16" fmla="*/ 369508 w 1839609"/>
                <a:gd name="connsiteY16" fmla="*/ 2055777 h 2124748"/>
                <a:gd name="connsiteX17" fmla="*/ 409342 w 1839609"/>
                <a:gd name="connsiteY17" fmla="*/ 1997894 h 2124748"/>
                <a:gd name="connsiteX18" fmla="*/ 412454 w 1839609"/>
                <a:gd name="connsiteY18" fmla="*/ 1945613 h 2124748"/>
                <a:gd name="connsiteX19" fmla="*/ 284240 w 1839609"/>
                <a:gd name="connsiteY19" fmla="*/ 1241682 h 2124748"/>
                <a:gd name="connsiteX20" fmla="*/ 276149 w 1839609"/>
                <a:gd name="connsiteY20" fmla="*/ 1219275 h 2124748"/>
                <a:gd name="connsiteX21" fmla="*/ 278016 w 1839609"/>
                <a:gd name="connsiteY21" fmla="*/ 1224877 h 2124748"/>
                <a:gd name="connsiteX22" fmla="*/ 261834 w 1839609"/>
                <a:gd name="connsiteY22" fmla="*/ 1003926 h 2124748"/>
                <a:gd name="connsiteX23" fmla="*/ 255610 w 1839609"/>
                <a:gd name="connsiteY23" fmla="*/ 988989 h 2124748"/>
                <a:gd name="connsiteX24" fmla="*/ 279883 w 1839609"/>
                <a:gd name="connsiteY24" fmla="*/ 967205 h 2124748"/>
                <a:gd name="connsiteX25" fmla="*/ 253742 w 1839609"/>
                <a:gd name="connsiteY25" fmla="*/ 773639 h 2124748"/>
                <a:gd name="connsiteX26" fmla="*/ 223245 w 1839609"/>
                <a:gd name="connsiteY26" fmla="*/ 715134 h 2124748"/>
                <a:gd name="connsiteX27" fmla="*/ 248141 w 1839609"/>
                <a:gd name="connsiteY27" fmla="*/ 351654 h 2124748"/>
                <a:gd name="connsiteX28" fmla="*/ 304157 w 1839609"/>
                <a:gd name="connsiteY28" fmla="*/ 283813 h 2124748"/>
                <a:gd name="connsiteX29" fmla="*/ 1801021 w 1839609"/>
                <a:gd name="connsiteY29" fmla="*/ 48547 h 2124748"/>
                <a:gd name="connsiteX30" fmla="*/ 1839610 w 1839609"/>
                <a:gd name="connsiteY30" fmla="*/ 31120 h 2124748"/>
                <a:gd name="connsiteX31" fmla="*/ 1753097 w 1839609"/>
                <a:gd name="connsiteY31" fmla="*/ 0 h 2124748"/>
                <a:gd name="connsiteX0" fmla="*/ 1753097 w 1839610"/>
                <a:gd name="connsiteY0" fmla="*/ 0 h 2124748"/>
                <a:gd name="connsiteX1" fmla="*/ 320961 w 1839610"/>
                <a:gd name="connsiteY1" fmla="*/ 204769 h 2124748"/>
                <a:gd name="connsiteX2" fmla="*/ 169719 w 1839610"/>
                <a:gd name="connsiteY2" fmla="*/ 315555 h 2124748"/>
                <a:gd name="connsiteX3" fmla="*/ 134865 w 1839610"/>
                <a:gd name="connsiteY3" fmla="*/ 718868 h 2124748"/>
                <a:gd name="connsiteX4" fmla="*/ 102500 w 1839610"/>
                <a:gd name="connsiteY4" fmla="*/ 785465 h 2124748"/>
                <a:gd name="connsiteX5" fmla="*/ 51463 w 1839610"/>
                <a:gd name="connsiteY5" fmla="*/ 879447 h 2124748"/>
                <a:gd name="connsiteX6" fmla="*/ 84451 w 1839610"/>
                <a:gd name="connsiteY6" fmla="*/ 967205 h 2124748"/>
                <a:gd name="connsiteX7" fmla="*/ 116815 w 1839610"/>
                <a:gd name="connsiteY7" fmla="*/ 998325 h 2124748"/>
                <a:gd name="connsiteX8" fmla="*/ 107479 w 1839610"/>
                <a:gd name="connsiteY8" fmla="*/ 1013885 h 2124748"/>
                <a:gd name="connsiteX9" fmla="*/ 119305 w 1839610"/>
                <a:gd name="connsiteY9" fmla="*/ 1223632 h 2124748"/>
                <a:gd name="connsiteX10" fmla="*/ 117438 w 1839610"/>
                <a:gd name="connsiteY10" fmla="*/ 1235458 h 2124748"/>
                <a:gd name="connsiteX11" fmla="*/ 6029 w 1839610"/>
                <a:gd name="connsiteY11" fmla="*/ 1948102 h 2124748"/>
                <a:gd name="connsiteX12" fmla="*/ 12252 w 1839610"/>
                <a:gd name="connsiteY12" fmla="*/ 2054532 h 2124748"/>
                <a:gd name="connsiteX13" fmla="*/ 95031 w 1839610"/>
                <a:gd name="connsiteY13" fmla="*/ 2111793 h 2124748"/>
                <a:gd name="connsiteX14" fmla="*/ 202083 w 1839610"/>
                <a:gd name="connsiteY14" fmla="*/ 2124241 h 2124748"/>
                <a:gd name="connsiteX15" fmla="*/ 327185 w 1839610"/>
                <a:gd name="connsiteY15" fmla="*/ 2083785 h 2124748"/>
                <a:gd name="connsiteX16" fmla="*/ 369508 w 1839610"/>
                <a:gd name="connsiteY16" fmla="*/ 2055777 h 2124748"/>
                <a:gd name="connsiteX17" fmla="*/ 409342 w 1839610"/>
                <a:gd name="connsiteY17" fmla="*/ 1997894 h 2124748"/>
                <a:gd name="connsiteX18" fmla="*/ 412454 w 1839610"/>
                <a:gd name="connsiteY18" fmla="*/ 1945613 h 2124748"/>
                <a:gd name="connsiteX19" fmla="*/ 284240 w 1839610"/>
                <a:gd name="connsiteY19" fmla="*/ 1241682 h 2124748"/>
                <a:gd name="connsiteX20" fmla="*/ 276149 w 1839610"/>
                <a:gd name="connsiteY20" fmla="*/ 1219275 h 2124748"/>
                <a:gd name="connsiteX21" fmla="*/ 278016 w 1839610"/>
                <a:gd name="connsiteY21" fmla="*/ 1224877 h 2124748"/>
                <a:gd name="connsiteX22" fmla="*/ 261834 w 1839610"/>
                <a:gd name="connsiteY22" fmla="*/ 1003926 h 2124748"/>
                <a:gd name="connsiteX23" fmla="*/ 255610 w 1839610"/>
                <a:gd name="connsiteY23" fmla="*/ 988989 h 2124748"/>
                <a:gd name="connsiteX24" fmla="*/ 279883 w 1839610"/>
                <a:gd name="connsiteY24" fmla="*/ 967205 h 2124748"/>
                <a:gd name="connsiteX25" fmla="*/ 253742 w 1839610"/>
                <a:gd name="connsiteY25" fmla="*/ 773639 h 2124748"/>
                <a:gd name="connsiteX26" fmla="*/ 223245 w 1839610"/>
                <a:gd name="connsiteY26" fmla="*/ 715134 h 2124748"/>
                <a:gd name="connsiteX27" fmla="*/ 248141 w 1839610"/>
                <a:gd name="connsiteY27" fmla="*/ 351654 h 2124748"/>
                <a:gd name="connsiteX28" fmla="*/ 304157 w 1839610"/>
                <a:gd name="connsiteY28" fmla="*/ 283813 h 2124748"/>
                <a:gd name="connsiteX29" fmla="*/ 1801021 w 1839610"/>
                <a:gd name="connsiteY29" fmla="*/ 48547 h 2124748"/>
                <a:gd name="connsiteX30" fmla="*/ 1839610 w 1839610"/>
                <a:gd name="connsiteY30" fmla="*/ 31120 h 2124748"/>
                <a:gd name="connsiteX31" fmla="*/ 1753097 w 1839610"/>
                <a:gd name="connsiteY31" fmla="*/ 0 h 2124748"/>
                <a:gd name="connsiteX0" fmla="*/ 1753097 w 1839610"/>
                <a:gd name="connsiteY0" fmla="*/ 0 h 2124748"/>
                <a:gd name="connsiteX1" fmla="*/ 320961 w 1839610"/>
                <a:gd name="connsiteY1" fmla="*/ 204769 h 2124748"/>
                <a:gd name="connsiteX2" fmla="*/ 169719 w 1839610"/>
                <a:gd name="connsiteY2" fmla="*/ 315555 h 2124748"/>
                <a:gd name="connsiteX3" fmla="*/ 134865 w 1839610"/>
                <a:gd name="connsiteY3" fmla="*/ 718868 h 2124748"/>
                <a:gd name="connsiteX4" fmla="*/ 102500 w 1839610"/>
                <a:gd name="connsiteY4" fmla="*/ 785465 h 2124748"/>
                <a:gd name="connsiteX5" fmla="*/ 51463 w 1839610"/>
                <a:gd name="connsiteY5" fmla="*/ 879447 h 2124748"/>
                <a:gd name="connsiteX6" fmla="*/ 84451 w 1839610"/>
                <a:gd name="connsiteY6" fmla="*/ 967205 h 2124748"/>
                <a:gd name="connsiteX7" fmla="*/ 116815 w 1839610"/>
                <a:gd name="connsiteY7" fmla="*/ 998325 h 2124748"/>
                <a:gd name="connsiteX8" fmla="*/ 107479 w 1839610"/>
                <a:gd name="connsiteY8" fmla="*/ 1013885 h 2124748"/>
                <a:gd name="connsiteX9" fmla="*/ 119305 w 1839610"/>
                <a:gd name="connsiteY9" fmla="*/ 1223632 h 2124748"/>
                <a:gd name="connsiteX10" fmla="*/ 117438 w 1839610"/>
                <a:gd name="connsiteY10" fmla="*/ 1235458 h 2124748"/>
                <a:gd name="connsiteX11" fmla="*/ 6029 w 1839610"/>
                <a:gd name="connsiteY11" fmla="*/ 1948102 h 2124748"/>
                <a:gd name="connsiteX12" fmla="*/ 12252 w 1839610"/>
                <a:gd name="connsiteY12" fmla="*/ 2054532 h 2124748"/>
                <a:gd name="connsiteX13" fmla="*/ 95031 w 1839610"/>
                <a:gd name="connsiteY13" fmla="*/ 2111793 h 2124748"/>
                <a:gd name="connsiteX14" fmla="*/ 202083 w 1839610"/>
                <a:gd name="connsiteY14" fmla="*/ 2124241 h 2124748"/>
                <a:gd name="connsiteX15" fmla="*/ 327185 w 1839610"/>
                <a:gd name="connsiteY15" fmla="*/ 2083785 h 2124748"/>
                <a:gd name="connsiteX16" fmla="*/ 369508 w 1839610"/>
                <a:gd name="connsiteY16" fmla="*/ 2055777 h 2124748"/>
                <a:gd name="connsiteX17" fmla="*/ 409342 w 1839610"/>
                <a:gd name="connsiteY17" fmla="*/ 1997894 h 2124748"/>
                <a:gd name="connsiteX18" fmla="*/ 412454 w 1839610"/>
                <a:gd name="connsiteY18" fmla="*/ 1945613 h 2124748"/>
                <a:gd name="connsiteX19" fmla="*/ 284240 w 1839610"/>
                <a:gd name="connsiteY19" fmla="*/ 1241682 h 2124748"/>
                <a:gd name="connsiteX20" fmla="*/ 276149 w 1839610"/>
                <a:gd name="connsiteY20" fmla="*/ 1219275 h 2124748"/>
                <a:gd name="connsiteX21" fmla="*/ 278016 w 1839610"/>
                <a:gd name="connsiteY21" fmla="*/ 1224877 h 2124748"/>
                <a:gd name="connsiteX22" fmla="*/ 261834 w 1839610"/>
                <a:gd name="connsiteY22" fmla="*/ 1003926 h 2124748"/>
                <a:gd name="connsiteX23" fmla="*/ 255610 w 1839610"/>
                <a:gd name="connsiteY23" fmla="*/ 988989 h 2124748"/>
                <a:gd name="connsiteX24" fmla="*/ 279883 w 1839610"/>
                <a:gd name="connsiteY24" fmla="*/ 967205 h 2124748"/>
                <a:gd name="connsiteX25" fmla="*/ 253742 w 1839610"/>
                <a:gd name="connsiteY25" fmla="*/ 773639 h 2124748"/>
                <a:gd name="connsiteX26" fmla="*/ 223245 w 1839610"/>
                <a:gd name="connsiteY26" fmla="*/ 715134 h 2124748"/>
                <a:gd name="connsiteX27" fmla="*/ 248141 w 1839610"/>
                <a:gd name="connsiteY27" fmla="*/ 351654 h 2124748"/>
                <a:gd name="connsiteX28" fmla="*/ 304157 w 1839610"/>
                <a:gd name="connsiteY28" fmla="*/ 283813 h 2124748"/>
                <a:gd name="connsiteX29" fmla="*/ 1801021 w 1839610"/>
                <a:gd name="connsiteY29" fmla="*/ 48547 h 2124748"/>
                <a:gd name="connsiteX30" fmla="*/ 1839610 w 1839610"/>
                <a:gd name="connsiteY30" fmla="*/ 31120 h 2124748"/>
                <a:gd name="connsiteX31" fmla="*/ 1753097 w 1839610"/>
                <a:gd name="connsiteY31" fmla="*/ 0 h 2124748"/>
                <a:gd name="connsiteX0" fmla="*/ 1753097 w 1839610"/>
                <a:gd name="connsiteY0" fmla="*/ 0 h 2124748"/>
                <a:gd name="connsiteX1" fmla="*/ 320961 w 1839610"/>
                <a:gd name="connsiteY1" fmla="*/ 204769 h 2124748"/>
                <a:gd name="connsiteX2" fmla="*/ 169719 w 1839610"/>
                <a:gd name="connsiteY2" fmla="*/ 315555 h 2124748"/>
                <a:gd name="connsiteX3" fmla="*/ 134865 w 1839610"/>
                <a:gd name="connsiteY3" fmla="*/ 718868 h 2124748"/>
                <a:gd name="connsiteX4" fmla="*/ 102500 w 1839610"/>
                <a:gd name="connsiteY4" fmla="*/ 785465 h 2124748"/>
                <a:gd name="connsiteX5" fmla="*/ 51463 w 1839610"/>
                <a:gd name="connsiteY5" fmla="*/ 879447 h 2124748"/>
                <a:gd name="connsiteX6" fmla="*/ 84451 w 1839610"/>
                <a:gd name="connsiteY6" fmla="*/ 967205 h 2124748"/>
                <a:gd name="connsiteX7" fmla="*/ 116815 w 1839610"/>
                <a:gd name="connsiteY7" fmla="*/ 998325 h 2124748"/>
                <a:gd name="connsiteX8" fmla="*/ 107479 w 1839610"/>
                <a:gd name="connsiteY8" fmla="*/ 1013885 h 2124748"/>
                <a:gd name="connsiteX9" fmla="*/ 119305 w 1839610"/>
                <a:gd name="connsiteY9" fmla="*/ 1223632 h 2124748"/>
                <a:gd name="connsiteX10" fmla="*/ 117438 w 1839610"/>
                <a:gd name="connsiteY10" fmla="*/ 1235458 h 2124748"/>
                <a:gd name="connsiteX11" fmla="*/ 6029 w 1839610"/>
                <a:gd name="connsiteY11" fmla="*/ 1948102 h 2124748"/>
                <a:gd name="connsiteX12" fmla="*/ 12252 w 1839610"/>
                <a:gd name="connsiteY12" fmla="*/ 2054532 h 2124748"/>
                <a:gd name="connsiteX13" fmla="*/ 95031 w 1839610"/>
                <a:gd name="connsiteY13" fmla="*/ 2111793 h 2124748"/>
                <a:gd name="connsiteX14" fmla="*/ 202083 w 1839610"/>
                <a:gd name="connsiteY14" fmla="*/ 2124241 h 2124748"/>
                <a:gd name="connsiteX15" fmla="*/ 327185 w 1839610"/>
                <a:gd name="connsiteY15" fmla="*/ 2083785 h 2124748"/>
                <a:gd name="connsiteX16" fmla="*/ 369508 w 1839610"/>
                <a:gd name="connsiteY16" fmla="*/ 2055777 h 2124748"/>
                <a:gd name="connsiteX17" fmla="*/ 409342 w 1839610"/>
                <a:gd name="connsiteY17" fmla="*/ 1997894 h 2124748"/>
                <a:gd name="connsiteX18" fmla="*/ 412454 w 1839610"/>
                <a:gd name="connsiteY18" fmla="*/ 1945613 h 2124748"/>
                <a:gd name="connsiteX19" fmla="*/ 284240 w 1839610"/>
                <a:gd name="connsiteY19" fmla="*/ 1241682 h 2124748"/>
                <a:gd name="connsiteX20" fmla="*/ 276149 w 1839610"/>
                <a:gd name="connsiteY20" fmla="*/ 1219275 h 2124748"/>
                <a:gd name="connsiteX21" fmla="*/ 278016 w 1839610"/>
                <a:gd name="connsiteY21" fmla="*/ 1224877 h 2124748"/>
                <a:gd name="connsiteX22" fmla="*/ 261834 w 1839610"/>
                <a:gd name="connsiteY22" fmla="*/ 1003926 h 2124748"/>
                <a:gd name="connsiteX23" fmla="*/ 255610 w 1839610"/>
                <a:gd name="connsiteY23" fmla="*/ 988989 h 2124748"/>
                <a:gd name="connsiteX24" fmla="*/ 279883 w 1839610"/>
                <a:gd name="connsiteY24" fmla="*/ 967205 h 2124748"/>
                <a:gd name="connsiteX25" fmla="*/ 253742 w 1839610"/>
                <a:gd name="connsiteY25" fmla="*/ 773639 h 2124748"/>
                <a:gd name="connsiteX26" fmla="*/ 223245 w 1839610"/>
                <a:gd name="connsiteY26" fmla="*/ 715134 h 2124748"/>
                <a:gd name="connsiteX27" fmla="*/ 248141 w 1839610"/>
                <a:gd name="connsiteY27" fmla="*/ 351654 h 2124748"/>
                <a:gd name="connsiteX28" fmla="*/ 304157 w 1839610"/>
                <a:gd name="connsiteY28" fmla="*/ 283813 h 2124748"/>
                <a:gd name="connsiteX29" fmla="*/ 1801021 w 1839610"/>
                <a:gd name="connsiteY29" fmla="*/ 48547 h 2124748"/>
                <a:gd name="connsiteX30" fmla="*/ 1839610 w 1839610"/>
                <a:gd name="connsiteY30" fmla="*/ 31120 h 2124748"/>
                <a:gd name="connsiteX31" fmla="*/ 1753097 w 1839610"/>
                <a:gd name="connsiteY31" fmla="*/ 0 h 2124748"/>
                <a:gd name="connsiteX0" fmla="*/ 1753097 w 1839610"/>
                <a:gd name="connsiteY0" fmla="*/ 0 h 2124748"/>
                <a:gd name="connsiteX1" fmla="*/ 320961 w 1839610"/>
                <a:gd name="connsiteY1" fmla="*/ 204769 h 2124748"/>
                <a:gd name="connsiteX2" fmla="*/ 169719 w 1839610"/>
                <a:gd name="connsiteY2" fmla="*/ 315555 h 2124748"/>
                <a:gd name="connsiteX3" fmla="*/ 134865 w 1839610"/>
                <a:gd name="connsiteY3" fmla="*/ 718868 h 2124748"/>
                <a:gd name="connsiteX4" fmla="*/ 102500 w 1839610"/>
                <a:gd name="connsiteY4" fmla="*/ 785465 h 2124748"/>
                <a:gd name="connsiteX5" fmla="*/ 51463 w 1839610"/>
                <a:gd name="connsiteY5" fmla="*/ 879447 h 2124748"/>
                <a:gd name="connsiteX6" fmla="*/ 84451 w 1839610"/>
                <a:gd name="connsiteY6" fmla="*/ 967205 h 2124748"/>
                <a:gd name="connsiteX7" fmla="*/ 116815 w 1839610"/>
                <a:gd name="connsiteY7" fmla="*/ 998325 h 2124748"/>
                <a:gd name="connsiteX8" fmla="*/ 107479 w 1839610"/>
                <a:gd name="connsiteY8" fmla="*/ 1013885 h 2124748"/>
                <a:gd name="connsiteX9" fmla="*/ 119305 w 1839610"/>
                <a:gd name="connsiteY9" fmla="*/ 1223632 h 2124748"/>
                <a:gd name="connsiteX10" fmla="*/ 117438 w 1839610"/>
                <a:gd name="connsiteY10" fmla="*/ 1235458 h 2124748"/>
                <a:gd name="connsiteX11" fmla="*/ 6029 w 1839610"/>
                <a:gd name="connsiteY11" fmla="*/ 1948102 h 2124748"/>
                <a:gd name="connsiteX12" fmla="*/ 12252 w 1839610"/>
                <a:gd name="connsiteY12" fmla="*/ 2054532 h 2124748"/>
                <a:gd name="connsiteX13" fmla="*/ 95031 w 1839610"/>
                <a:gd name="connsiteY13" fmla="*/ 2111793 h 2124748"/>
                <a:gd name="connsiteX14" fmla="*/ 202083 w 1839610"/>
                <a:gd name="connsiteY14" fmla="*/ 2124241 h 2124748"/>
                <a:gd name="connsiteX15" fmla="*/ 327185 w 1839610"/>
                <a:gd name="connsiteY15" fmla="*/ 2083785 h 2124748"/>
                <a:gd name="connsiteX16" fmla="*/ 369508 w 1839610"/>
                <a:gd name="connsiteY16" fmla="*/ 2055777 h 2124748"/>
                <a:gd name="connsiteX17" fmla="*/ 409342 w 1839610"/>
                <a:gd name="connsiteY17" fmla="*/ 1997894 h 2124748"/>
                <a:gd name="connsiteX18" fmla="*/ 412454 w 1839610"/>
                <a:gd name="connsiteY18" fmla="*/ 1945613 h 2124748"/>
                <a:gd name="connsiteX19" fmla="*/ 284240 w 1839610"/>
                <a:gd name="connsiteY19" fmla="*/ 1241682 h 2124748"/>
                <a:gd name="connsiteX20" fmla="*/ 276149 w 1839610"/>
                <a:gd name="connsiteY20" fmla="*/ 1219275 h 2124748"/>
                <a:gd name="connsiteX21" fmla="*/ 278016 w 1839610"/>
                <a:gd name="connsiteY21" fmla="*/ 1224877 h 2124748"/>
                <a:gd name="connsiteX22" fmla="*/ 261834 w 1839610"/>
                <a:gd name="connsiteY22" fmla="*/ 1003926 h 2124748"/>
                <a:gd name="connsiteX23" fmla="*/ 255610 w 1839610"/>
                <a:gd name="connsiteY23" fmla="*/ 988989 h 2124748"/>
                <a:gd name="connsiteX24" fmla="*/ 279883 w 1839610"/>
                <a:gd name="connsiteY24" fmla="*/ 967205 h 2124748"/>
                <a:gd name="connsiteX25" fmla="*/ 253742 w 1839610"/>
                <a:gd name="connsiteY25" fmla="*/ 773639 h 2124748"/>
                <a:gd name="connsiteX26" fmla="*/ 223245 w 1839610"/>
                <a:gd name="connsiteY26" fmla="*/ 715134 h 2124748"/>
                <a:gd name="connsiteX27" fmla="*/ 248141 w 1839610"/>
                <a:gd name="connsiteY27" fmla="*/ 351654 h 2124748"/>
                <a:gd name="connsiteX28" fmla="*/ 304157 w 1839610"/>
                <a:gd name="connsiteY28" fmla="*/ 283813 h 2124748"/>
                <a:gd name="connsiteX29" fmla="*/ 1801021 w 1839610"/>
                <a:gd name="connsiteY29" fmla="*/ 48547 h 2124748"/>
                <a:gd name="connsiteX30" fmla="*/ 1839610 w 1839610"/>
                <a:gd name="connsiteY30" fmla="*/ 31120 h 2124748"/>
                <a:gd name="connsiteX31" fmla="*/ 1753097 w 1839610"/>
                <a:gd name="connsiteY31" fmla="*/ 0 h 2124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39610" h="2124748">
                  <a:moveTo>
                    <a:pt x="1753097" y="0"/>
                  </a:moveTo>
                  <a:cubicBezTo>
                    <a:pt x="1428828" y="32987"/>
                    <a:pt x="594816" y="120123"/>
                    <a:pt x="320961" y="204769"/>
                  </a:cubicBezTo>
                  <a:cubicBezTo>
                    <a:pt x="257477" y="227797"/>
                    <a:pt x="194615" y="246469"/>
                    <a:pt x="169719" y="315555"/>
                  </a:cubicBezTo>
                  <a:cubicBezTo>
                    <a:pt x="162250" y="342941"/>
                    <a:pt x="132998" y="611194"/>
                    <a:pt x="134865" y="718868"/>
                  </a:cubicBezTo>
                  <a:cubicBezTo>
                    <a:pt x="135487" y="747499"/>
                    <a:pt x="131130" y="768660"/>
                    <a:pt x="102500" y="785465"/>
                  </a:cubicBezTo>
                  <a:cubicBezTo>
                    <a:pt x="68891" y="804759"/>
                    <a:pt x="53953" y="842725"/>
                    <a:pt x="51463" y="879447"/>
                  </a:cubicBezTo>
                  <a:cubicBezTo>
                    <a:pt x="48974" y="910567"/>
                    <a:pt x="65779" y="940442"/>
                    <a:pt x="84451" y="967205"/>
                  </a:cubicBezTo>
                  <a:cubicBezTo>
                    <a:pt x="94409" y="979653"/>
                    <a:pt x="104990" y="990233"/>
                    <a:pt x="116815" y="998325"/>
                  </a:cubicBezTo>
                  <a:cubicBezTo>
                    <a:pt x="108102" y="995213"/>
                    <a:pt x="107479" y="998947"/>
                    <a:pt x="107479" y="1013885"/>
                  </a:cubicBezTo>
                  <a:cubicBezTo>
                    <a:pt x="117042" y="1089930"/>
                    <a:pt x="126746" y="1142494"/>
                    <a:pt x="119305" y="1223632"/>
                  </a:cubicBezTo>
                  <a:cubicBezTo>
                    <a:pt x="118682" y="1227367"/>
                    <a:pt x="118060" y="1231101"/>
                    <a:pt x="117438" y="1235458"/>
                  </a:cubicBezTo>
                  <a:cubicBezTo>
                    <a:pt x="116815" y="1258487"/>
                    <a:pt x="11630" y="1916360"/>
                    <a:pt x="6029" y="1948102"/>
                  </a:cubicBezTo>
                  <a:cubicBezTo>
                    <a:pt x="-1440" y="1966774"/>
                    <a:pt x="-4552" y="2038972"/>
                    <a:pt x="12252" y="2054532"/>
                  </a:cubicBezTo>
                  <a:cubicBezTo>
                    <a:pt x="36526" y="2078805"/>
                    <a:pt x="53331" y="2091876"/>
                    <a:pt x="95031" y="2111793"/>
                  </a:cubicBezTo>
                  <a:cubicBezTo>
                    <a:pt x="129263" y="2128597"/>
                    <a:pt x="165985" y="2124241"/>
                    <a:pt x="202083" y="2124241"/>
                  </a:cubicBezTo>
                  <a:cubicBezTo>
                    <a:pt x="246896" y="2119261"/>
                    <a:pt x="287974" y="2104946"/>
                    <a:pt x="327185" y="2083785"/>
                  </a:cubicBezTo>
                  <a:cubicBezTo>
                    <a:pt x="340256" y="2073204"/>
                    <a:pt x="356438" y="2066980"/>
                    <a:pt x="369508" y="2055777"/>
                  </a:cubicBezTo>
                  <a:cubicBezTo>
                    <a:pt x="388180" y="2040217"/>
                    <a:pt x="399383" y="2019678"/>
                    <a:pt x="409342" y="1997894"/>
                  </a:cubicBezTo>
                  <a:cubicBezTo>
                    <a:pt x="413698" y="1980467"/>
                    <a:pt x="413076" y="1963040"/>
                    <a:pt x="412454" y="1945613"/>
                  </a:cubicBezTo>
                  <a:cubicBezTo>
                    <a:pt x="409964" y="1888352"/>
                    <a:pt x="301045" y="1310768"/>
                    <a:pt x="284240" y="1241682"/>
                  </a:cubicBezTo>
                  <a:cubicBezTo>
                    <a:pt x="281128" y="1234213"/>
                    <a:pt x="278016" y="1227367"/>
                    <a:pt x="276149" y="1219275"/>
                  </a:cubicBezTo>
                  <a:lnTo>
                    <a:pt x="278016" y="1224877"/>
                  </a:lnTo>
                  <a:cubicBezTo>
                    <a:pt x="269811" y="1147954"/>
                    <a:pt x="257137" y="1085941"/>
                    <a:pt x="261834" y="1003926"/>
                  </a:cubicBezTo>
                  <a:cubicBezTo>
                    <a:pt x="259966" y="993968"/>
                    <a:pt x="259344" y="988989"/>
                    <a:pt x="255610" y="988989"/>
                  </a:cubicBezTo>
                  <a:cubicBezTo>
                    <a:pt x="264323" y="982765"/>
                    <a:pt x="272414" y="975296"/>
                    <a:pt x="279883" y="967205"/>
                  </a:cubicBezTo>
                  <a:cubicBezTo>
                    <a:pt x="324696" y="911189"/>
                    <a:pt x="314115" y="824053"/>
                    <a:pt x="253742" y="773639"/>
                  </a:cubicBezTo>
                  <a:cubicBezTo>
                    <a:pt x="232581" y="756212"/>
                    <a:pt x="222623" y="740652"/>
                    <a:pt x="223245" y="715134"/>
                  </a:cubicBezTo>
                  <a:cubicBezTo>
                    <a:pt x="225735" y="653517"/>
                    <a:pt x="233203" y="385264"/>
                    <a:pt x="248141" y="351654"/>
                  </a:cubicBezTo>
                  <a:cubicBezTo>
                    <a:pt x="264946" y="316800"/>
                    <a:pt x="271170" y="299995"/>
                    <a:pt x="304157" y="283813"/>
                  </a:cubicBezTo>
                  <a:cubicBezTo>
                    <a:pt x="515772" y="192943"/>
                    <a:pt x="1464304" y="78422"/>
                    <a:pt x="1801021" y="48547"/>
                  </a:cubicBezTo>
                  <a:cubicBezTo>
                    <a:pt x="1812847" y="41078"/>
                    <a:pt x="1834008" y="52904"/>
                    <a:pt x="1839610" y="31120"/>
                  </a:cubicBezTo>
                  <a:cubicBezTo>
                    <a:pt x="1822805" y="26141"/>
                    <a:pt x="1790440" y="0"/>
                    <a:pt x="1753097" y="0"/>
                  </a:cubicBezTo>
                  <a:close/>
                </a:path>
              </a:pathLst>
            </a:custGeom>
            <a:solidFill>
              <a:schemeClr val="accent2"/>
            </a:solidFill>
            <a:ln w="6223" cap="flat">
              <a:noFill/>
              <a:prstDash val="solid"/>
              <a:miter/>
            </a:ln>
          </p:spPr>
          <p:txBody>
            <a:bodyPr rtlCol="0" anchor="ctr"/>
            <a:lstStyle/>
            <a:p>
              <a:pPr defTabSz="609630"/>
              <a:endParaRPr lang="en-US" sz="1801" dirty="0">
                <a:solidFill>
                  <a:prstClr val="black"/>
                </a:solidFill>
                <a:latin typeface="Cambria" panose="02040503050406030204" pitchFamily="18" charset="0"/>
                <a:ea typeface="Cambria" panose="02040503050406030204" pitchFamily="18" charset="0"/>
              </a:endParaRPr>
            </a:p>
          </p:txBody>
        </p:sp>
        <p:sp>
          <p:nvSpPr>
            <p:cNvPr id="22" name="Freeform: Shape 197">
              <a:extLst>
                <a:ext uri="{FF2B5EF4-FFF2-40B4-BE49-F238E27FC236}">
                  <a16:creationId xmlns:a16="http://schemas.microsoft.com/office/drawing/2014/main" id="{D4D959EC-10C4-4B98-9EB1-87A84BFC8B26}"/>
                </a:ext>
              </a:extLst>
            </p:cNvPr>
            <p:cNvSpPr/>
            <p:nvPr/>
          </p:nvSpPr>
          <p:spPr>
            <a:xfrm>
              <a:off x="7781245" y="1700724"/>
              <a:ext cx="170808" cy="251750"/>
            </a:xfrm>
            <a:custGeom>
              <a:avLst/>
              <a:gdLst>
                <a:gd name="connsiteX0" fmla="*/ 154004 w 170808"/>
                <a:gd name="connsiteY0" fmla="*/ 15240 h 251750"/>
                <a:gd name="connsiteX1" fmla="*/ 135332 w 170808"/>
                <a:gd name="connsiteY1" fmla="*/ 5282 h 251750"/>
                <a:gd name="connsiteX2" fmla="*/ 80561 w 170808"/>
                <a:gd name="connsiteY2" fmla="*/ 21464 h 251750"/>
                <a:gd name="connsiteX3" fmla="*/ 80561 w 170808"/>
                <a:gd name="connsiteY3" fmla="*/ 20219 h 251750"/>
                <a:gd name="connsiteX4" fmla="*/ 16454 w 170808"/>
                <a:gd name="connsiteY4" fmla="*/ 12128 h 251750"/>
                <a:gd name="connsiteX5" fmla="*/ 272 w 170808"/>
                <a:gd name="connsiteY5" fmla="*/ 25198 h 251750"/>
                <a:gd name="connsiteX6" fmla="*/ 13965 w 170808"/>
                <a:gd name="connsiteY6" fmla="*/ 251751 h 251750"/>
                <a:gd name="connsiteX7" fmla="*/ 66246 w 170808"/>
                <a:gd name="connsiteY7" fmla="*/ 214407 h 251750"/>
                <a:gd name="connsiteX8" fmla="*/ 111059 w 170808"/>
                <a:gd name="connsiteY8" fmla="*/ 207561 h 251750"/>
                <a:gd name="connsiteX9" fmla="*/ 170809 w 170808"/>
                <a:gd name="connsiteY9" fmla="*/ 235569 h 251750"/>
                <a:gd name="connsiteX10" fmla="*/ 154004 w 170808"/>
                <a:gd name="connsiteY10" fmla="*/ 15240 h 251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0808" h="251750">
                  <a:moveTo>
                    <a:pt x="154004" y="15240"/>
                  </a:moveTo>
                  <a:cubicBezTo>
                    <a:pt x="150892" y="-2187"/>
                    <a:pt x="150270" y="-3432"/>
                    <a:pt x="135332" y="5282"/>
                  </a:cubicBezTo>
                  <a:cubicBezTo>
                    <a:pt x="119772" y="13995"/>
                    <a:pt x="100478" y="18974"/>
                    <a:pt x="80561" y="21464"/>
                  </a:cubicBezTo>
                  <a:lnTo>
                    <a:pt x="80561" y="20219"/>
                  </a:lnTo>
                  <a:cubicBezTo>
                    <a:pt x="57533" y="21464"/>
                    <a:pt x="34504" y="20219"/>
                    <a:pt x="16454" y="12128"/>
                  </a:cubicBezTo>
                  <a:cubicBezTo>
                    <a:pt x="894" y="5282"/>
                    <a:pt x="894" y="7149"/>
                    <a:pt x="272" y="25198"/>
                  </a:cubicBezTo>
                  <a:cubicBezTo>
                    <a:pt x="-1595" y="101131"/>
                    <a:pt x="6496" y="176441"/>
                    <a:pt x="13965" y="251751"/>
                  </a:cubicBezTo>
                  <a:cubicBezTo>
                    <a:pt x="17699" y="219386"/>
                    <a:pt x="35126" y="212540"/>
                    <a:pt x="66246" y="214407"/>
                  </a:cubicBezTo>
                  <a:cubicBezTo>
                    <a:pt x="76204" y="215029"/>
                    <a:pt x="102968" y="209428"/>
                    <a:pt x="111059" y="207561"/>
                  </a:cubicBezTo>
                  <a:cubicBezTo>
                    <a:pt x="142801" y="200714"/>
                    <a:pt x="162718" y="205071"/>
                    <a:pt x="170809" y="235569"/>
                  </a:cubicBezTo>
                  <a:cubicBezTo>
                    <a:pt x="167074" y="162126"/>
                    <a:pt x="165830" y="88060"/>
                    <a:pt x="154004" y="15240"/>
                  </a:cubicBezTo>
                  <a:close/>
                </a:path>
              </a:pathLst>
            </a:custGeom>
            <a:solidFill>
              <a:schemeClr val="tx1">
                <a:lumMod val="50000"/>
                <a:lumOff val="50000"/>
              </a:schemeClr>
            </a:solidFill>
            <a:ln w="6223" cap="flat">
              <a:noFill/>
              <a:prstDash val="solid"/>
              <a:miter/>
            </a:ln>
          </p:spPr>
          <p:txBody>
            <a:bodyPr rtlCol="0" anchor="ctr"/>
            <a:lstStyle/>
            <a:p>
              <a:pPr defTabSz="609630"/>
              <a:endParaRPr lang="en-US" sz="1801" dirty="0">
                <a:solidFill>
                  <a:prstClr val="black"/>
                </a:solidFill>
                <a:latin typeface="Cambria" panose="02040503050406030204" pitchFamily="18" charset="0"/>
                <a:ea typeface="Cambria" panose="02040503050406030204" pitchFamily="18" charset="0"/>
              </a:endParaRPr>
            </a:p>
          </p:txBody>
        </p:sp>
        <p:sp>
          <p:nvSpPr>
            <p:cNvPr id="23" name="Freeform: Shape 198">
              <a:extLst>
                <a:ext uri="{FF2B5EF4-FFF2-40B4-BE49-F238E27FC236}">
                  <a16:creationId xmlns:a16="http://schemas.microsoft.com/office/drawing/2014/main" id="{5EE660E5-DECF-4D1C-AC2E-9B3D42578DB3}"/>
                </a:ext>
              </a:extLst>
            </p:cNvPr>
            <p:cNvSpPr/>
            <p:nvPr/>
          </p:nvSpPr>
          <p:spPr>
            <a:xfrm>
              <a:off x="9446273" y="702702"/>
              <a:ext cx="288947" cy="83376"/>
            </a:xfrm>
            <a:custGeom>
              <a:avLst/>
              <a:gdLst>
                <a:gd name="connsiteX0" fmla="*/ 247247 w 288947"/>
                <a:gd name="connsiteY0" fmla="*/ 70953 h 83376"/>
                <a:gd name="connsiteX1" fmla="*/ 42479 w 288947"/>
                <a:gd name="connsiteY1" fmla="*/ 70953 h 83376"/>
                <a:gd name="connsiteX2" fmla="*/ 7002 w 288947"/>
                <a:gd name="connsiteY2" fmla="*/ 51659 h 83376"/>
                <a:gd name="connsiteX3" fmla="*/ 1400 w 288947"/>
                <a:gd name="connsiteY3" fmla="*/ 0 h 83376"/>
                <a:gd name="connsiteX4" fmla="*/ 288948 w 288947"/>
                <a:gd name="connsiteY4" fmla="*/ 0 h 83376"/>
                <a:gd name="connsiteX5" fmla="*/ 288948 w 288947"/>
                <a:gd name="connsiteY5" fmla="*/ 29875 h 83376"/>
                <a:gd name="connsiteX6" fmla="*/ 247247 w 288947"/>
                <a:gd name="connsiteY6" fmla="*/ 70953 h 83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8947" h="83376">
                  <a:moveTo>
                    <a:pt x="247247" y="70953"/>
                  </a:moveTo>
                  <a:cubicBezTo>
                    <a:pt x="197455" y="85268"/>
                    <a:pt x="106585" y="89625"/>
                    <a:pt x="42479" y="70953"/>
                  </a:cubicBezTo>
                  <a:cubicBezTo>
                    <a:pt x="35632" y="69086"/>
                    <a:pt x="13848" y="64107"/>
                    <a:pt x="7002" y="51659"/>
                  </a:cubicBezTo>
                  <a:cubicBezTo>
                    <a:pt x="-4201" y="29875"/>
                    <a:pt x="1400" y="0"/>
                    <a:pt x="1400" y="0"/>
                  </a:cubicBezTo>
                  <a:lnTo>
                    <a:pt x="288948" y="0"/>
                  </a:lnTo>
                  <a:lnTo>
                    <a:pt x="288948" y="29875"/>
                  </a:lnTo>
                  <a:cubicBezTo>
                    <a:pt x="288948" y="52281"/>
                    <a:pt x="269653" y="64107"/>
                    <a:pt x="247247" y="70953"/>
                  </a:cubicBezTo>
                  <a:close/>
                </a:path>
              </a:pathLst>
            </a:custGeom>
            <a:solidFill>
              <a:schemeClr val="tx1">
                <a:lumMod val="50000"/>
                <a:lumOff val="50000"/>
              </a:schemeClr>
            </a:solidFill>
            <a:ln w="6223" cap="flat">
              <a:noFill/>
              <a:prstDash val="solid"/>
              <a:miter/>
            </a:ln>
          </p:spPr>
          <p:txBody>
            <a:bodyPr rtlCol="0" anchor="ctr"/>
            <a:lstStyle/>
            <a:p>
              <a:pPr defTabSz="609630"/>
              <a:endParaRPr lang="en-US" sz="1801" dirty="0">
                <a:solidFill>
                  <a:prstClr val="black"/>
                </a:solidFill>
                <a:latin typeface="Cambria" panose="02040503050406030204" pitchFamily="18" charset="0"/>
                <a:ea typeface="Cambria" panose="02040503050406030204" pitchFamily="18" charset="0"/>
              </a:endParaRPr>
            </a:p>
          </p:txBody>
        </p:sp>
        <p:sp>
          <p:nvSpPr>
            <p:cNvPr id="24" name="Freeform: Shape 199">
              <a:extLst>
                <a:ext uri="{FF2B5EF4-FFF2-40B4-BE49-F238E27FC236}">
                  <a16:creationId xmlns:a16="http://schemas.microsoft.com/office/drawing/2014/main" id="{8CA509B0-885C-4B54-8E60-92310875071C}"/>
                </a:ext>
              </a:extLst>
            </p:cNvPr>
            <p:cNvSpPr/>
            <p:nvPr/>
          </p:nvSpPr>
          <p:spPr>
            <a:xfrm>
              <a:off x="9447674" y="654778"/>
              <a:ext cx="287547" cy="94604"/>
            </a:xfrm>
            <a:custGeom>
              <a:avLst/>
              <a:gdLst>
                <a:gd name="connsiteX0" fmla="*/ 287547 w 287547"/>
                <a:gd name="connsiteY0" fmla="*/ 47302 h 94604"/>
                <a:gd name="connsiteX1" fmla="*/ 143774 w 287547"/>
                <a:gd name="connsiteY1" fmla="*/ 94604 h 94604"/>
                <a:gd name="connsiteX2" fmla="*/ 0 w 287547"/>
                <a:gd name="connsiteY2" fmla="*/ 47302 h 94604"/>
                <a:gd name="connsiteX3" fmla="*/ 143774 w 287547"/>
                <a:gd name="connsiteY3" fmla="*/ 0 h 94604"/>
                <a:gd name="connsiteX4" fmla="*/ 287547 w 287547"/>
                <a:gd name="connsiteY4" fmla="*/ 47302 h 94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7547" h="94604">
                  <a:moveTo>
                    <a:pt x="287547" y="47302"/>
                  </a:moveTo>
                  <a:cubicBezTo>
                    <a:pt x="287547" y="73426"/>
                    <a:pt x="223178" y="94604"/>
                    <a:pt x="143774" y="94604"/>
                  </a:cubicBezTo>
                  <a:cubicBezTo>
                    <a:pt x="64370" y="94604"/>
                    <a:pt x="0" y="73426"/>
                    <a:pt x="0" y="47302"/>
                  </a:cubicBezTo>
                  <a:cubicBezTo>
                    <a:pt x="0" y="21178"/>
                    <a:pt x="64370" y="0"/>
                    <a:pt x="143774" y="0"/>
                  </a:cubicBezTo>
                  <a:cubicBezTo>
                    <a:pt x="223178" y="0"/>
                    <a:pt x="287547" y="21178"/>
                    <a:pt x="287547" y="47302"/>
                  </a:cubicBezTo>
                  <a:close/>
                </a:path>
              </a:pathLst>
            </a:custGeom>
            <a:solidFill>
              <a:schemeClr val="tx1"/>
            </a:solidFill>
            <a:ln w="6223" cap="flat">
              <a:noFill/>
              <a:prstDash val="solid"/>
              <a:miter/>
            </a:ln>
          </p:spPr>
          <p:txBody>
            <a:bodyPr rtlCol="0" anchor="ctr"/>
            <a:lstStyle/>
            <a:p>
              <a:pPr defTabSz="609630"/>
              <a:endParaRPr lang="en-US" sz="1801" dirty="0">
                <a:solidFill>
                  <a:prstClr val="black"/>
                </a:solidFill>
                <a:latin typeface="Cambria" panose="02040503050406030204" pitchFamily="18" charset="0"/>
                <a:ea typeface="Cambria" panose="02040503050406030204" pitchFamily="18" charset="0"/>
              </a:endParaRPr>
            </a:p>
          </p:txBody>
        </p:sp>
      </p:grpSp>
      <p:sp>
        <p:nvSpPr>
          <p:cNvPr id="2" name="ZoneTexte 1">
            <a:extLst>
              <a:ext uri="{FF2B5EF4-FFF2-40B4-BE49-F238E27FC236}">
                <a16:creationId xmlns:a16="http://schemas.microsoft.com/office/drawing/2014/main" id="{1E4A1795-C284-8737-D9AA-039BC263DFF3}"/>
              </a:ext>
            </a:extLst>
          </p:cNvPr>
          <p:cNvSpPr txBox="1"/>
          <p:nvPr/>
        </p:nvSpPr>
        <p:spPr>
          <a:xfrm>
            <a:off x="8826960" y="5666083"/>
            <a:ext cx="3675722" cy="677108"/>
          </a:xfrm>
          <a:prstGeom prst="rect">
            <a:avLst/>
          </a:prstGeom>
          <a:noFill/>
        </p:spPr>
        <p:txBody>
          <a:bodyPr wrap="square" rtlCol="0">
            <a:spAutoFit/>
          </a:bodyPr>
          <a:lstStyle/>
          <a:p>
            <a:pPr algn="ctr" defTabSz="609630"/>
            <a:r>
              <a:rPr lang="fr-FR" sz="2000" b="1" u="sng" dirty="0">
                <a:solidFill>
                  <a:srgbClr val="0070C0"/>
                </a:solidFill>
                <a:latin typeface="Cambria" panose="02040503050406030204" pitchFamily="18" charset="0"/>
                <a:ea typeface="Cambria" panose="02040503050406030204" pitchFamily="18" charset="0"/>
              </a:rPr>
              <a:t>Réalisé par :</a:t>
            </a:r>
          </a:p>
          <a:p>
            <a:pPr algn="ctr" defTabSz="609630"/>
            <a:r>
              <a:rPr lang="fr-FR" b="1" dirty="0">
                <a:solidFill>
                  <a:prstClr val="black"/>
                </a:solidFill>
                <a:latin typeface="Cambria" panose="02040503050406030204" pitchFamily="18" charset="0"/>
                <a:ea typeface="Cambria" panose="02040503050406030204" pitchFamily="18" charset="0"/>
              </a:rPr>
              <a:t>M. Bakary KANTE</a:t>
            </a:r>
          </a:p>
        </p:txBody>
      </p:sp>
      <p:sp>
        <p:nvSpPr>
          <p:cNvPr id="4" name="ZoneTexte 3">
            <a:extLst>
              <a:ext uri="{FF2B5EF4-FFF2-40B4-BE49-F238E27FC236}">
                <a16:creationId xmlns:a16="http://schemas.microsoft.com/office/drawing/2014/main" id="{F42B181B-3D38-B677-2218-5F2B5E8B3552}"/>
              </a:ext>
            </a:extLst>
          </p:cNvPr>
          <p:cNvSpPr txBox="1"/>
          <p:nvPr/>
        </p:nvSpPr>
        <p:spPr>
          <a:xfrm>
            <a:off x="4903334" y="2884234"/>
            <a:ext cx="2215853" cy="830997"/>
          </a:xfrm>
          <a:prstGeom prst="rect">
            <a:avLst/>
          </a:prstGeom>
          <a:noFill/>
        </p:spPr>
        <p:txBody>
          <a:bodyPr wrap="square" rtlCol="0">
            <a:spAutoFit/>
          </a:bodyPr>
          <a:lstStyle/>
          <a:p>
            <a:pPr algn="ctr" defTabSz="541907"/>
            <a:r>
              <a:rPr lang="fr-FR" sz="4800" b="1" u="sng" dirty="0">
                <a:solidFill>
                  <a:prstClr val="black"/>
                </a:solidFill>
                <a:latin typeface="Edwardian Script ITC" panose="030303020407070D0804" pitchFamily="66" charset="0"/>
              </a:rPr>
              <a:t>Thème</a:t>
            </a:r>
          </a:p>
        </p:txBody>
      </p:sp>
    </p:spTree>
    <p:extLst>
      <p:ext uri="{BB962C8B-B14F-4D97-AF65-F5344CB8AC3E}">
        <p14:creationId xmlns:p14="http://schemas.microsoft.com/office/powerpoint/2010/main" val="5334179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alpha val="55000"/>
          </a:schemeClr>
        </a:solidFill>
        <a:ln w="76200">
          <a:solidFill>
            <a:schemeClr val="bg1"/>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10509</TotalTime>
  <Words>1297</Words>
  <Application>Microsoft Office PowerPoint</Application>
  <PresentationFormat>Grand écran</PresentationFormat>
  <Paragraphs>238</Paragraphs>
  <Slides>28</Slides>
  <Notes>26</Notes>
  <HiddenSlides>0</HiddenSlides>
  <MMClips>0</MMClips>
  <ScaleCrop>false</ScaleCrop>
  <HeadingPairs>
    <vt:vector size="6" baseType="variant">
      <vt:variant>
        <vt:lpstr>Polices utilisées</vt:lpstr>
      </vt:variant>
      <vt:variant>
        <vt:i4>15</vt:i4>
      </vt:variant>
      <vt:variant>
        <vt:lpstr>Thème</vt:lpstr>
      </vt:variant>
      <vt:variant>
        <vt:i4>2</vt:i4>
      </vt:variant>
      <vt:variant>
        <vt:lpstr>Titres des diapositives</vt:lpstr>
      </vt:variant>
      <vt:variant>
        <vt:i4>28</vt:i4>
      </vt:variant>
    </vt:vector>
  </HeadingPairs>
  <TitlesOfParts>
    <vt:vector size="45" baseType="lpstr">
      <vt:lpstr>ADLaM Display</vt:lpstr>
      <vt:lpstr>Aptos</vt:lpstr>
      <vt:lpstr>Arial</vt:lpstr>
      <vt:lpstr>Calibri</vt:lpstr>
      <vt:lpstr>Calibri Light</vt:lpstr>
      <vt:lpstr>Cambria</vt:lpstr>
      <vt:lpstr>Concert One</vt:lpstr>
      <vt:lpstr>Courier New</vt:lpstr>
      <vt:lpstr>Edwardian Script ITC</vt:lpstr>
      <vt:lpstr>Montserrat</vt:lpstr>
      <vt:lpstr>Montserrat Classic Bold</vt:lpstr>
      <vt:lpstr>Nunito Black</vt:lpstr>
      <vt:lpstr>Nunito Sans Black</vt:lpstr>
      <vt:lpstr>Symbol</vt:lpstr>
      <vt:lpstr>Times New Roman</vt:lpstr>
      <vt:lpstr>Office Theme</vt:lpstr>
      <vt:lpstr>1_Office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RESULTAT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Bakary Kante</dc:creator>
  <cp:lastModifiedBy>Bakary Kante</cp:lastModifiedBy>
  <cp:revision>49</cp:revision>
  <dcterms:created xsi:type="dcterms:W3CDTF">2024-08-16T17:23:28Z</dcterms:created>
  <dcterms:modified xsi:type="dcterms:W3CDTF">2024-09-14T10:00:54Z</dcterms:modified>
</cp:coreProperties>
</file>